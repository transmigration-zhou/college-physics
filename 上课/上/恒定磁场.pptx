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activeX/activeX2.xml" ContentType="application/vnd.ms-office.activeX+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activeX/activeX3.xml" ContentType="application/vnd.ms-office.activeX+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activeX/activeX1.xml" ContentType="application/vnd.ms-office.activeX+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activeX/activeX4.xml" ContentType="application/vnd.ms-office.activeX+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8"/>
  </p:notesMasterIdLst>
  <p:sldIdLst>
    <p:sldId id="387" r:id="rId2"/>
    <p:sldId id="754" r:id="rId3"/>
    <p:sldId id="677" r:id="rId4"/>
    <p:sldId id="678" r:id="rId5"/>
    <p:sldId id="679" r:id="rId6"/>
    <p:sldId id="680" r:id="rId7"/>
    <p:sldId id="681" r:id="rId8"/>
    <p:sldId id="682" r:id="rId9"/>
    <p:sldId id="683" r:id="rId10"/>
    <p:sldId id="755" r:id="rId11"/>
    <p:sldId id="686" r:id="rId12"/>
    <p:sldId id="687" r:id="rId13"/>
    <p:sldId id="688" r:id="rId14"/>
    <p:sldId id="689" r:id="rId15"/>
    <p:sldId id="690" r:id="rId16"/>
    <p:sldId id="691" r:id="rId17"/>
    <p:sldId id="692" r:id="rId18"/>
    <p:sldId id="693" r:id="rId19"/>
    <p:sldId id="694" r:id="rId20"/>
    <p:sldId id="695" r:id="rId21"/>
    <p:sldId id="696" r:id="rId22"/>
    <p:sldId id="697" r:id="rId23"/>
    <p:sldId id="698" r:id="rId24"/>
    <p:sldId id="699" r:id="rId25"/>
    <p:sldId id="700" r:id="rId26"/>
    <p:sldId id="701" r:id="rId27"/>
    <p:sldId id="702" r:id="rId28"/>
    <p:sldId id="703" r:id="rId29"/>
    <p:sldId id="704" r:id="rId30"/>
    <p:sldId id="756" r:id="rId31"/>
    <p:sldId id="705" r:id="rId32"/>
    <p:sldId id="706" r:id="rId33"/>
    <p:sldId id="707" r:id="rId34"/>
    <p:sldId id="708" r:id="rId35"/>
    <p:sldId id="709" r:id="rId36"/>
    <p:sldId id="710" r:id="rId37"/>
    <p:sldId id="711" r:id="rId38"/>
    <p:sldId id="712" r:id="rId39"/>
    <p:sldId id="713" r:id="rId40"/>
    <p:sldId id="714" r:id="rId41"/>
    <p:sldId id="715" r:id="rId42"/>
    <p:sldId id="757" r:id="rId43"/>
    <p:sldId id="716" r:id="rId44"/>
    <p:sldId id="717" r:id="rId45"/>
    <p:sldId id="718" r:id="rId46"/>
    <p:sldId id="719" r:id="rId47"/>
    <p:sldId id="720" r:id="rId48"/>
    <p:sldId id="721" r:id="rId49"/>
    <p:sldId id="722" r:id="rId50"/>
    <p:sldId id="723" r:id="rId51"/>
    <p:sldId id="724" r:id="rId52"/>
    <p:sldId id="725" r:id="rId53"/>
    <p:sldId id="726" r:id="rId54"/>
    <p:sldId id="731" r:id="rId55"/>
    <p:sldId id="732" r:id="rId56"/>
    <p:sldId id="733" r:id="rId57"/>
    <p:sldId id="734" r:id="rId58"/>
    <p:sldId id="735" r:id="rId59"/>
    <p:sldId id="736" r:id="rId60"/>
    <p:sldId id="737" r:id="rId61"/>
    <p:sldId id="738" r:id="rId62"/>
    <p:sldId id="739" r:id="rId63"/>
    <p:sldId id="740" r:id="rId64"/>
    <p:sldId id="741" r:id="rId65"/>
    <p:sldId id="742" r:id="rId66"/>
    <p:sldId id="743" r:id="rId67"/>
    <p:sldId id="744" r:id="rId68"/>
    <p:sldId id="745" r:id="rId69"/>
    <p:sldId id="746" r:id="rId70"/>
    <p:sldId id="747" r:id="rId71"/>
    <p:sldId id="748" r:id="rId72"/>
    <p:sldId id="749" r:id="rId73"/>
    <p:sldId id="750" r:id="rId74"/>
    <p:sldId id="751" r:id="rId75"/>
    <p:sldId id="752" r:id="rId76"/>
    <p:sldId id="753"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0" d="100"/>
          <a:sy n="50" d="100"/>
        </p:scale>
        <p:origin x="-139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activeX/activeX1.xml><?xml version="1.0" encoding="utf-8"?>
<ax:ocx xmlns:ax="http://schemas.microsoft.com/office/2006/activeX" xmlns:r="http://schemas.openxmlformats.org/officeDocument/2006/relationships" ax:classid="{D27CDB6E-AE6D-11CF-96B8-444553540000}" ax:persistence="persistPropertyBag">
  <ax:ocxPr ax:name="_cx" ax:value="21806"/>
  <ax:ocxPr ax:name="_cy" ax:value="14393"/>
  <ax:ocxPr ax:name="FlashVars" ax:value=""/>
  <ax:ocxPr ax:name="Movie" ax:value="FLASH/DDSGN.SWF"/>
  <ax:ocxPr ax:name="Src" ax:value="FLASH/DDSGN.SWF"/>
  <ax:ocxPr ax:name="WMode" ax:value="Window"/>
  <ax:ocxPr ax:name="Play" ax:value="0"/>
  <ax:ocxPr ax:name="Loop" ax:value="-1"/>
  <ax:ocxPr ax:name="Quality" ax:value="High"/>
  <ax:ocxPr ax:name="SAlign" ax:value=""/>
  <ax:ocxPr ax:name="Menu" ax:value="-1"/>
  <ax:ocxPr ax:name="Base" ax:value=""/>
  <ax:ocxPr ax:name="AllowScriptAccess" ax:value="always"/>
  <ax:ocxPr ax:name="Scale" ax:value="ShowAll"/>
  <ax:ocxPr ax:name="DeviceFont" ax:value="0"/>
  <ax:ocxPr ax:name="EmbedMovie" ax:value="-1"/>
  <ax:ocxPr ax:name="BGColor" ax:value=""/>
  <ax:ocxPr ax:name="SWRemote" ax:value=""/>
  <ax:ocxPr ax:name="MovieData" ax:value=""/>
  <ax:ocxPr ax:name="SeamlessTabbing" ax:value="1"/>
  <ax:ocxPr ax:name="Profile" ax:value="0"/>
  <ax:ocxPr ax:name="ProfileAddress" ax:value=""/>
  <ax:ocxPr ax:name="ProfilePort" ax:value="0"/>
  <ax:ocxPr ax:name="AllowNetworking" ax:value="all"/>
  <ax:ocxPr ax:name="AllowFullScreen" ax:value="false"/>
</ax:ocx>
</file>

<file path=ppt/activeX/activeX2.xml><?xml version="1.0" encoding="utf-8"?>
<ax:ocx xmlns:ax="http://schemas.microsoft.com/office/2006/activeX" xmlns:r="http://schemas.openxmlformats.org/officeDocument/2006/relationships" ax:classid="{D27CDB6E-AE6D-11CF-96B8-444553540000}" ax:persistence="persistPropertyBag">
  <ax:ocxPr ax:name="_cx" ax:value="11218"/>
  <ax:ocxPr ax:name="_cy" ax:value="12700"/>
  <ax:ocxPr ax:name="FlashVars" ax:value=""/>
  <ax:ocxPr ax:name="Movie" ax:value="FLASH/LRZL.SWF"/>
  <ax:ocxPr ax:name="Src" ax:value="FLASH/LRZL.SWF"/>
  <ax:ocxPr ax:name="WMode" ax:value="Window"/>
  <ax:ocxPr ax:name="Play" ax:value="0"/>
  <ax:ocxPr ax:name="Loop" ax:value="-1"/>
  <ax:ocxPr ax:name="Quality" ax:value="High"/>
  <ax:ocxPr ax:name="SAlign" ax:value=""/>
  <ax:ocxPr ax:name="Menu" ax:value="-1"/>
  <ax:ocxPr ax:name="Base" ax:value=""/>
  <ax:ocxPr ax:name="AllowScriptAccess" ax:value=""/>
  <ax:ocxPr ax:name="Scale" ax:value="ShowAll"/>
  <ax:ocxPr ax:name="DeviceFont" ax:value="0"/>
  <ax:ocxPr ax:name="EmbedMovie" ax:value="0"/>
  <ax:ocxPr ax:name="BGColor" ax:value=""/>
  <ax:ocxPr ax:name="SWRemote" ax:value=""/>
  <ax:ocxPr ax:name="MovieData" ax:value=""/>
  <ax:ocxPr ax:name="SeamlessTabbing" ax:value="1"/>
  <ax:ocxPr ax:name="Profile" ax:value="0"/>
  <ax:ocxPr ax:name="ProfileAddress" ax:value=""/>
  <ax:ocxPr ax:name="ProfilePort" ax:value="0"/>
  <ax:ocxPr ax:name="AllowNetworking" ax:value="all"/>
  <ax:ocxPr ax:name="AllowFullScreen" ax:value="false"/>
</ax:ocx>
</file>

<file path=ppt/activeX/activeX3.xml><?xml version="1.0" encoding="utf-8"?>
<ax:ocx xmlns:ax="http://schemas.microsoft.com/office/2006/activeX" xmlns:r="http://schemas.openxmlformats.org/officeDocument/2006/relationships" ax:classid="{D27CDB6E-AE6D-11CF-96B8-444553540000}" ax:persistence="persistPropertyBag">
  <ax:ocxPr ax:name="_cx" ax:value="15240"/>
  <ax:ocxPr ax:name="_cy" ax:value="8043"/>
  <ax:ocxPr ax:name="FlashVars" ax:value=""/>
  <ax:ocxPr ax:name="Movie" ax:value="FLASH/LXYD.SWF"/>
  <ax:ocxPr ax:name="Src" ax:value="FLASH/LXYD.SWF"/>
  <ax:ocxPr ax:name="WMode" ax:value="Window"/>
  <ax:ocxPr ax:name="Play" ax:value="0"/>
  <ax:ocxPr ax:name="Loop" ax:value="-1"/>
  <ax:ocxPr ax:name="Quality" ax:value="High"/>
  <ax:ocxPr ax:name="SAlign" ax:value=""/>
  <ax:ocxPr ax:name="Menu" ax:value="-1"/>
  <ax:ocxPr ax:name="Base" ax:value=""/>
  <ax:ocxPr ax:name="AllowScriptAccess" ax:value=""/>
  <ax:ocxPr ax:name="Scale" ax:value="ShowAll"/>
  <ax:ocxPr ax:name="DeviceFont" ax:value="0"/>
  <ax:ocxPr ax:name="EmbedMovie" ax:value="0"/>
  <ax:ocxPr ax:name="BGColor" ax:value=""/>
  <ax:ocxPr ax:name="SWRemote" ax:value=""/>
  <ax:ocxPr ax:name="MovieData" ax:value=""/>
  <ax:ocxPr ax:name="SeamlessTabbing" ax:value="1"/>
  <ax:ocxPr ax:name="Profile" ax:value="0"/>
  <ax:ocxPr ax:name="ProfileAddress" ax:value=""/>
  <ax:ocxPr ax:name="ProfilePort" ax:value="0"/>
  <ax:ocxPr ax:name="AllowNetworking" ax:value="all"/>
  <ax:ocxPr ax:name="AllowFullScreen" ax:value="false"/>
</ax:ocx>
</file>

<file path=ppt/activeX/activeX4.xml><?xml version="1.0" encoding="utf-8"?>
<ax:ocx xmlns:ax="http://schemas.microsoft.com/office/2006/activeX" xmlns:r="http://schemas.openxmlformats.org/officeDocument/2006/relationships" ax:classid="{D27CDB6E-AE6D-11CF-96B8-444553540000}" ax:persistence="persistPropertyBag">
  <ax:ocxPr ax:name="_cx" ax:value="16933"/>
  <ax:ocxPr ax:name="_cy" ax:value="8255"/>
  <ax:ocxPr ax:name="FlashVars" ax:value=""/>
  <ax:ocxPr ax:name="Movie" ax:value="FLASH/CJJ.SWF"/>
  <ax:ocxPr ax:name="Src" ax:value="FLASH/CJJ.SWF"/>
  <ax:ocxPr ax:name="WMode" ax:value="Window"/>
  <ax:ocxPr ax:name="Play" ax:value="0"/>
  <ax:ocxPr ax:name="Loop" ax:value="-1"/>
  <ax:ocxPr ax:name="Quality" ax:value="High"/>
  <ax:ocxPr ax:name="SAlign" ax:value=""/>
  <ax:ocxPr ax:name="Menu" ax:value="-1"/>
  <ax:ocxPr ax:name="Base" ax:value=""/>
  <ax:ocxPr ax:name="AllowScriptAccess" ax:value="always"/>
  <ax:ocxPr ax:name="Scale" ax:value="ShowAll"/>
  <ax:ocxPr ax:name="DeviceFont" ax:value="0"/>
  <ax:ocxPr ax:name="EmbedMovie" ax:value="-1"/>
  <ax:ocxPr ax:name="BGColor" ax:value=""/>
  <ax:ocxPr ax:name="SWRemote" ax:value=""/>
  <ax:ocxPr ax:name="MovieData" ax:value=""/>
  <ax:ocxPr ax:name="SeamlessTabbing" ax:value="1"/>
  <ax:ocxPr ax:name="Profile" ax:value="0"/>
  <ax:ocxPr ax:name="ProfileAddress" ax:value=""/>
  <ax:ocxPr ax:name="ProfilePort" ax:value="0"/>
  <ax:ocxPr ax:name="AllowNetworking" ax:value="all"/>
  <ax:ocxPr ax:name="AllowFullScreen" ax:value="false"/>
</ax:ocx>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6.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1.wmf"/><Relationship Id="rId4"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44.wmf"/><Relationship Id="rId7" Type="http://schemas.openxmlformats.org/officeDocument/2006/relationships/image" Target="../media/image48.wmf"/><Relationship Id="rId12" Type="http://schemas.openxmlformats.org/officeDocument/2006/relationships/image" Target="../media/image8.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11" Type="http://schemas.openxmlformats.org/officeDocument/2006/relationships/image" Target="../media/image52.wmf"/><Relationship Id="rId5" Type="http://schemas.openxmlformats.org/officeDocument/2006/relationships/image" Target="../media/image46.wmf"/><Relationship Id="rId10" Type="http://schemas.openxmlformats.org/officeDocument/2006/relationships/image" Target="../media/image51.wmf"/><Relationship Id="rId4" Type="http://schemas.openxmlformats.org/officeDocument/2006/relationships/image" Target="../media/image45.wmf"/><Relationship Id="rId9"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43.wmf"/><Relationship Id="rId6" Type="http://schemas.openxmlformats.org/officeDocument/2006/relationships/image" Target="../media/image51.wmf"/><Relationship Id="rId5" Type="http://schemas.openxmlformats.org/officeDocument/2006/relationships/image" Target="../media/image57.wmf"/><Relationship Id="rId4" Type="http://schemas.openxmlformats.org/officeDocument/2006/relationships/image" Target="../media/image56.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image" Target="../media/image68.wmf"/><Relationship Id="rId3" Type="http://schemas.openxmlformats.org/officeDocument/2006/relationships/image" Target="../media/image60.wmf"/><Relationship Id="rId7" Type="http://schemas.openxmlformats.org/officeDocument/2006/relationships/image" Target="../media/image64.wmf"/><Relationship Id="rId12" Type="http://schemas.openxmlformats.org/officeDocument/2006/relationships/image" Target="../media/image67.wmf"/><Relationship Id="rId17" Type="http://schemas.openxmlformats.org/officeDocument/2006/relationships/image" Target="../media/image71.wmf"/><Relationship Id="rId2" Type="http://schemas.openxmlformats.org/officeDocument/2006/relationships/image" Target="../media/image59.wmf"/><Relationship Id="rId16" Type="http://schemas.openxmlformats.org/officeDocument/2006/relationships/image" Target="../media/image70.wmf"/><Relationship Id="rId1" Type="http://schemas.openxmlformats.org/officeDocument/2006/relationships/image" Target="../media/image58.wmf"/><Relationship Id="rId6" Type="http://schemas.openxmlformats.org/officeDocument/2006/relationships/image" Target="../media/image63.wmf"/><Relationship Id="rId11" Type="http://schemas.openxmlformats.org/officeDocument/2006/relationships/image" Target="../media/image46.wmf"/><Relationship Id="rId5" Type="http://schemas.openxmlformats.org/officeDocument/2006/relationships/image" Target="../media/image62.wmf"/><Relationship Id="rId15" Type="http://schemas.openxmlformats.org/officeDocument/2006/relationships/image" Target="../media/image15.wmf"/><Relationship Id="rId10" Type="http://schemas.openxmlformats.org/officeDocument/2006/relationships/image" Target="../media/image66.wmf"/><Relationship Id="rId4" Type="http://schemas.openxmlformats.org/officeDocument/2006/relationships/image" Target="../media/image61.wmf"/><Relationship Id="rId9" Type="http://schemas.openxmlformats.org/officeDocument/2006/relationships/image" Target="../media/image47.wmf"/><Relationship Id="rId14" Type="http://schemas.openxmlformats.org/officeDocument/2006/relationships/image" Target="../media/image69.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image" Target="../media/image15.wmf"/><Relationship Id="rId3" Type="http://schemas.openxmlformats.org/officeDocument/2006/relationships/image" Target="../media/image74.wmf"/><Relationship Id="rId7" Type="http://schemas.openxmlformats.org/officeDocument/2006/relationships/image" Target="../media/image66.wmf"/><Relationship Id="rId12" Type="http://schemas.openxmlformats.org/officeDocument/2006/relationships/image" Target="../media/image70.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11" Type="http://schemas.openxmlformats.org/officeDocument/2006/relationships/image" Target="../media/image63.wmf"/><Relationship Id="rId5" Type="http://schemas.openxmlformats.org/officeDocument/2006/relationships/image" Target="../media/image76.wmf"/><Relationship Id="rId10" Type="http://schemas.openxmlformats.org/officeDocument/2006/relationships/image" Target="../media/image69.wmf"/><Relationship Id="rId4" Type="http://schemas.openxmlformats.org/officeDocument/2006/relationships/image" Target="../media/image75.wmf"/><Relationship Id="rId9" Type="http://schemas.openxmlformats.org/officeDocument/2006/relationships/image" Target="../media/image68.wmf"/><Relationship Id="rId14" Type="http://schemas.openxmlformats.org/officeDocument/2006/relationships/image" Target="../media/image7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15.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82.wmf"/><Relationship Id="rId7" Type="http://schemas.openxmlformats.org/officeDocument/2006/relationships/image" Target="../media/image81.wmf"/><Relationship Id="rId2" Type="http://schemas.openxmlformats.org/officeDocument/2006/relationships/image" Target="../media/image84.wmf"/><Relationship Id="rId1" Type="http://schemas.openxmlformats.org/officeDocument/2006/relationships/image" Target="../media/image69.wmf"/><Relationship Id="rId6" Type="http://schemas.openxmlformats.org/officeDocument/2006/relationships/image" Target="../media/image37.wmf"/><Relationship Id="rId5" Type="http://schemas.openxmlformats.org/officeDocument/2006/relationships/image" Target="../media/image86.wmf"/><Relationship Id="rId10" Type="http://schemas.openxmlformats.org/officeDocument/2006/relationships/image" Target="../media/image88.wmf"/><Relationship Id="rId4" Type="http://schemas.openxmlformats.org/officeDocument/2006/relationships/image" Target="../media/image85.wmf"/><Relationship Id="rId9" Type="http://schemas.openxmlformats.org/officeDocument/2006/relationships/image" Target="../media/image87.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image" Target="../media/image69.wmf"/><Relationship Id="rId3" Type="http://schemas.openxmlformats.org/officeDocument/2006/relationships/image" Target="../media/image91.wmf"/><Relationship Id="rId7" Type="http://schemas.openxmlformats.org/officeDocument/2006/relationships/image" Target="../media/image82.wmf"/><Relationship Id="rId12" Type="http://schemas.openxmlformats.org/officeDocument/2006/relationships/image" Target="../media/image87.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11" Type="http://schemas.openxmlformats.org/officeDocument/2006/relationships/image" Target="../media/image13.wmf"/><Relationship Id="rId5" Type="http://schemas.openxmlformats.org/officeDocument/2006/relationships/image" Target="../media/image93.wmf"/><Relationship Id="rId10" Type="http://schemas.openxmlformats.org/officeDocument/2006/relationships/image" Target="../media/image81.wmf"/><Relationship Id="rId4" Type="http://schemas.openxmlformats.org/officeDocument/2006/relationships/image" Target="../media/image92.wmf"/><Relationship Id="rId9" Type="http://schemas.openxmlformats.org/officeDocument/2006/relationships/image" Target="../media/image46.wmf"/><Relationship Id="rId14" Type="http://schemas.openxmlformats.org/officeDocument/2006/relationships/image" Target="../media/image85.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image" Target="../media/image100.wmf"/><Relationship Id="rId3" Type="http://schemas.openxmlformats.org/officeDocument/2006/relationships/image" Target="../media/image69.wmf"/><Relationship Id="rId7" Type="http://schemas.openxmlformats.org/officeDocument/2006/relationships/image" Target="../media/image15.wmf"/><Relationship Id="rId12" Type="http://schemas.openxmlformats.org/officeDocument/2006/relationships/image" Target="../media/image99.wmf"/><Relationship Id="rId2" Type="http://schemas.openxmlformats.org/officeDocument/2006/relationships/image" Target="../media/image95.wmf"/><Relationship Id="rId1" Type="http://schemas.openxmlformats.org/officeDocument/2006/relationships/image" Target="../media/image93.wmf"/><Relationship Id="rId6" Type="http://schemas.openxmlformats.org/officeDocument/2006/relationships/image" Target="../media/image85.wmf"/><Relationship Id="rId11" Type="http://schemas.openxmlformats.org/officeDocument/2006/relationships/image" Target="../media/image78.wmf"/><Relationship Id="rId5" Type="http://schemas.openxmlformats.org/officeDocument/2006/relationships/image" Target="../media/image82.wmf"/><Relationship Id="rId10" Type="http://schemas.openxmlformats.org/officeDocument/2006/relationships/image" Target="../media/image98.wmf"/><Relationship Id="rId4" Type="http://schemas.openxmlformats.org/officeDocument/2006/relationships/image" Target="../media/image77.wmf"/><Relationship Id="rId9" Type="http://schemas.openxmlformats.org/officeDocument/2006/relationships/image" Target="../media/image97.wmf"/><Relationship Id="rId14" Type="http://schemas.openxmlformats.org/officeDocument/2006/relationships/image" Target="../media/image10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4.wmf"/><Relationship Id="rId7" Type="http://schemas.openxmlformats.org/officeDocument/2006/relationships/image" Target="../media/image108.wmf"/><Relationship Id="rId2" Type="http://schemas.openxmlformats.org/officeDocument/2006/relationships/image" Target="../media/image103.wmf"/><Relationship Id="rId1" Type="http://schemas.openxmlformats.org/officeDocument/2006/relationships/image" Target="../media/image102.wmf"/><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image" Target="../media/image111.wmf"/><Relationship Id="rId7" Type="http://schemas.openxmlformats.org/officeDocument/2006/relationships/image" Target="../media/image115.wmf"/><Relationship Id="rId2" Type="http://schemas.openxmlformats.org/officeDocument/2006/relationships/image" Target="../media/image110.wmf"/><Relationship Id="rId1" Type="http://schemas.openxmlformats.org/officeDocument/2006/relationships/image" Target="../media/image109.wmf"/><Relationship Id="rId6" Type="http://schemas.openxmlformats.org/officeDocument/2006/relationships/image" Target="../media/image114.wmf"/><Relationship Id="rId5" Type="http://schemas.openxmlformats.org/officeDocument/2006/relationships/image" Target="../media/image113.wmf"/><Relationship Id="rId4" Type="http://schemas.openxmlformats.org/officeDocument/2006/relationships/image" Target="../media/image11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69.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image" Target="../media/image69.wmf"/><Relationship Id="rId3" Type="http://schemas.openxmlformats.org/officeDocument/2006/relationships/image" Target="../media/image121.wmf"/><Relationship Id="rId7" Type="http://schemas.openxmlformats.org/officeDocument/2006/relationships/image" Target="../media/image125.wmf"/><Relationship Id="rId12" Type="http://schemas.openxmlformats.org/officeDocument/2006/relationships/image" Target="../media/image130.w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124.wmf"/><Relationship Id="rId11" Type="http://schemas.openxmlformats.org/officeDocument/2006/relationships/image" Target="../media/image129.wmf"/><Relationship Id="rId5" Type="http://schemas.openxmlformats.org/officeDocument/2006/relationships/image" Target="../media/image123.wmf"/><Relationship Id="rId10" Type="http://schemas.openxmlformats.org/officeDocument/2006/relationships/image" Target="../media/image128.wmf"/><Relationship Id="rId4" Type="http://schemas.openxmlformats.org/officeDocument/2006/relationships/image" Target="../media/image122.wmf"/><Relationship Id="rId9" Type="http://schemas.openxmlformats.org/officeDocument/2006/relationships/image" Target="../media/image12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33.wmf"/><Relationship Id="rId7" Type="http://schemas.openxmlformats.org/officeDocument/2006/relationships/image" Target="../media/image137.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4.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image" Target="../media/image131.wmf"/><Relationship Id="rId7" Type="http://schemas.openxmlformats.org/officeDocument/2006/relationships/image" Target="../media/image143.wmf"/><Relationship Id="rId2" Type="http://schemas.openxmlformats.org/officeDocument/2006/relationships/image" Target="../media/image139.wmf"/><Relationship Id="rId1" Type="http://schemas.openxmlformats.org/officeDocument/2006/relationships/image" Target="../media/image138.wmf"/><Relationship Id="rId6" Type="http://schemas.openxmlformats.org/officeDocument/2006/relationships/image" Target="../media/image142.wmf"/><Relationship Id="rId5" Type="http://schemas.openxmlformats.org/officeDocument/2006/relationships/image" Target="../media/image141.wmf"/><Relationship Id="rId4" Type="http://schemas.openxmlformats.org/officeDocument/2006/relationships/image" Target="../media/image140.wmf"/><Relationship Id="rId9" Type="http://schemas.openxmlformats.org/officeDocument/2006/relationships/image" Target="../media/image14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 Id="rId4" Type="http://schemas.openxmlformats.org/officeDocument/2006/relationships/image" Target="../media/image151.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image" Target="../media/image165.wmf"/><Relationship Id="rId3" Type="http://schemas.openxmlformats.org/officeDocument/2006/relationships/image" Target="../media/image156.wmf"/><Relationship Id="rId7" Type="http://schemas.openxmlformats.org/officeDocument/2006/relationships/image" Target="../media/image159.wmf"/><Relationship Id="rId12" Type="http://schemas.openxmlformats.org/officeDocument/2006/relationships/image" Target="../media/image164.wmf"/><Relationship Id="rId2" Type="http://schemas.openxmlformats.org/officeDocument/2006/relationships/image" Target="../media/image155.wmf"/><Relationship Id="rId1" Type="http://schemas.openxmlformats.org/officeDocument/2006/relationships/image" Target="../media/image154.wmf"/><Relationship Id="rId6" Type="http://schemas.openxmlformats.org/officeDocument/2006/relationships/image" Target="../media/image151.wmf"/><Relationship Id="rId11" Type="http://schemas.openxmlformats.org/officeDocument/2006/relationships/image" Target="../media/image163.wmf"/><Relationship Id="rId5" Type="http://schemas.openxmlformats.org/officeDocument/2006/relationships/image" Target="../media/image158.wmf"/><Relationship Id="rId10" Type="http://schemas.openxmlformats.org/officeDocument/2006/relationships/image" Target="../media/image162.wmf"/><Relationship Id="rId4" Type="http://schemas.openxmlformats.org/officeDocument/2006/relationships/image" Target="../media/image157.wmf"/><Relationship Id="rId9" Type="http://schemas.openxmlformats.org/officeDocument/2006/relationships/image" Target="../media/image161.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73.wmf"/><Relationship Id="rId3" Type="http://schemas.openxmlformats.org/officeDocument/2006/relationships/image" Target="../media/image168.wmf"/><Relationship Id="rId7" Type="http://schemas.openxmlformats.org/officeDocument/2006/relationships/image" Target="../media/image172.wmf"/><Relationship Id="rId12" Type="http://schemas.openxmlformats.org/officeDocument/2006/relationships/image" Target="../media/image9.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11" Type="http://schemas.openxmlformats.org/officeDocument/2006/relationships/image" Target="../media/image151.wmf"/><Relationship Id="rId5" Type="http://schemas.openxmlformats.org/officeDocument/2006/relationships/image" Target="../media/image170.wmf"/><Relationship Id="rId10" Type="http://schemas.openxmlformats.org/officeDocument/2006/relationships/image" Target="../media/image175.wmf"/><Relationship Id="rId4" Type="http://schemas.openxmlformats.org/officeDocument/2006/relationships/image" Target="../media/image169.wmf"/><Relationship Id="rId9" Type="http://schemas.openxmlformats.org/officeDocument/2006/relationships/image" Target="../media/image17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82.wmf"/><Relationship Id="rId13" Type="http://schemas.openxmlformats.org/officeDocument/2006/relationships/image" Target="../media/image186.wmf"/><Relationship Id="rId3" Type="http://schemas.openxmlformats.org/officeDocument/2006/relationships/image" Target="../media/image178.wmf"/><Relationship Id="rId7" Type="http://schemas.openxmlformats.org/officeDocument/2006/relationships/image" Target="../media/image181.wmf"/><Relationship Id="rId12" Type="http://schemas.openxmlformats.org/officeDocument/2006/relationships/image" Target="../media/image185.wmf"/><Relationship Id="rId2" Type="http://schemas.openxmlformats.org/officeDocument/2006/relationships/image" Target="../media/image177.wmf"/><Relationship Id="rId1" Type="http://schemas.openxmlformats.org/officeDocument/2006/relationships/image" Target="../media/image176.wmf"/><Relationship Id="rId6" Type="http://schemas.openxmlformats.org/officeDocument/2006/relationships/image" Target="../media/image37.wmf"/><Relationship Id="rId11" Type="http://schemas.openxmlformats.org/officeDocument/2006/relationships/image" Target="../media/image184.wmf"/><Relationship Id="rId5" Type="http://schemas.openxmlformats.org/officeDocument/2006/relationships/image" Target="../media/image180.wmf"/><Relationship Id="rId15" Type="http://schemas.openxmlformats.org/officeDocument/2006/relationships/image" Target="../media/image15.wmf"/><Relationship Id="rId10" Type="http://schemas.openxmlformats.org/officeDocument/2006/relationships/image" Target="../media/image183.wmf"/><Relationship Id="rId4" Type="http://schemas.openxmlformats.org/officeDocument/2006/relationships/image" Target="../media/image179.wmf"/><Relationship Id="rId9" Type="http://schemas.openxmlformats.org/officeDocument/2006/relationships/image" Target="../media/image78.wmf"/><Relationship Id="rId14" Type="http://schemas.openxmlformats.org/officeDocument/2006/relationships/image" Target="../media/image18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image" Target="../media/image188.wmf"/><Relationship Id="rId1" Type="http://schemas.openxmlformats.org/officeDocument/2006/relationships/image" Target="../media/image8.wmf"/><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90.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00.wmf"/><Relationship Id="rId3" Type="http://schemas.openxmlformats.org/officeDocument/2006/relationships/image" Target="../media/image195.wmf"/><Relationship Id="rId7" Type="http://schemas.openxmlformats.org/officeDocument/2006/relationships/image" Target="../media/image199.wmf"/><Relationship Id="rId2" Type="http://schemas.openxmlformats.org/officeDocument/2006/relationships/image" Target="../media/image194.wmf"/><Relationship Id="rId1" Type="http://schemas.openxmlformats.org/officeDocument/2006/relationships/image" Target="../media/image193.wmf"/><Relationship Id="rId6" Type="http://schemas.openxmlformats.org/officeDocument/2006/relationships/image" Target="../media/image198.wmf"/><Relationship Id="rId11" Type="http://schemas.openxmlformats.org/officeDocument/2006/relationships/image" Target="../media/image203.wmf"/><Relationship Id="rId5" Type="http://schemas.openxmlformats.org/officeDocument/2006/relationships/image" Target="../media/image197.wmf"/><Relationship Id="rId10" Type="http://schemas.openxmlformats.org/officeDocument/2006/relationships/image" Target="../media/image202.wmf"/><Relationship Id="rId4" Type="http://schemas.openxmlformats.org/officeDocument/2006/relationships/image" Target="../media/image196.wmf"/><Relationship Id="rId9" Type="http://schemas.openxmlformats.org/officeDocument/2006/relationships/image" Target="../media/image201.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08.wmf"/><Relationship Id="rId13" Type="http://schemas.openxmlformats.org/officeDocument/2006/relationships/image" Target="../media/image201.wmf"/><Relationship Id="rId3" Type="http://schemas.openxmlformats.org/officeDocument/2006/relationships/image" Target="../media/image206.wmf"/><Relationship Id="rId7" Type="http://schemas.openxmlformats.org/officeDocument/2006/relationships/image" Target="../media/image77.wmf"/><Relationship Id="rId12" Type="http://schemas.openxmlformats.org/officeDocument/2006/relationships/image" Target="../media/image197.wmf"/><Relationship Id="rId17" Type="http://schemas.openxmlformats.org/officeDocument/2006/relationships/image" Target="../media/image189.wmf"/><Relationship Id="rId2" Type="http://schemas.openxmlformats.org/officeDocument/2006/relationships/image" Target="../media/image205.wmf"/><Relationship Id="rId16" Type="http://schemas.openxmlformats.org/officeDocument/2006/relationships/image" Target="../media/image188.wmf"/><Relationship Id="rId1" Type="http://schemas.openxmlformats.org/officeDocument/2006/relationships/image" Target="../media/image204.wmf"/><Relationship Id="rId6" Type="http://schemas.openxmlformats.org/officeDocument/2006/relationships/image" Target="../media/image203.wmf"/><Relationship Id="rId11" Type="http://schemas.openxmlformats.org/officeDocument/2006/relationships/image" Target="../media/image200.wmf"/><Relationship Id="rId5" Type="http://schemas.openxmlformats.org/officeDocument/2006/relationships/image" Target="../media/image202.wmf"/><Relationship Id="rId15" Type="http://schemas.openxmlformats.org/officeDocument/2006/relationships/image" Target="../media/image8.wmf"/><Relationship Id="rId10" Type="http://schemas.openxmlformats.org/officeDocument/2006/relationships/image" Target="../media/image199.wmf"/><Relationship Id="rId4" Type="http://schemas.openxmlformats.org/officeDocument/2006/relationships/image" Target="../media/image207.wmf"/><Relationship Id="rId9" Type="http://schemas.openxmlformats.org/officeDocument/2006/relationships/image" Target="../media/image209.wmf"/><Relationship Id="rId14" Type="http://schemas.openxmlformats.org/officeDocument/2006/relationships/image" Target="../media/image198.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17.wmf"/><Relationship Id="rId13" Type="http://schemas.openxmlformats.org/officeDocument/2006/relationships/image" Target="../media/image15.wmf"/><Relationship Id="rId3" Type="http://schemas.openxmlformats.org/officeDocument/2006/relationships/image" Target="../media/image212.wmf"/><Relationship Id="rId7" Type="http://schemas.openxmlformats.org/officeDocument/2006/relationships/image" Target="../media/image216.wmf"/><Relationship Id="rId12" Type="http://schemas.openxmlformats.org/officeDocument/2006/relationships/image" Target="../media/image220.wmf"/><Relationship Id="rId2" Type="http://schemas.openxmlformats.org/officeDocument/2006/relationships/image" Target="../media/image211.wmf"/><Relationship Id="rId1" Type="http://schemas.openxmlformats.org/officeDocument/2006/relationships/image" Target="../media/image210.wmf"/><Relationship Id="rId6" Type="http://schemas.openxmlformats.org/officeDocument/2006/relationships/image" Target="../media/image215.wmf"/><Relationship Id="rId11" Type="http://schemas.openxmlformats.org/officeDocument/2006/relationships/image" Target="../media/image207.wmf"/><Relationship Id="rId5" Type="http://schemas.openxmlformats.org/officeDocument/2006/relationships/image" Target="../media/image214.wmf"/><Relationship Id="rId10" Type="http://schemas.openxmlformats.org/officeDocument/2006/relationships/image" Target="../media/image219.wmf"/><Relationship Id="rId4" Type="http://schemas.openxmlformats.org/officeDocument/2006/relationships/image" Target="../media/image213.wmf"/><Relationship Id="rId9" Type="http://schemas.openxmlformats.org/officeDocument/2006/relationships/image" Target="../media/image218.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23.wmf"/><Relationship Id="rId7" Type="http://schemas.openxmlformats.org/officeDocument/2006/relationships/image" Target="../media/image220.wmf"/><Relationship Id="rId2" Type="http://schemas.openxmlformats.org/officeDocument/2006/relationships/image" Target="../media/image222.wmf"/><Relationship Id="rId1" Type="http://schemas.openxmlformats.org/officeDocument/2006/relationships/image" Target="../media/image221.wmf"/><Relationship Id="rId6" Type="http://schemas.openxmlformats.org/officeDocument/2006/relationships/image" Target="../media/image226.wmf"/><Relationship Id="rId5" Type="http://schemas.openxmlformats.org/officeDocument/2006/relationships/image" Target="../media/image225.wmf"/><Relationship Id="rId4" Type="http://schemas.openxmlformats.org/officeDocument/2006/relationships/image" Target="../media/image224.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image" Target="../media/image188.wmf"/><Relationship Id="rId1" Type="http://schemas.openxmlformats.org/officeDocument/2006/relationships/image" Target="../media/image8.wmf"/><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90.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34.wmf"/><Relationship Id="rId3" Type="http://schemas.openxmlformats.org/officeDocument/2006/relationships/image" Target="../media/image229.wmf"/><Relationship Id="rId7" Type="http://schemas.openxmlformats.org/officeDocument/2006/relationships/image" Target="../media/image233.wmf"/><Relationship Id="rId12" Type="http://schemas.openxmlformats.org/officeDocument/2006/relationships/image" Target="../media/image238.wmf"/><Relationship Id="rId2" Type="http://schemas.openxmlformats.org/officeDocument/2006/relationships/image" Target="../media/image228.wmf"/><Relationship Id="rId1" Type="http://schemas.openxmlformats.org/officeDocument/2006/relationships/image" Target="../media/image227.wmf"/><Relationship Id="rId6" Type="http://schemas.openxmlformats.org/officeDocument/2006/relationships/image" Target="../media/image232.wmf"/><Relationship Id="rId11" Type="http://schemas.openxmlformats.org/officeDocument/2006/relationships/image" Target="../media/image237.wmf"/><Relationship Id="rId5" Type="http://schemas.openxmlformats.org/officeDocument/2006/relationships/image" Target="../media/image231.wmf"/><Relationship Id="rId10" Type="http://schemas.openxmlformats.org/officeDocument/2006/relationships/image" Target="../media/image236.wmf"/><Relationship Id="rId4" Type="http://schemas.openxmlformats.org/officeDocument/2006/relationships/image" Target="../media/image230.wmf"/><Relationship Id="rId9" Type="http://schemas.openxmlformats.org/officeDocument/2006/relationships/image" Target="../media/image235.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24.wmf"/><Relationship Id="rId3" Type="http://schemas.openxmlformats.org/officeDocument/2006/relationships/image" Target="../media/image241.wmf"/><Relationship Id="rId7" Type="http://schemas.openxmlformats.org/officeDocument/2006/relationships/image" Target="../media/image225.wmf"/><Relationship Id="rId2" Type="http://schemas.openxmlformats.org/officeDocument/2006/relationships/image" Target="../media/image240.wmf"/><Relationship Id="rId1" Type="http://schemas.openxmlformats.org/officeDocument/2006/relationships/image" Target="../media/image239.wmf"/><Relationship Id="rId6" Type="http://schemas.openxmlformats.org/officeDocument/2006/relationships/image" Target="../media/image244.wmf"/><Relationship Id="rId5" Type="http://schemas.openxmlformats.org/officeDocument/2006/relationships/image" Target="../media/image243.wmf"/><Relationship Id="rId4" Type="http://schemas.openxmlformats.org/officeDocument/2006/relationships/image" Target="../media/image242.wmf"/><Relationship Id="rId9" Type="http://schemas.openxmlformats.org/officeDocument/2006/relationships/image" Target="../media/image245.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51.wmf"/><Relationship Id="rId3" Type="http://schemas.openxmlformats.org/officeDocument/2006/relationships/image" Target="../media/image248.wmf"/><Relationship Id="rId7" Type="http://schemas.openxmlformats.org/officeDocument/2006/relationships/image" Target="../media/image200.wmf"/><Relationship Id="rId2" Type="http://schemas.openxmlformats.org/officeDocument/2006/relationships/image" Target="../media/image247.wmf"/><Relationship Id="rId1" Type="http://schemas.openxmlformats.org/officeDocument/2006/relationships/image" Target="../media/image246.wmf"/><Relationship Id="rId6" Type="http://schemas.openxmlformats.org/officeDocument/2006/relationships/image" Target="../media/image250.wmf"/><Relationship Id="rId5" Type="http://schemas.openxmlformats.org/officeDocument/2006/relationships/image" Target="../media/image37.wmf"/><Relationship Id="rId4" Type="http://schemas.openxmlformats.org/officeDocument/2006/relationships/image" Target="../media/image249.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image" Target="../media/image263.wmf"/><Relationship Id="rId3" Type="http://schemas.openxmlformats.org/officeDocument/2006/relationships/image" Target="../media/image256.wmf"/><Relationship Id="rId7" Type="http://schemas.openxmlformats.org/officeDocument/2006/relationships/image" Target="../media/image260.wmf"/><Relationship Id="rId12" Type="http://schemas.openxmlformats.org/officeDocument/2006/relationships/image" Target="../media/image262.wmf"/><Relationship Id="rId2" Type="http://schemas.openxmlformats.org/officeDocument/2006/relationships/image" Target="../media/image255.wmf"/><Relationship Id="rId1" Type="http://schemas.openxmlformats.org/officeDocument/2006/relationships/image" Target="../media/image254.wmf"/><Relationship Id="rId6" Type="http://schemas.openxmlformats.org/officeDocument/2006/relationships/image" Target="../media/image259.wmf"/><Relationship Id="rId11" Type="http://schemas.openxmlformats.org/officeDocument/2006/relationships/image" Target="../media/image81.wmf"/><Relationship Id="rId5" Type="http://schemas.openxmlformats.org/officeDocument/2006/relationships/image" Target="../media/image258.wmf"/><Relationship Id="rId15" Type="http://schemas.openxmlformats.org/officeDocument/2006/relationships/image" Target="../media/image200.wmf"/><Relationship Id="rId10" Type="http://schemas.openxmlformats.org/officeDocument/2006/relationships/image" Target="../media/image261.wmf"/><Relationship Id="rId4" Type="http://schemas.openxmlformats.org/officeDocument/2006/relationships/image" Target="../media/image257.wmf"/><Relationship Id="rId9" Type="http://schemas.openxmlformats.org/officeDocument/2006/relationships/image" Target="../media/image85.wmf"/><Relationship Id="rId14" Type="http://schemas.openxmlformats.org/officeDocument/2006/relationships/image" Target="../media/image202.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image" Target="../media/image264.wmf"/><Relationship Id="rId7" Type="http://schemas.openxmlformats.org/officeDocument/2006/relationships/image" Target="../media/image266.wmf"/><Relationship Id="rId2" Type="http://schemas.openxmlformats.org/officeDocument/2006/relationships/image" Target="../media/image202.wmf"/><Relationship Id="rId1" Type="http://schemas.openxmlformats.org/officeDocument/2006/relationships/image" Target="../media/image198.wmf"/><Relationship Id="rId6" Type="http://schemas.openxmlformats.org/officeDocument/2006/relationships/image" Target="../media/image265.wmf"/><Relationship Id="rId11" Type="http://schemas.openxmlformats.org/officeDocument/2006/relationships/image" Target="../media/image256.wmf"/><Relationship Id="rId5" Type="http://schemas.openxmlformats.org/officeDocument/2006/relationships/image" Target="../media/image184.wmf"/><Relationship Id="rId10" Type="http://schemas.openxmlformats.org/officeDocument/2006/relationships/image" Target="../media/image259.wmf"/><Relationship Id="rId4" Type="http://schemas.openxmlformats.org/officeDocument/2006/relationships/image" Target="../media/image200.wmf"/><Relationship Id="rId9" Type="http://schemas.openxmlformats.org/officeDocument/2006/relationships/image" Target="../media/image268.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72.wmf"/><Relationship Id="rId13" Type="http://schemas.openxmlformats.org/officeDocument/2006/relationships/image" Target="../media/image260.wmf"/><Relationship Id="rId3" Type="http://schemas.openxmlformats.org/officeDocument/2006/relationships/image" Target="../media/image270.wmf"/><Relationship Id="rId7" Type="http://schemas.openxmlformats.org/officeDocument/2006/relationships/image" Target="../media/image266.wmf"/><Relationship Id="rId12" Type="http://schemas.openxmlformats.org/officeDocument/2006/relationships/image" Target="../media/image274.wmf"/><Relationship Id="rId2" Type="http://schemas.openxmlformats.org/officeDocument/2006/relationships/image" Target="../media/image256.wmf"/><Relationship Id="rId1" Type="http://schemas.openxmlformats.org/officeDocument/2006/relationships/image" Target="../media/image269.wmf"/><Relationship Id="rId6" Type="http://schemas.openxmlformats.org/officeDocument/2006/relationships/image" Target="../media/image271.wmf"/><Relationship Id="rId11" Type="http://schemas.openxmlformats.org/officeDocument/2006/relationships/image" Target="../media/image267.wmf"/><Relationship Id="rId5" Type="http://schemas.openxmlformats.org/officeDocument/2006/relationships/image" Target="../media/image82.wmf"/><Relationship Id="rId10" Type="http://schemas.openxmlformats.org/officeDocument/2006/relationships/image" Target="../media/image199.wmf"/><Relationship Id="rId4" Type="http://schemas.openxmlformats.org/officeDocument/2006/relationships/image" Target="../media/image85.wmf"/><Relationship Id="rId9" Type="http://schemas.openxmlformats.org/officeDocument/2006/relationships/image" Target="../media/image273.wmf"/><Relationship Id="rId14" Type="http://schemas.openxmlformats.org/officeDocument/2006/relationships/image" Target="../media/image275.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277.wmf"/><Relationship Id="rId1" Type="http://schemas.openxmlformats.org/officeDocument/2006/relationships/image" Target="../media/image276.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84.wmf"/><Relationship Id="rId13" Type="http://schemas.openxmlformats.org/officeDocument/2006/relationships/image" Target="../media/image82.wmf"/><Relationship Id="rId3" Type="http://schemas.openxmlformats.org/officeDocument/2006/relationships/image" Target="../media/image279.wmf"/><Relationship Id="rId7" Type="http://schemas.openxmlformats.org/officeDocument/2006/relationships/image" Target="../media/image283.wmf"/><Relationship Id="rId12" Type="http://schemas.openxmlformats.org/officeDocument/2006/relationships/image" Target="../media/image63.wmf"/><Relationship Id="rId2" Type="http://schemas.openxmlformats.org/officeDocument/2006/relationships/image" Target="../media/image37.wmf"/><Relationship Id="rId1" Type="http://schemas.openxmlformats.org/officeDocument/2006/relationships/image" Target="../media/image278.wmf"/><Relationship Id="rId6" Type="http://schemas.openxmlformats.org/officeDocument/2006/relationships/image" Target="../media/image282.wmf"/><Relationship Id="rId11" Type="http://schemas.openxmlformats.org/officeDocument/2006/relationships/image" Target="../media/image285.wmf"/><Relationship Id="rId5" Type="http://schemas.openxmlformats.org/officeDocument/2006/relationships/image" Target="../media/image281.wmf"/><Relationship Id="rId10" Type="http://schemas.openxmlformats.org/officeDocument/2006/relationships/image" Target="../media/image69.wmf"/><Relationship Id="rId4" Type="http://schemas.openxmlformats.org/officeDocument/2006/relationships/image" Target="../media/image280.wmf"/><Relationship Id="rId9" Type="http://schemas.openxmlformats.org/officeDocument/2006/relationships/image" Target="../media/image48.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88.wmf"/><Relationship Id="rId2" Type="http://schemas.openxmlformats.org/officeDocument/2006/relationships/image" Target="../media/image287.wmf"/><Relationship Id="rId1" Type="http://schemas.openxmlformats.org/officeDocument/2006/relationships/image" Target="../media/image286.wmf"/><Relationship Id="rId6" Type="http://schemas.openxmlformats.org/officeDocument/2006/relationships/image" Target="../media/image291.png"/><Relationship Id="rId5" Type="http://schemas.openxmlformats.org/officeDocument/2006/relationships/image" Target="../media/image290.wmf"/><Relationship Id="rId4" Type="http://schemas.openxmlformats.org/officeDocument/2006/relationships/image" Target="../media/image289.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94.wmf"/><Relationship Id="rId7" Type="http://schemas.openxmlformats.org/officeDocument/2006/relationships/image" Target="../media/image298.wmf"/><Relationship Id="rId2" Type="http://schemas.openxmlformats.org/officeDocument/2006/relationships/image" Target="../media/image293.wmf"/><Relationship Id="rId1" Type="http://schemas.openxmlformats.org/officeDocument/2006/relationships/image" Target="../media/image292.wmf"/><Relationship Id="rId6" Type="http://schemas.openxmlformats.org/officeDocument/2006/relationships/image" Target="../media/image297.wmf"/><Relationship Id="rId5" Type="http://schemas.openxmlformats.org/officeDocument/2006/relationships/image" Target="../media/image296.wmf"/><Relationship Id="rId4" Type="http://schemas.openxmlformats.org/officeDocument/2006/relationships/image" Target="../media/image295.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306.wmf"/><Relationship Id="rId3" Type="http://schemas.openxmlformats.org/officeDocument/2006/relationships/image" Target="../media/image301.wmf"/><Relationship Id="rId7" Type="http://schemas.openxmlformats.org/officeDocument/2006/relationships/image" Target="../media/image305.wmf"/><Relationship Id="rId2" Type="http://schemas.openxmlformats.org/officeDocument/2006/relationships/image" Target="../media/image300.wmf"/><Relationship Id="rId1" Type="http://schemas.openxmlformats.org/officeDocument/2006/relationships/image" Target="../media/image299.wmf"/><Relationship Id="rId6" Type="http://schemas.openxmlformats.org/officeDocument/2006/relationships/image" Target="../media/image304.wmf"/><Relationship Id="rId5" Type="http://schemas.openxmlformats.org/officeDocument/2006/relationships/image" Target="../media/image303.wmf"/><Relationship Id="rId10" Type="http://schemas.openxmlformats.org/officeDocument/2006/relationships/image" Target="../media/image308.png"/><Relationship Id="rId4" Type="http://schemas.openxmlformats.org/officeDocument/2006/relationships/image" Target="../media/image302.wmf"/><Relationship Id="rId9" Type="http://schemas.openxmlformats.org/officeDocument/2006/relationships/image" Target="../media/image307.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310.wmf"/><Relationship Id="rId2" Type="http://schemas.openxmlformats.org/officeDocument/2006/relationships/image" Target="../media/image48.wmf"/><Relationship Id="rId1" Type="http://schemas.openxmlformats.org/officeDocument/2006/relationships/image" Target="../media/image309.png"/><Relationship Id="rId4" Type="http://schemas.openxmlformats.org/officeDocument/2006/relationships/image" Target="../media/image311.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313.wmf"/><Relationship Id="rId2" Type="http://schemas.openxmlformats.org/officeDocument/2006/relationships/image" Target="../media/image312.wmf"/><Relationship Id="rId1" Type="http://schemas.openxmlformats.org/officeDocument/2006/relationships/image" Target="../media/image299.wmf"/><Relationship Id="rId6" Type="http://schemas.openxmlformats.org/officeDocument/2006/relationships/image" Target="../media/image314.wmf"/><Relationship Id="rId5" Type="http://schemas.openxmlformats.org/officeDocument/2006/relationships/image" Target="../media/image306.wmf"/><Relationship Id="rId4" Type="http://schemas.openxmlformats.org/officeDocument/2006/relationships/image" Target="../media/image305.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15.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320.wmf"/><Relationship Id="rId7" Type="http://schemas.openxmlformats.org/officeDocument/2006/relationships/image" Target="../media/image324.wmf"/><Relationship Id="rId2" Type="http://schemas.openxmlformats.org/officeDocument/2006/relationships/image" Target="../media/image319.wmf"/><Relationship Id="rId1" Type="http://schemas.openxmlformats.org/officeDocument/2006/relationships/image" Target="../media/image318.wmf"/><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328.wmf"/><Relationship Id="rId2" Type="http://schemas.openxmlformats.org/officeDocument/2006/relationships/image" Target="../media/image327.wmf"/><Relationship Id="rId1" Type="http://schemas.openxmlformats.org/officeDocument/2006/relationships/image" Target="../media/image326.wmf"/><Relationship Id="rId6" Type="http://schemas.openxmlformats.org/officeDocument/2006/relationships/image" Target="../media/image331.wmf"/><Relationship Id="rId5" Type="http://schemas.openxmlformats.org/officeDocument/2006/relationships/image" Target="../media/image330.wmf"/><Relationship Id="rId4" Type="http://schemas.openxmlformats.org/officeDocument/2006/relationships/image" Target="../media/image329.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image" Target="../media/image344.wmf"/><Relationship Id="rId3" Type="http://schemas.openxmlformats.org/officeDocument/2006/relationships/image" Target="../media/image335.wmf"/><Relationship Id="rId7" Type="http://schemas.openxmlformats.org/officeDocument/2006/relationships/image" Target="../media/image339.wmf"/><Relationship Id="rId12" Type="http://schemas.openxmlformats.org/officeDocument/2006/relationships/image" Target="../media/image343.wmf"/><Relationship Id="rId2" Type="http://schemas.openxmlformats.org/officeDocument/2006/relationships/image" Target="../media/image334.wmf"/><Relationship Id="rId1" Type="http://schemas.openxmlformats.org/officeDocument/2006/relationships/image" Target="../media/image333.wmf"/><Relationship Id="rId6" Type="http://schemas.openxmlformats.org/officeDocument/2006/relationships/image" Target="../media/image338.wmf"/><Relationship Id="rId11" Type="http://schemas.openxmlformats.org/officeDocument/2006/relationships/image" Target="../media/image342.wmf"/><Relationship Id="rId5" Type="http://schemas.openxmlformats.org/officeDocument/2006/relationships/image" Target="../media/image337.wmf"/><Relationship Id="rId15" Type="http://schemas.openxmlformats.org/officeDocument/2006/relationships/image" Target="../media/image345.wmf"/><Relationship Id="rId10" Type="http://schemas.openxmlformats.org/officeDocument/2006/relationships/image" Target="../media/image341.wmf"/><Relationship Id="rId4" Type="http://schemas.openxmlformats.org/officeDocument/2006/relationships/image" Target="../media/image336.wmf"/><Relationship Id="rId9" Type="http://schemas.openxmlformats.org/officeDocument/2006/relationships/image" Target="../media/image340.wmf"/><Relationship Id="rId14" Type="http://schemas.openxmlformats.org/officeDocument/2006/relationships/image" Target="../media/image15.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353.wmf"/><Relationship Id="rId13" Type="http://schemas.openxmlformats.org/officeDocument/2006/relationships/image" Target="../media/image356.wmf"/><Relationship Id="rId3" Type="http://schemas.openxmlformats.org/officeDocument/2006/relationships/image" Target="../media/image348.wmf"/><Relationship Id="rId7" Type="http://schemas.openxmlformats.org/officeDocument/2006/relationships/image" Target="../media/image352.wmf"/><Relationship Id="rId12" Type="http://schemas.openxmlformats.org/officeDocument/2006/relationships/image" Target="../media/image86.wmf"/><Relationship Id="rId2" Type="http://schemas.openxmlformats.org/officeDocument/2006/relationships/image" Target="../media/image347.wmf"/><Relationship Id="rId1" Type="http://schemas.openxmlformats.org/officeDocument/2006/relationships/image" Target="../media/image346.wmf"/><Relationship Id="rId6" Type="http://schemas.openxmlformats.org/officeDocument/2006/relationships/image" Target="../media/image351.wmf"/><Relationship Id="rId11" Type="http://schemas.openxmlformats.org/officeDocument/2006/relationships/image" Target="../media/image355.wmf"/><Relationship Id="rId5" Type="http://schemas.openxmlformats.org/officeDocument/2006/relationships/image" Target="../media/image350.wmf"/><Relationship Id="rId10" Type="http://schemas.openxmlformats.org/officeDocument/2006/relationships/image" Target="../media/image354.wmf"/><Relationship Id="rId4" Type="http://schemas.openxmlformats.org/officeDocument/2006/relationships/image" Target="../media/image349.wmf"/><Relationship Id="rId9" Type="http://schemas.openxmlformats.org/officeDocument/2006/relationships/image" Target="../media/image342.wmf"/><Relationship Id="rId14" Type="http://schemas.openxmlformats.org/officeDocument/2006/relationships/image" Target="../media/image357.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365.wmf"/><Relationship Id="rId13" Type="http://schemas.openxmlformats.org/officeDocument/2006/relationships/image" Target="../media/image369.wmf"/><Relationship Id="rId3" Type="http://schemas.openxmlformats.org/officeDocument/2006/relationships/image" Target="../media/image360.wmf"/><Relationship Id="rId7" Type="http://schemas.openxmlformats.org/officeDocument/2006/relationships/image" Target="../media/image364.wmf"/><Relationship Id="rId12" Type="http://schemas.openxmlformats.org/officeDocument/2006/relationships/image" Target="../media/image368.wmf"/><Relationship Id="rId17" Type="http://schemas.openxmlformats.org/officeDocument/2006/relationships/image" Target="../media/image373.wmf"/><Relationship Id="rId2" Type="http://schemas.openxmlformats.org/officeDocument/2006/relationships/image" Target="../media/image359.wmf"/><Relationship Id="rId16" Type="http://schemas.openxmlformats.org/officeDocument/2006/relationships/image" Target="../media/image372.wmf"/><Relationship Id="rId1" Type="http://schemas.openxmlformats.org/officeDocument/2006/relationships/image" Target="../media/image358.wmf"/><Relationship Id="rId6" Type="http://schemas.openxmlformats.org/officeDocument/2006/relationships/image" Target="../media/image363.wmf"/><Relationship Id="rId11" Type="http://schemas.openxmlformats.org/officeDocument/2006/relationships/image" Target="../media/image367.wmf"/><Relationship Id="rId5" Type="http://schemas.openxmlformats.org/officeDocument/2006/relationships/image" Target="../media/image362.wmf"/><Relationship Id="rId15" Type="http://schemas.openxmlformats.org/officeDocument/2006/relationships/image" Target="../media/image371.wmf"/><Relationship Id="rId10" Type="http://schemas.openxmlformats.org/officeDocument/2006/relationships/image" Target="../media/image356.wmf"/><Relationship Id="rId4" Type="http://schemas.openxmlformats.org/officeDocument/2006/relationships/image" Target="../media/image361.wmf"/><Relationship Id="rId9" Type="http://schemas.openxmlformats.org/officeDocument/2006/relationships/image" Target="../media/image366.wmf"/><Relationship Id="rId14" Type="http://schemas.openxmlformats.org/officeDocument/2006/relationships/image" Target="../media/image370.w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378.wmf"/><Relationship Id="rId3" Type="http://schemas.openxmlformats.org/officeDocument/2006/relationships/image" Target="../media/image52.wmf"/><Relationship Id="rId7" Type="http://schemas.openxmlformats.org/officeDocument/2006/relationships/image" Target="../media/image377.wmf"/><Relationship Id="rId2" Type="http://schemas.openxmlformats.org/officeDocument/2006/relationships/image" Target="../media/image375.wmf"/><Relationship Id="rId1" Type="http://schemas.openxmlformats.org/officeDocument/2006/relationships/image" Target="../media/image374.wmf"/><Relationship Id="rId6" Type="http://schemas.openxmlformats.org/officeDocument/2006/relationships/image" Target="../media/image376.wmf"/><Relationship Id="rId11" Type="http://schemas.openxmlformats.org/officeDocument/2006/relationships/image" Target="../media/image380.wmf"/><Relationship Id="rId5" Type="http://schemas.openxmlformats.org/officeDocument/2006/relationships/image" Target="../media/image371.wmf"/><Relationship Id="rId10" Type="http://schemas.openxmlformats.org/officeDocument/2006/relationships/image" Target="../media/image369.wmf"/><Relationship Id="rId4" Type="http://schemas.openxmlformats.org/officeDocument/2006/relationships/image" Target="../media/image370.wmf"/><Relationship Id="rId9" Type="http://schemas.openxmlformats.org/officeDocument/2006/relationships/image" Target="../media/image379.wmf"/></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385.wmf"/><Relationship Id="rId13" Type="http://schemas.openxmlformats.org/officeDocument/2006/relationships/image" Target="../media/image390.wmf"/><Relationship Id="rId3" Type="http://schemas.openxmlformats.org/officeDocument/2006/relationships/image" Target="../media/image383.wmf"/><Relationship Id="rId7" Type="http://schemas.openxmlformats.org/officeDocument/2006/relationships/image" Target="../media/image44.wmf"/><Relationship Id="rId12" Type="http://schemas.openxmlformats.org/officeDocument/2006/relationships/image" Target="../media/image389.wmf"/><Relationship Id="rId2" Type="http://schemas.openxmlformats.org/officeDocument/2006/relationships/image" Target="../media/image382.wmf"/><Relationship Id="rId1" Type="http://schemas.openxmlformats.org/officeDocument/2006/relationships/image" Target="../media/image381.wmf"/><Relationship Id="rId6" Type="http://schemas.openxmlformats.org/officeDocument/2006/relationships/image" Target="../media/image265.wmf"/><Relationship Id="rId11" Type="http://schemas.openxmlformats.org/officeDocument/2006/relationships/image" Target="../media/image388.wmf"/><Relationship Id="rId5" Type="http://schemas.openxmlformats.org/officeDocument/2006/relationships/image" Target="../media/image198.wmf"/><Relationship Id="rId15" Type="http://schemas.openxmlformats.org/officeDocument/2006/relationships/image" Target="../media/image391.wmf"/><Relationship Id="rId10" Type="http://schemas.openxmlformats.org/officeDocument/2006/relationships/image" Target="../media/image387.wmf"/><Relationship Id="rId4" Type="http://schemas.openxmlformats.org/officeDocument/2006/relationships/image" Target="../media/image384.wmf"/><Relationship Id="rId9" Type="http://schemas.openxmlformats.org/officeDocument/2006/relationships/image" Target="../media/image386.wmf"/><Relationship Id="rId14" Type="http://schemas.openxmlformats.org/officeDocument/2006/relationships/image" Target="../media/image202.wmf"/></Relationships>
</file>

<file path=ppt/drawings/_rels/vmlDrawing53.vml.rels><?xml version="1.0" encoding="UTF-8" standalone="yes"?>
<Relationships xmlns="http://schemas.openxmlformats.org/package/2006/relationships"><Relationship Id="rId8" Type="http://schemas.openxmlformats.org/officeDocument/2006/relationships/image" Target="../media/image390.wmf"/><Relationship Id="rId13" Type="http://schemas.openxmlformats.org/officeDocument/2006/relationships/image" Target="../media/image198.wmf"/><Relationship Id="rId18" Type="http://schemas.openxmlformats.org/officeDocument/2006/relationships/image" Target="../media/image398.wmf"/><Relationship Id="rId3" Type="http://schemas.openxmlformats.org/officeDocument/2006/relationships/image" Target="../media/image394.wmf"/><Relationship Id="rId7" Type="http://schemas.openxmlformats.org/officeDocument/2006/relationships/image" Target="../media/image389.wmf"/><Relationship Id="rId12" Type="http://schemas.openxmlformats.org/officeDocument/2006/relationships/image" Target="../media/image391.wmf"/><Relationship Id="rId17" Type="http://schemas.openxmlformats.org/officeDocument/2006/relationships/image" Target="../media/image383.wmf"/><Relationship Id="rId2" Type="http://schemas.openxmlformats.org/officeDocument/2006/relationships/image" Target="../media/image393.wmf"/><Relationship Id="rId16" Type="http://schemas.openxmlformats.org/officeDocument/2006/relationships/image" Target="../media/image397.wmf"/><Relationship Id="rId1" Type="http://schemas.openxmlformats.org/officeDocument/2006/relationships/image" Target="../media/image392.wmf"/><Relationship Id="rId6" Type="http://schemas.openxmlformats.org/officeDocument/2006/relationships/image" Target="../media/image396.wmf"/><Relationship Id="rId11" Type="http://schemas.openxmlformats.org/officeDocument/2006/relationships/image" Target="../media/image44.wmf"/><Relationship Id="rId5" Type="http://schemas.openxmlformats.org/officeDocument/2006/relationships/image" Target="../media/image48.wmf"/><Relationship Id="rId15" Type="http://schemas.openxmlformats.org/officeDocument/2006/relationships/image" Target="../media/image387.wmf"/><Relationship Id="rId10" Type="http://schemas.openxmlformats.org/officeDocument/2006/relationships/image" Target="../media/image202.wmf"/><Relationship Id="rId4" Type="http://schemas.openxmlformats.org/officeDocument/2006/relationships/image" Target="../media/image395.wmf"/><Relationship Id="rId9" Type="http://schemas.openxmlformats.org/officeDocument/2006/relationships/image" Target="../media/image386.wmf"/><Relationship Id="rId14" Type="http://schemas.openxmlformats.org/officeDocument/2006/relationships/image" Target="../media/image385.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406.wmf"/><Relationship Id="rId13" Type="http://schemas.openxmlformats.org/officeDocument/2006/relationships/image" Target="../media/image410.wmf"/><Relationship Id="rId3" Type="http://schemas.openxmlformats.org/officeDocument/2006/relationships/image" Target="../media/image401.wmf"/><Relationship Id="rId7" Type="http://schemas.openxmlformats.org/officeDocument/2006/relationships/image" Target="../media/image405.wmf"/><Relationship Id="rId12" Type="http://schemas.openxmlformats.org/officeDocument/2006/relationships/image" Target="../media/image355.wmf"/><Relationship Id="rId2" Type="http://schemas.openxmlformats.org/officeDocument/2006/relationships/image" Target="../media/image400.wmf"/><Relationship Id="rId1" Type="http://schemas.openxmlformats.org/officeDocument/2006/relationships/image" Target="../media/image399.wmf"/><Relationship Id="rId6" Type="http://schemas.openxmlformats.org/officeDocument/2006/relationships/image" Target="../media/image404.wmf"/><Relationship Id="rId11" Type="http://schemas.openxmlformats.org/officeDocument/2006/relationships/image" Target="../media/image409.wmf"/><Relationship Id="rId5" Type="http://schemas.openxmlformats.org/officeDocument/2006/relationships/image" Target="../media/image403.wmf"/><Relationship Id="rId15" Type="http://schemas.openxmlformats.org/officeDocument/2006/relationships/image" Target="../media/image356.wmf"/><Relationship Id="rId10" Type="http://schemas.openxmlformats.org/officeDocument/2006/relationships/image" Target="../media/image408.wmf"/><Relationship Id="rId4" Type="http://schemas.openxmlformats.org/officeDocument/2006/relationships/image" Target="../media/image402.wmf"/><Relationship Id="rId9" Type="http://schemas.openxmlformats.org/officeDocument/2006/relationships/image" Target="../media/image407.wmf"/><Relationship Id="rId14" Type="http://schemas.openxmlformats.org/officeDocument/2006/relationships/image" Target="../media/image48.w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356.wmf"/><Relationship Id="rId13" Type="http://schemas.openxmlformats.org/officeDocument/2006/relationships/image" Target="../media/image409.wmf"/><Relationship Id="rId3" Type="http://schemas.openxmlformats.org/officeDocument/2006/relationships/image" Target="../media/image399.wmf"/><Relationship Id="rId7" Type="http://schemas.openxmlformats.org/officeDocument/2006/relationships/image" Target="../media/image410.wmf"/><Relationship Id="rId12" Type="http://schemas.openxmlformats.org/officeDocument/2006/relationships/image" Target="../media/image408.wmf"/><Relationship Id="rId2" Type="http://schemas.openxmlformats.org/officeDocument/2006/relationships/image" Target="../media/image412.wmf"/><Relationship Id="rId1" Type="http://schemas.openxmlformats.org/officeDocument/2006/relationships/image" Target="../media/image411.wmf"/><Relationship Id="rId6" Type="http://schemas.openxmlformats.org/officeDocument/2006/relationships/image" Target="../media/image48.wmf"/><Relationship Id="rId11" Type="http://schemas.openxmlformats.org/officeDocument/2006/relationships/image" Target="../media/image406.wmf"/><Relationship Id="rId5" Type="http://schemas.openxmlformats.org/officeDocument/2006/relationships/image" Target="../media/image414.wmf"/><Relationship Id="rId10" Type="http://schemas.openxmlformats.org/officeDocument/2006/relationships/image" Target="../media/image405.wmf"/><Relationship Id="rId4" Type="http://schemas.openxmlformats.org/officeDocument/2006/relationships/image" Target="../media/image413.wmf"/><Relationship Id="rId9" Type="http://schemas.openxmlformats.org/officeDocument/2006/relationships/image" Target="../media/image355.wmf"/><Relationship Id="rId14" Type="http://schemas.openxmlformats.org/officeDocument/2006/relationships/image" Target="../media/image407.wmf"/></Relationships>
</file>

<file path=ppt/drawings/_rels/vmlDrawing56.vml.rels><?xml version="1.0" encoding="UTF-8" standalone="yes"?>
<Relationships xmlns="http://schemas.openxmlformats.org/package/2006/relationships"><Relationship Id="rId8" Type="http://schemas.openxmlformats.org/officeDocument/2006/relationships/image" Target="../media/image422.wmf"/><Relationship Id="rId3" Type="http://schemas.openxmlformats.org/officeDocument/2006/relationships/image" Target="../media/image417.wmf"/><Relationship Id="rId7" Type="http://schemas.openxmlformats.org/officeDocument/2006/relationships/image" Target="../media/image421.wmf"/><Relationship Id="rId2" Type="http://schemas.openxmlformats.org/officeDocument/2006/relationships/image" Target="../media/image416.wmf"/><Relationship Id="rId1" Type="http://schemas.openxmlformats.org/officeDocument/2006/relationships/image" Target="../media/image415.wmf"/><Relationship Id="rId6" Type="http://schemas.openxmlformats.org/officeDocument/2006/relationships/image" Target="../media/image420.wmf"/><Relationship Id="rId5" Type="http://schemas.openxmlformats.org/officeDocument/2006/relationships/image" Target="../media/image419.wmf"/><Relationship Id="rId4" Type="http://schemas.openxmlformats.org/officeDocument/2006/relationships/image" Target="../media/image418.wmf"/><Relationship Id="rId9" Type="http://schemas.openxmlformats.org/officeDocument/2006/relationships/image" Target="../media/image423.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426.wmf"/><Relationship Id="rId2" Type="http://schemas.openxmlformats.org/officeDocument/2006/relationships/image" Target="../media/image425.wmf"/><Relationship Id="rId1" Type="http://schemas.openxmlformats.org/officeDocument/2006/relationships/image" Target="../media/image424.wmf"/><Relationship Id="rId6" Type="http://schemas.openxmlformats.org/officeDocument/2006/relationships/image" Target="../media/image428.wmf"/><Relationship Id="rId5" Type="http://schemas.openxmlformats.org/officeDocument/2006/relationships/image" Target="../media/image15.wmf"/><Relationship Id="rId4" Type="http://schemas.openxmlformats.org/officeDocument/2006/relationships/image" Target="../media/image427.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431.wmf"/><Relationship Id="rId2" Type="http://schemas.openxmlformats.org/officeDocument/2006/relationships/image" Target="../media/image430.wmf"/><Relationship Id="rId1" Type="http://schemas.openxmlformats.org/officeDocument/2006/relationships/image" Target="../media/image429.wmf"/><Relationship Id="rId4" Type="http://schemas.openxmlformats.org/officeDocument/2006/relationships/image" Target="../media/image432.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435.wmf"/><Relationship Id="rId2" Type="http://schemas.openxmlformats.org/officeDocument/2006/relationships/image" Target="../media/image434.wmf"/><Relationship Id="rId1" Type="http://schemas.openxmlformats.org/officeDocument/2006/relationships/image" Target="../media/image433.wmf"/><Relationship Id="rId5" Type="http://schemas.openxmlformats.org/officeDocument/2006/relationships/image" Target="../media/image437.wmf"/><Relationship Id="rId4" Type="http://schemas.openxmlformats.org/officeDocument/2006/relationships/image" Target="../media/image436.wmf"/></Relationships>
</file>

<file path=ppt/drawings/_rels/vmlDrawing60.vml.rels><?xml version="1.0" encoding="UTF-8" standalone="yes"?>
<Relationships xmlns="http://schemas.openxmlformats.org/package/2006/relationships"><Relationship Id="rId8" Type="http://schemas.openxmlformats.org/officeDocument/2006/relationships/image" Target="../media/image445.wmf"/><Relationship Id="rId3" Type="http://schemas.openxmlformats.org/officeDocument/2006/relationships/image" Target="../media/image440.wmf"/><Relationship Id="rId7" Type="http://schemas.openxmlformats.org/officeDocument/2006/relationships/image" Target="../media/image444.wmf"/><Relationship Id="rId12" Type="http://schemas.openxmlformats.org/officeDocument/2006/relationships/image" Target="../media/image448.wmf"/><Relationship Id="rId2" Type="http://schemas.openxmlformats.org/officeDocument/2006/relationships/image" Target="../media/image439.wmf"/><Relationship Id="rId1" Type="http://schemas.openxmlformats.org/officeDocument/2006/relationships/image" Target="../media/image438.wmf"/><Relationship Id="rId6" Type="http://schemas.openxmlformats.org/officeDocument/2006/relationships/image" Target="../media/image443.wmf"/><Relationship Id="rId11" Type="http://schemas.openxmlformats.org/officeDocument/2006/relationships/image" Target="../media/image447.wmf"/><Relationship Id="rId5" Type="http://schemas.openxmlformats.org/officeDocument/2006/relationships/image" Target="../media/image442.wmf"/><Relationship Id="rId10" Type="http://schemas.openxmlformats.org/officeDocument/2006/relationships/image" Target="../media/image435.wmf"/><Relationship Id="rId4" Type="http://schemas.openxmlformats.org/officeDocument/2006/relationships/image" Target="../media/image441.wmf"/><Relationship Id="rId9" Type="http://schemas.openxmlformats.org/officeDocument/2006/relationships/image" Target="../media/image446.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438.wmf"/><Relationship Id="rId2" Type="http://schemas.openxmlformats.org/officeDocument/2006/relationships/image" Target="../media/image450.wmf"/><Relationship Id="rId1" Type="http://schemas.openxmlformats.org/officeDocument/2006/relationships/image" Target="../media/image449.wmf"/><Relationship Id="rId4" Type="http://schemas.openxmlformats.org/officeDocument/2006/relationships/image" Target="../media/image451.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454.wmf"/><Relationship Id="rId7" Type="http://schemas.openxmlformats.org/officeDocument/2006/relationships/image" Target="../media/image437.wmf"/><Relationship Id="rId2" Type="http://schemas.openxmlformats.org/officeDocument/2006/relationships/image" Target="../media/image453.wmf"/><Relationship Id="rId1" Type="http://schemas.openxmlformats.org/officeDocument/2006/relationships/image" Target="../media/image452.wmf"/><Relationship Id="rId6" Type="http://schemas.openxmlformats.org/officeDocument/2006/relationships/image" Target="../media/image457.wmf"/><Relationship Id="rId5" Type="http://schemas.openxmlformats.org/officeDocument/2006/relationships/image" Target="../media/image456.wmf"/><Relationship Id="rId4" Type="http://schemas.openxmlformats.org/officeDocument/2006/relationships/image" Target="../media/image455.wmf"/></Relationships>
</file>

<file path=ppt/drawings/_rels/vmlDrawing63.vml.rels><?xml version="1.0" encoding="UTF-8" standalone="yes"?>
<Relationships xmlns="http://schemas.openxmlformats.org/package/2006/relationships"><Relationship Id="rId8" Type="http://schemas.openxmlformats.org/officeDocument/2006/relationships/image" Target="../media/image454.wmf"/><Relationship Id="rId3" Type="http://schemas.openxmlformats.org/officeDocument/2006/relationships/image" Target="../media/image460.wmf"/><Relationship Id="rId7" Type="http://schemas.openxmlformats.org/officeDocument/2006/relationships/image" Target="../media/image437.wmf"/><Relationship Id="rId2" Type="http://schemas.openxmlformats.org/officeDocument/2006/relationships/image" Target="../media/image459.wmf"/><Relationship Id="rId1" Type="http://schemas.openxmlformats.org/officeDocument/2006/relationships/image" Target="../media/image458.wmf"/><Relationship Id="rId6" Type="http://schemas.openxmlformats.org/officeDocument/2006/relationships/image" Target="../media/image463.wmf"/><Relationship Id="rId5" Type="http://schemas.openxmlformats.org/officeDocument/2006/relationships/image" Target="../media/image462.wmf"/><Relationship Id="rId4" Type="http://schemas.openxmlformats.org/officeDocument/2006/relationships/image" Target="../media/image461.wmf"/><Relationship Id="rId9" Type="http://schemas.openxmlformats.org/officeDocument/2006/relationships/image" Target="../media/image464.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471.wmf"/><Relationship Id="rId3" Type="http://schemas.openxmlformats.org/officeDocument/2006/relationships/image" Target="../media/image467.wmf"/><Relationship Id="rId7" Type="http://schemas.openxmlformats.org/officeDocument/2006/relationships/image" Target="../media/image470.wmf"/><Relationship Id="rId2" Type="http://schemas.openxmlformats.org/officeDocument/2006/relationships/image" Target="../media/image466.wmf"/><Relationship Id="rId1" Type="http://schemas.openxmlformats.org/officeDocument/2006/relationships/image" Target="../media/image465.wmf"/><Relationship Id="rId6" Type="http://schemas.openxmlformats.org/officeDocument/2006/relationships/image" Target="../media/image469.wmf"/><Relationship Id="rId5" Type="http://schemas.openxmlformats.org/officeDocument/2006/relationships/image" Target="../media/image462.wmf"/><Relationship Id="rId10" Type="http://schemas.openxmlformats.org/officeDocument/2006/relationships/image" Target="../media/image473.wmf"/><Relationship Id="rId4" Type="http://schemas.openxmlformats.org/officeDocument/2006/relationships/image" Target="../media/image468.wmf"/><Relationship Id="rId9" Type="http://schemas.openxmlformats.org/officeDocument/2006/relationships/image" Target="../media/image472.wmf"/></Relationships>
</file>

<file path=ppt/drawings/_rels/vmlDrawing65.vml.rels><?xml version="1.0" encoding="UTF-8" standalone="yes"?>
<Relationships xmlns="http://schemas.openxmlformats.org/package/2006/relationships"><Relationship Id="rId8" Type="http://schemas.openxmlformats.org/officeDocument/2006/relationships/image" Target="../media/image467.wmf"/><Relationship Id="rId3" Type="http://schemas.openxmlformats.org/officeDocument/2006/relationships/image" Target="../media/image476.wmf"/><Relationship Id="rId7" Type="http://schemas.openxmlformats.org/officeDocument/2006/relationships/image" Target="../media/image479.wmf"/><Relationship Id="rId12" Type="http://schemas.openxmlformats.org/officeDocument/2006/relationships/image" Target="../media/image265.wmf"/><Relationship Id="rId2" Type="http://schemas.openxmlformats.org/officeDocument/2006/relationships/image" Target="../media/image475.wmf"/><Relationship Id="rId1" Type="http://schemas.openxmlformats.org/officeDocument/2006/relationships/image" Target="../media/image474.wmf"/><Relationship Id="rId6" Type="http://schemas.openxmlformats.org/officeDocument/2006/relationships/image" Target="../media/image200.wmf"/><Relationship Id="rId11" Type="http://schemas.openxmlformats.org/officeDocument/2006/relationships/image" Target="../media/image8.wmf"/><Relationship Id="rId5" Type="http://schemas.openxmlformats.org/officeDocument/2006/relationships/image" Target="../media/image478.wmf"/><Relationship Id="rId10" Type="http://schemas.openxmlformats.org/officeDocument/2006/relationships/image" Target="../media/image57.wmf"/><Relationship Id="rId4" Type="http://schemas.openxmlformats.org/officeDocument/2006/relationships/image" Target="../media/image477.wmf"/><Relationship Id="rId9" Type="http://schemas.openxmlformats.org/officeDocument/2006/relationships/image" Target="../media/image480.wmf"/></Relationships>
</file>

<file path=ppt/drawings/_rels/vmlDrawing66.vml.rels><?xml version="1.0" encoding="UTF-8" standalone="yes"?>
<Relationships xmlns="http://schemas.openxmlformats.org/package/2006/relationships"><Relationship Id="rId8" Type="http://schemas.openxmlformats.org/officeDocument/2006/relationships/image" Target="../media/image467.wmf"/><Relationship Id="rId3" Type="http://schemas.openxmlformats.org/officeDocument/2006/relationships/image" Target="../media/image474.wmf"/><Relationship Id="rId7" Type="http://schemas.openxmlformats.org/officeDocument/2006/relationships/image" Target="../media/image265.wmf"/><Relationship Id="rId12" Type="http://schemas.openxmlformats.org/officeDocument/2006/relationships/image" Target="../media/image487.wmf"/><Relationship Id="rId2" Type="http://schemas.openxmlformats.org/officeDocument/2006/relationships/image" Target="../media/image482.wmf"/><Relationship Id="rId1" Type="http://schemas.openxmlformats.org/officeDocument/2006/relationships/image" Target="../media/image481.wmf"/><Relationship Id="rId6" Type="http://schemas.openxmlformats.org/officeDocument/2006/relationships/image" Target="../media/image200.wmf"/><Relationship Id="rId11" Type="http://schemas.openxmlformats.org/officeDocument/2006/relationships/image" Target="../media/image486.wmf"/><Relationship Id="rId5" Type="http://schemas.openxmlformats.org/officeDocument/2006/relationships/image" Target="../media/image251.wmf"/><Relationship Id="rId10" Type="http://schemas.openxmlformats.org/officeDocument/2006/relationships/image" Target="../media/image485.wmf"/><Relationship Id="rId4" Type="http://schemas.openxmlformats.org/officeDocument/2006/relationships/image" Target="../media/image483.wmf"/><Relationship Id="rId9" Type="http://schemas.openxmlformats.org/officeDocument/2006/relationships/image" Target="../media/image484.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490.wmf"/><Relationship Id="rId2" Type="http://schemas.openxmlformats.org/officeDocument/2006/relationships/image" Target="../media/image489.wmf"/><Relationship Id="rId1" Type="http://schemas.openxmlformats.org/officeDocument/2006/relationships/image" Target="../media/image488.wmf"/><Relationship Id="rId6" Type="http://schemas.openxmlformats.org/officeDocument/2006/relationships/image" Target="../media/image39.wmf"/><Relationship Id="rId5" Type="http://schemas.openxmlformats.org/officeDocument/2006/relationships/image" Target="../media/image492.wmf"/><Relationship Id="rId4" Type="http://schemas.openxmlformats.org/officeDocument/2006/relationships/image" Target="../media/image491.wmf"/></Relationships>
</file>

<file path=ppt/drawings/_rels/vmlDrawing68.vml.rels><?xml version="1.0" encoding="UTF-8" standalone="yes"?>
<Relationships xmlns="http://schemas.openxmlformats.org/package/2006/relationships"><Relationship Id="rId8" Type="http://schemas.openxmlformats.org/officeDocument/2006/relationships/image" Target="../media/image500.wmf"/><Relationship Id="rId13" Type="http://schemas.openxmlformats.org/officeDocument/2006/relationships/image" Target="../media/image503.wmf"/><Relationship Id="rId3" Type="http://schemas.openxmlformats.org/officeDocument/2006/relationships/image" Target="../media/image495.wmf"/><Relationship Id="rId7" Type="http://schemas.openxmlformats.org/officeDocument/2006/relationships/image" Target="../media/image499.wmf"/><Relationship Id="rId12" Type="http://schemas.openxmlformats.org/officeDocument/2006/relationships/image" Target="../media/image502.wmf"/><Relationship Id="rId2" Type="http://schemas.openxmlformats.org/officeDocument/2006/relationships/image" Target="../media/image494.wmf"/><Relationship Id="rId1" Type="http://schemas.openxmlformats.org/officeDocument/2006/relationships/image" Target="../media/image493.wmf"/><Relationship Id="rId6" Type="http://schemas.openxmlformats.org/officeDocument/2006/relationships/image" Target="../media/image498.wmf"/><Relationship Id="rId11" Type="http://schemas.openxmlformats.org/officeDocument/2006/relationships/image" Target="../media/image501.wmf"/><Relationship Id="rId5" Type="http://schemas.openxmlformats.org/officeDocument/2006/relationships/image" Target="../media/image497.wmf"/><Relationship Id="rId10" Type="http://schemas.openxmlformats.org/officeDocument/2006/relationships/image" Target="../media/image489.wmf"/><Relationship Id="rId4" Type="http://schemas.openxmlformats.org/officeDocument/2006/relationships/image" Target="../media/image496.wmf"/><Relationship Id="rId9" Type="http://schemas.openxmlformats.org/officeDocument/2006/relationships/image" Target="../media/image490.wmf"/><Relationship Id="rId14" Type="http://schemas.openxmlformats.org/officeDocument/2006/relationships/image" Target="../media/image504.wmf"/></Relationships>
</file>

<file path=ppt/drawings/_rels/vmlDrawing69.vml.rels><?xml version="1.0" encoding="UTF-8" standalone="yes"?>
<Relationships xmlns="http://schemas.openxmlformats.org/package/2006/relationships"><Relationship Id="rId2" Type="http://schemas.openxmlformats.org/officeDocument/2006/relationships/image" Target="../media/image489.wmf"/><Relationship Id="rId1" Type="http://schemas.openxmlformats.org/officeDocument/2006/relationships/image" Target="../media/image49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B35AEC-04F2-4AF9-A41F-3763FA5CEC82}" type="datetimeFigureOut">
              <a:rPr lang="zh-CN" altLang="en-US" smtClean="0"/>
              <a:pPr/>
              <a:t>2017-5-24</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263355-0DDA-4ED8-8CCF-298992E85D9C}"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02A77E-BE69-4836-AAD8-89E74321E372}" type="datetime1">
              <a:rPr lang="zh-CN" altLang="en-US" smtClean="0"/>
              <a:pPr/>
              <a:t>2017-5-24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D25F33-CCF9-474C-9C8E-A91491997BF2}" type="datetime1">
              <a:rPr lang="zh-CN" altLang="en-US" smtClean="0"/>
              <a:pPr/>
              <a:t>2017-5-24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069C82-82F8-4AEA-BCC9-3E97196941BA}" type="datetime1">
              <a:rPr lang="zh-CN" altLang="en-US" smtClean="0"/>
              <a:pPr/>
              <a:t>2017-5-24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C08736-550E-44CC-A288-E032371A3C4D}" type="datetime1">
              <a:rPr lang="zh-CN" altLang="en-US" smtClean="0"/>
              <a:pPr/>
              <a:t>2017-5-24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FE673CE-34D2-420A-BC57-765738A1CE8D}" type="datetime1">
              <a:rPr lang="zh-CN" altLang="en-US" smtClean="0"/>
              <a:pPr/>
              <a:t>2017-5-24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524C214-C8E6-4B27-A0CC-057D005CA9BE}" type="datetime1">
              <a:rPr lang="zh-CN" altLang="en-US" smtClean="0"/>
              <a:pPr/>
              <a:t>2017-5-24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CA0558-7156-4B5A-B509-CA3BD543B4D0}" type="datetime1">
              <a:rPr lang="zh-CN" altLang="en-US" smtClean="0"/>
              <a:pPr/>
              <a:t>2017-5-24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1ED454-AECE-4CDD-AFCF-5221F25A6BFC}" type="datetime1">
              <a:rPr lang="zh-CN" altLang="en-US" smtClean="0"/>
              <a:pPr/>
              <a:t>2017-5-24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A8C99B-06D6-4878-861F-315A00798F40}" type="datetime1">
              <a:rPr lang="zh-CN" altLang="en-US" smtClean="0"/>
              <a:pPr/>
              <a:t>2017-5-24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BCF1A7-381C-4A43-BB09-CF8734A869FC}" type="datetime1">
              <a:rPr lang="zh-CN" altLang="en-US" smtClean="0"/>
              <a:pPr/>
              <a:t>2017-5-24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1D77F-DE49-4911-BDC5-59C445EE8A83}" type="datetime1">
              <a:rPr lang="zh-CN" altLang="en-US" smtClean="0"/>
              <a:pPr/>
              <a:t>2017-5-24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6FB90-30A1-4B40-A388-A440C983D4FC}" type="datetime1">
              <a:rPr lang="zh-CN" altLang="en-US" smtClean="0"/>
              <a:pPr/>
              <a:t>2017-5-24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 Id="rId9" Type="http://schemas.openxmlformats.org/officeDocument/2006/relationships/oleObject" Target="../embeddings/oleObject7.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11.bin"/><Relationship Id="rId5" Type="http://schemas.openxmlformats.org/officeDocument/2006/relationships/oleObject" Target="../embeddings/oleObject10.bin"/><Relationship Id="rId10" Type="http://schemas.openxmlformats.org/officeDocument/2006/relationships/oleObject" Target="../embeddings/oleObject15.bin"/><Relationship Id="rId4" Type="http://schemas.openxmlformats.org/officeDocument/2006/relationships/oleObject" Target="../embeddings/oleObject9.bin"/><Relationship Id="rId9" Type="http://schemas.openxmlformats.org/officeDocument/2006/relationships/oleObject" Target="../embeddings/oleObject14.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1.xml"/><Relationship Id="rId1" Type="http://schemas.openxmlformats.org/officeDocument/2006/relationships/vmlDrawing" Target="../drawings/vmlDrawing4.v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31.png"/><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24.bin"/><Relationship Id="rId5" Type="http://schemas.openxmlformats.org/officeDocument/2006/relationships/oleObject" Target="../embeddings/oleObject23.bin"/><Relationship Id="rId10" Type="http://schemas.openxmlformats.org/officeDocument/2006/relationships/oleObject" Target="../embeddings/oleObject28.bin"/><Relationship Id="rId4" Type="http://schemas.openxmlformats.org/officeDocument/2006/relationships/oleObject" Target="../embeddings/oleObject22.bin"/><Relationship Id="rId9" Type="http://schemas.openxmlformats.org/officeDocument/2006/relationships/oleObject" Target="../embeddings/oleObject27.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oleObject" Target="../embeddings/oleObject29.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32.bin"/><Relationship Id="rId5" Type="http://schemas.openxmlformats.org/officeDocument/2006/relationships/oleObject" Target="../embeddings/oleObject31.bin"/><Relationship Id="rId10" Type="http://schemas.openxmlformats.org/officeDocument/2006/relationships/oleObject" Target="../embeddings/oleObject35.bin"/><Relationship Id="rId4" Type="http://schemas.openxmlformats.org/officeDocument/2006/relationships/oleObject" Target="../embeddings/oleObject30.bin"/><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6.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9.bin"/><Relationship Id="rId5" Type="http://schemas.openxmlformats.org/officeDocument/2006/relationships/oleObject" Target="../embeddings/oleObject38.bin"/><Relationship Id="rId4" Type="http://schemas.openxmlformats.org/officeDocument/2006/relationships/oleObject" Target="../embeddings/oleObject37.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53.png"/><Relationship Id="rId3" Type="http://schemas.openxmlformats.org/officeDocument/2006/relationships/oleObject" Target="../embeddings/oleObject41.bin"/><Relationship Id="rId7" Type="http://schemas.openxmlformats.org/officeDocument/2006/relationships/oleObject" Target="../embeddings/oleObject45.bin"/><Relationship Id="rId12" Type="http://schemas.openxmlformats.org/officeDocument/2006/relationships/oleObject" Target="../embeddings/oleObject49.bin"/><Relationship Id="rId2" Type="http://schemas.openxmlformats.org/officeDocument/2006/relationships/slideLayout" Target="../slideLayouts/slideLayout7.xml"/><Relationship Id="rId16" Type="http://schemas.openxmlformats.org/officeDocument/2006/relationships/oleObject" Target="../embeddings/oleObject52.bin"/><Relationship Id="rId1" Type="http://schemas.openxmlformats.org/officeDocument/2006/relationships/vmlDrawing" Target="../drawings/vmlDrawing8.vml"/><Relationship Id="rId6" Type="http://schemas.openxmlformats.org/officeDocument/2006/relationships/oleObject" Target="../embeddings/oleObject44.bin"/><Relationship Id="rId11" Type="http://schemas.openxmlformats.org/officeDocument/2006/relationships/oleObject" Target="../embeddings/oleObject48.bin"/><Relationship Id="rId5" Type="http://schemas.openxmlformats.org/officeDocument/2006/relationships/oleObject" Target="../embeddings/oleObject43.bin"/><Relationship Id="rId15" Type="http://schemas.openxmlformats.org/officeDocument/2006/relationships/oleObject" Target="../embeddings/oleObject51.bin"/><Relationship Id="rId10" Type="http://schemas.openxmlformats.org/officeDocument/2006/relationships/image" Target="../media/image31.png"/><Relationship Id="rId4" Type="http://schemas.openxmlformats.org/officeDocument/2006/relationships/oleObject" Target="../embeddings/oleObject42.bin"/><Relationship Id="rId9" Type="http://schemas.openxmlformats.org/officeDocument/2006/relationships/oleObject" Target="../embeddings/oleObject47.bin"/><Relationship Id="rId14" Type="http://schemas.openxmlformats.org/officeDocument/2006/relationships/oleObject" Target="../embeddings/oleObject50.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oleObject" Target="../embeddings/oleObject53.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56.bin"/><Relationship Id="rId5" Type="http://schemas.openxmlformats.org/officeDocument/2006/relationships/oleObject" Target="../embeddings/oleObject55.bin"/><Relationship Id="rId4" Type="http://schemas.openxmlformats.org/officeDocument/2006/relationships/oleObject" Target="../embeddings/oleObject54.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oleObject" Target="../embeddings/oleObject68.bin"/><Relationship Id="rId18" Type="http://schemas.openxmlformats.org/officeDocument/2006/relationships/oleObject" Target="../embeddings/oleObject73.bin"/><Relationship Id="rId3" Type="http://schemas.openxmlformats.org/officeDocument/2006/relationships/oleObject" Target="../embeddings/oleObject59.bin"/><Relationship Id="rId21" Type="http://schemas.openxmlformats.org/officeDocument/2006/relationships/oleObject" Target="../embeddings/oleObject76.bin"/><Relationship Id="rId7" Type="http://schemas.openxmlformats.org/officeDocument/2006/relationships/oleObject" Target="../embeddings/oleObject63.bin"/><Relationship Id="rId12" Type="http://schemas.openxmlformats.org/officeDocument/2006/relationships/oleObject" Target="../embeddings/oleObject67.bin"/><Relationship Id="rId17" Type="http://schemas.openxmlformats.org/officeDocument/2006/relationships/oleObject" Target="../embeddings/oleObject72.bin"/><Relationship Id="rId2" Type="http://schemas.openxmlformats.org/officeDocument/2006/relationships/slideLayout" Target="../slideLayouts/slideLayout7.xml"/><Relationship Id="rId16" Type="http://schemas.openxmlformats.org/officeDocument/2006/relationships/oleObject" Target="../embeddings/oleObject71.bin"/><Relationship Id="rId20" Type="http://schemas.openxmlformats.org/officeDocument/2006/relationships/oleObject" Target="../embeddings/oleObject75.bin"/><Relationship Id="rId1" Type="http://schemas.openxmlformats.org/officeDocument/2006/relationships/vmlDrawing" Target="../drawings/vmlDrawing10.vml"/><Relationship Id="rId6" Type="http://schemas.openxmlformats.org/officeDocument/2006/relationships/oleObject" Target="../embeddings/oleObject62.bin"/><Relationship Id="rId11" Type="http://schemas.openxmlformats.org/officeDocument/2006/relationships/oleObject" Target="../embeddings/oleObject66.bin"/><Relationship Id="rId5" Type="http://schemas.openxmlformats.org/officeDocument/2006/relationships/oleObject" Target="../embeddings/oleObject61.bin"/><Relationship Id="rId15" Type="http://schemas.openxmlformats.org/officeDocument/2006/relationships/oleObject" Target="../embeddings/oleObject70.bin"/><Relationship Id="rId10" Type="http://schemas.openxmlformats.org/officeDocument/2006/relationships/oleObject" Target="../embeddings/oleObject65.bin"/><Relationship Id="rId19" Type="http://schemas.openxmlformats.org/officeDocument/2006/relationships/oleObject" Target="../embeddings/oleObject74.bin"/><Relationship Id="rId4" Type="http://schemas.openxmlformats.org/officeDocument/2006/relationships/oleObject" Target="../embeddings/oleObject60.bin"/><Relationship Id="rId9" Type="http://schemas.openxmlformats.org/officeDocument/2006/relationships/image" Target="../media/image31.png"/><Relationship Id="rId14" Type="http://schemas.openxmlformats.org/officeDocument/2006/relationships/oleObject" Target="../embeddings/oleObject69.bin"/><Relationship Id="rId22" Type="http://schemas.openxmlformats.org/officeDocument/2006/relationships/oleObject" Target="../embeddings/oleObject7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oleObject" Target="../embeddings/oleObject88.bin"/><Relationship Id="rId3" Type="http://schemas.openxmlformats.org/officeDocument/2006/relationships/oleObject" Target="../embeddings/oleObject78.bin"/><Relationship Id="rId7" Type="http://schemas.openxmlformats.org/officeDocument/2006/relationships/oleObject" Target="../embeddings/oleObject82.bin"/><Relationship Id="rId12" Type="http://schemas.openxmlformats.org/officeDocument/2006/relationships/oleObject" Target="../embeddings/oleObject87.bin"/><Relationship Id="rId2" Type="http://schemas.openxmlformats.org/officeDocument/2006/relationships/slideLayout" Target="../slideLayouts/slideLayout7.xml"/><Relationship Id="rId16" Type="http://schemas.openxmlformats.org/officeDocument/2006/relationships/oleObject" Target="../embeddings/oleObject91.bin"/><Relationship Id="rId1" Type="http://schemas.openxmlformats.org/officeDocument/2006/relationships/vmlDrawing" Target="../drawings/vmlDrawing11.vml"/><Relationship Id="rId6" Type="http://schemas.openxmlformats.org/officeDocument/2006/relationships/oleObject" Target="../embeddings/oleObject81.bin"/><Relationship Id="rId11" Type="http://schemas.openxmlformats.org/officeDocument/2006/relationships/oleObject" Target="../embeddings/oleObject86.bin"/><Relationship Id="rId5" Type="http://schemas.openxmlformats.org/officeDocument/2006/relationships/oleObject" Target="../embeddings/oleObject80.bin"/><Relationship Id="rId15" Type="http://schemas.openxmlformats.org/officeDocument/2006/relationships/oleObject" Target="../embeddings/oleObject90.bin"/><Relationship Id="rId10" Type="http://schemas.openxmlformats.org/officeDocument/2006/relationships/oleObject" Target="../embeddings/oleObject85.bin"/><Relationship Id="rId4" Type="http://schemas.openxmlformats.org/officeDocument/2006/relationships/oleObject" Target="../embeddings/oleObject79.bin"/><Relationship Id="rId9" Type="http://schemas.openxmlformats.org/officeDocument/2006/relationships/oleObject" Target="../embeddings/oleObject84.bin"/><Relationship Id="rId14" Type="http://schemas.openxmlformats.org/officeDocument/2006/relationships/oleObject" Target="../embeddings/oleObject89.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96.bin"/><Relationship Id="rId3" Type="http://schemas.openxmlformats.org/officeDocument/2006/relationships/oleObject" Target="../embeddings/oleObject92.bin"/><Relationship Id="rId7" Type="http://schemas.openxmlformats.org/officeDocument/2006/relationships/oleObject" Target="../embeddings/oleObject95.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94.bin"/><Relationship Id="rId5" Type="http://schemas.openxmlformats.org/officeDocument/2006/relationships/oleObject" Target="../embeddings/oleObject93.bin"/><Relationship Id="rId4" Type="http://schemas.openxmlformats.org/officeDocument/2006/relationships/image" Target="../media/image31.png"/><Relationship Id="rId9" Type="http://schemas.openxmlformats.org/officeDocument/2006/relationships/oleObject" Target="../embeddings/oleObject97.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oleObject" Target="../embeddings/oleObject108.bin"/><Relationship Id="rId3" Type="http://schemas.openxmlformats.org/officeDocument/2006/relationships/oleObject" Target="../embeddings/oleObject98.bin"/><Relationship Id="rId7" Type="http://schemas.openxmlformats.org/officeDocument/2006/relationships/oleObject" Target="../embeddings/oleObject102.bin"/><Relationship Id="rId12" Type="http://schemas.openxmlformats.org/officeDocument/2006/relationships/oleObject" Target="../embeddings/oleObject107.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101.bin"/><Relationship Id="rId11" Type="http://schemas.openxmlformats.org/officeDocument/2006/relationships/oleObject" Target="../embeddings/oleObject106.bin"/><Relationship Id="rId5" Type="http://schemas.openxmlformats.org/officeDocument/2006/relationships/oleObject" Target="../embeddings/oleObject100.bin"/><Relationship Id="rId10" Type="http://schemas.openxmlformats.org/officeDocument/2006/relationships/oleObject" Target="../embeddings/oleObject105.bin"/><Relationship Id="rId4" Type="http://schemas.openxmlformats.org/officeDocument/2006/relationships/oleObject" Target="../embeddings/oleObject99.bin"/><Relationship Id="rId9" Type="http://schemas.openxmlformats.org/officeDocument/2006/relationships/oleObject" Target="../embeddings/oleObject104.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14.bin"/><Relationship Id="rId13" Type="http://schemas.openxmlformats.org/officeDocument/2006/relationships/oleObject" Target="../embeddings/oleObject119.bin"/><Relationship Id="rId18" Type="http://schemas.openxmlformats.org/officeDocument/2006/relationships/oleObject" Target="../embeddings/oleObject124.bin"/><Relationship Id="rId3" Type="http://schemas.openxmlformats.org/officeDocument/2006/relationships/oleObject" Target="../embeddings/oleObject109.bin"/><Relationship Id="rId7" Type="http://schemas.openxmlformats.org/officeDocument/2006/relationships/oleObject" Target="../embeddings/oleObject113.bin"/><Relationship Id="rId12" Type="http://schemas.openxmlformats.org/officeDocument/2006/relationships/oleObject" Target="../embeddings/oleObject118.bin"/><Relationship Id="rId17" Type="http://schemas.openxmlformats.org/officeDocument/2006/relationships/oleObject" Target="../embeddings/oleObject123.bin"/><Relationship Id="rId2" Type="http://schemas.openxmlformats.org/officeDocument/2006/relationships/slideLayout" Target="../slideLayouts/slideLayout7.xml"/><Relationship Id="rId16" Type="http://schemas.openxmlformats.org/officeDocument/2006/relationships/oleObject" Target="../embeddings/oleObject122.bin"/><Relationship Id="rId1" Type="http://schemas.openxmlformats.org/officeDocument/2006/relationships/vmlDrawing" Target="../drawings/vmlDrawing14.vml"/><Relationship Id="rId6" Type="http://schemas.openxmlformats.org/officeDocument/2006/relationships/oleObject" Target="../embeddings/oleObject112.bin"/><Relationship Id="rId11" Type="http://schemas.openxmlformats.org/officeDocument/2006/relationships/oleObject" Target="../embeddings/oleObject117.bin"/><Relationship Id="rId5" Type="http://schemas.openxmlformats.org/officeDocument/2006/relationships/oleObject" Target="../embeddings/oleObject111.bin"/><Relationship Id="rId15" Type="http://schemas.openxmlformats.org/officeDocument/2006/relationships/oleObject" Target="../embeddings/oleObject121.bin"/><Relationship Id="rId10" Type="http://schemas.openxmlformats.org/officeDocument/2006/relationships/oleObject" Target="../embeddings/oleObject116.bin"/><Relationship Id="rId4" Type="http://schemas.openxmlformats.org/officeDocument/2006/relationships/oleObject" Target="../embeddings/oleObject110.bin"/><Relationship Id="rId9" Type="http://schemas.openxmlformats.org/officeDocument/2006/relationships/oleObject" Target="../embeddings/oleObject115.bin"/><Relationship Id="rId14" Type="http://schemas.openxmlformats.org/officeDocument/2006/relationships/oleObject" Target="../embeddings/oleObject120.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oleObject" Target="../embeddings/oleObject135.bin"/><Relationship Id="rId18" Type="http://schemas.openxmlformats.org/officeDocument/2006/relationships/oleObject" Target="../embeddings/oleObject140.bin"/><Relationship Id="rId3" Type="http://schemas.openxmlformats.org/officeDocument/2006/relationships/oleObject" Target="../embeddings/oleObject125.bin"/><Relationship Id="rId7" Type="http://schemas.openxmlformats.org/officeDocument/2006/relationships/oleObject" Target="../embeddings/oleObject129.bin"/><Relationship Id="rId12" Type="http://schemas.openxmlformats.org/officeDocument/2006/relationships/oleObject" Target="../embeddings/oleObject134.bin"/><Relationship Id="rId17" Type="http://schemas.openxmlformats.org/officeDocument/2006/relationships/oleObject" Target="../embeddings/oleObject139.bin"/><Relationship Id="rId2" Type="http://schemas.openxmlformats.org/officeDocument/2006/relationships/slideLayout" Target="../slideLayouts/slideLayout7.xml"/><Relationship Id="rId16" Type="http://schemas.openxmlformats.org/officeDocument/2006/relationships/oleObject" Target="../embeddings/oleObject138.bin"/><Relationship Id="rId1" Type="http://schemas.openxmlformats.org/officeDocument/2006/relationships/vmlDrawing" Target="../drawings/vmlDrawing15.vml"/><Relationship Id="rId6" Type="http://schemas.openxmlformats.org/officeDocument/2006/relationships/oleObject" Target="../embeddings/oleObject128.bin"/><Relationship Id="rId11" Type="http://schemas.openxmlformats.org/officeDocument/2006/relationships/oleObject" Target="../embeddings/oleObject133.bin"/><Relationship Id="rId5" Type="http://schemas.openxmlformats.org/officeDocument/2006/relationships/oleObject" Target="../embeddings/oleObject127.bin"/><Relationship Id="rId15" Type="http://schemas.openxmlformats.org/officeDocument/2006/relationships/oleObject" Target="../embeddings/oleObject137.bin"/><Relationship Id="rId10" Type="http://schemas.openxmlformats.org/officeDocument/2006/relationships/oleObject" Target="../embeddings/oleObject132.bin"/><Relationship Id="rId19" Type="http://schemas.openxmlformats.org/officeDocument/2006/relationships/oleObject" Target="../embeddings/oleObject141.bin"/><Relationship Id="rId4" Type="http://schemas.openxmlformats.org/officeDocument/2006/relationships/oleObject" Target="../embeddings/oleObject126.bin"/><Relationship Id="rId9" Type="http://schemas.openxmlformats.org/officeDocument/2006/relationships/oleObject" Target="../embeddings/oleObject131.bin"/><Relationship Id="rId14" Type="http://schemas.openxmlformats.org/officeDocument/2006/relationships/oleObject" Target="../embeddings/oleObject136.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47.bin"/><Relationship Id="rId3" Type="http://schemas.openxmlformats.org/officeDocument/2006/relationships/oleObject" Target="../embeddings/oleObject142.bin"/><Relationship Id="rId7" Type="http://schemas.openxmlformats.org/officeDocument/2006/relationships/oleObject" Target="../embeddings/oleObject14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145.bin"/><Relationship Id="rId5" Type="http://schemas.openxmlformats.org/officeDocument/2006/relationships/oleObject" Target="../embeddings/oleObject144.bin"/><Relationship Id="rId10" Type="http://schemas.openxmlformats.org/officeDocument/2006/relationships/oleObject" Target="../embeddings/oleObject149.bin"/><Relationship Id="rId4" Type="http://schemas.openxmlformats.org/officeDocument/2006/relationships/oleObject" Target="../embeddings/oleObject143.bin"/><Relationship Id="rId9" Type="http://schemas.openxmlformats.org/officeDocument/2006/relationships/oleObject" Target="../embeddings/oleObject148.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55.bin"/><Relationship Id="rId3" Type="http://schemas.openxmlformats.org/officeDocument/2006/relationships/oleObject" Target="../embeddings/oleObject150.bin"/><Relationship Id="rId7" Type="http://schemas.openxmlformats.org/officeDocument/2006/relationships/oleObject" Target="../embeddings/oleObject15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53.bin"/><Relationship Id="rId5" Type="http://schemas.openxmlformats.org/officeDocument/2006/relationships/oleObject" Target="../embeddings/oleObject152.bin"/><Relationship Id="rId10" Type="http://schemas.openxmlformats.org/officeDocument/2006/relationships/oleObject" Target="../embeddings/oleObject157.bin"/><Relationship Id="rId4" Type="http://schemas.openxmlformats.org/officeDocument/2006/relationships/oleObject" Target="../embeddings/oleObject151.bin"/><Relationship Id="rId9" Type="http://schemas.openxmlformats.org/officeDocument/2006/relationships/oleObject" Target="../embeddings/oleObject156.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161.bin"/><Relationship Id="rId5" Type="http://schemas.openxmlformats.org/officeDocument/2006/relationships/oleObject" Target="../embeddings/oleObject160.bin"/><Relationship Id="rId4" Type="http://schemas.openxmlformats.org/officeDocument/2006/relationships/oleObject" Target="../embeddings/oleObject159.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oleObject" Target="../embeddings/oleObject172.bin"/><Relationship Id="rId3" Type="http://schemas.openxmlformats.org/officeDocument/2006/relationships/oleObject" Target="../embeddings/oleObject162.bin"/><Relationship Id="rId7" Type="http://schemas.openxmlformats.org/officeDocument/2006/relationships/oleObject" Target="../embeddings/oleObject166.bin"/><Relationship Id="rId12" Type="http://schemas.openxmlformats.org/officeDocument/2006/relationships/oleObject" Target="../embeddings/oleObject171.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165.bin"/><Relationship Id="rId11" Type="http://schemas.openxmlformats.org/officeDocument/2006/relationships/oleObject" Target="../embeddings/oleObject170.bin"/><Relationship Id="rId5" Type="http://schemas.openxmlformats.org/officeDocument/2006/relationships/oleObject" Target="../embeddings/oleObject164.bin"/><Relationship Id="rId15" Type="http://schemas.openxmlformats.org/officeDocument/2006/relationships/oleObject" Target="../embeddings/oleObject174.bin"/><Relationship Id="rId10" Type="http://schemas.openxmlformats.org/officeDocument/2006/relationships/oleObject" Target="../embeddings/oleObject169.bin"/><Relationship Id="rId4" Type="http://schemas.openxmlformats.org/officeDocument/2006/relationships/oleObject" Target="../embeddings/oleObject163.bin"/><Relationship Id="rId9" Type="http://schemas.openxmlformats.org/officeDocument/2006/relationships/oleObject" Target="../embeddings/oleObject168.bin"/><Relationship Id="rId14" Type="http://schemas.openxmlformats.org/officeDocument/2006/relationships/oleObject" Target="../embeddings/oleObject173.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80.bin"/><Relationship Id="rId3" Type="http://schemas.openxmlformats.org/officeDocument/2006/relationships/oleObject" Target="../embeddings/oleObject175.bin"/><Relationship Id="rId7" Type="http://schemas.openxmlformats.org/officeDocument/2006/relationships/oleObject" Target="../embeddings/oleObject179.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78.bin"/><Relationship Id="rId5" Type="http://schemas.openxmlformats.org/officeDocument/2006/relationships/oleObject" Target="../embeddings/oleObject177.bin"/><Relationship Id="rId4" Type="http://schemas.openxmlformats.org/officeDocument/2006/relationships/oleObject" Target="../embeddings/oleObject176.bin"/><Relationship Id="rId9" Type="http://schemas.openxmlformats.org/officeDocument/2006/relationships/oleObject" Target="../embeddings/oleObject181.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87.bin"/><Relationship Id="rId3" Type="http://schemas.openxmlformats.org/officeDocument/2006/relationships/oleObject" Target="../embeddings/oleObject182.bin"/><Relationship Id="rId7" Type="http://schemas.openxmlformats.org/officeDocument/2006/relationships/oleObject" Target="../embeddings/oleObject186.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85.bin"/><Relationship Id="rId11" Type="http://schemas.openxmlformats.org/officeDocument/2006/relationships/oleObject" Target="../embeddings/oleObject190.bin"/><Relationship Id="rId5" Type="http://schemas.openxmlformats.org/officeDocument/2006/relationships/oleObject" Target="../embeddings/oleObject184.bin"/><Relationship Id="rId10" Type="http://schemas.openxmlformats.org/officeDocument/2006/relationships/oleObject" Target="../embeddings/oleObject189.bin"/><Relationship Id="rId4" Type="http://schemas.openxmlformats.org/officeDocument/2006/relationships/oleObject" Target="../embeddings/oleObject183.bin"/><Relationship Id="rId9" Type="http://schemas.openxmlformats.org/officeDocument/2006/relationships/oleObject" Target="../embeddings/oleObject188.bin"/></Relationships>
</file>

<file path=ppt/slides/_rels/slide25.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image" Target="../media/image145.jpeg"/><Relationship Id="rId1" Type="http://schemas.openxmlformats.org/officeDocument/2006/relationships/slideLayout" Target="../slideLayouts/slideLayout7.xml"/><Relationship Id="rId4" Type="http://schemas.openxmlformats.org/officeDocument/2006/relationships/image" Target="../media/image147.jpe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94.bin"/><Relationship Id="rId3" Type="http://schemas.openxmlformats.org/officeDocument/2006/relationships/oleObject" Target="../embeddings/oleObject191.bin"/><Relationship Id="rId7" Type="http://schemas.openxmlformats.org/officeDocument/2006/relationships/image" Target="../media/image153.jpe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52.png"/><Relationship Id="rId5" Type="http://schemas.openxmlformats.org/officeDocument/2006/relationships/oleObject" Target="../embeddings/oleObject193.bin"/><Relationship Id="rId4" Type="http://schemas.openxmlformats.org/officeDocument/2006/relationships/oleObject" Target="../embeddings/oleObject192.bin"/><Relationship Id="rId9" Type="http://schemas.openxmlformats.org/officeDocument/2006/relationships/oleObject" Target="../embeddings/oleObject195.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01.bin"/><Relationship Id="rId13" Type="http://schemas.openxmlformats.org/officeDocument/2006/relationships/oleObject" Target="../embeddings/oleObject206.bin"/><Relationship Id="rId18" Type="http://schemas.openxmlformats.org/officeDocument/2006/relationships/oleObject" Target="../embeddings/oleObject211.bin"/><Relationship Id="rId3" Type="http://schemas.openxmlformats.org/officeDocument/2006/relationships/oleObject" Target="../embeddings/oleObject196.bin"/><Relationship Id="rId7" Type="http://schemas.openxmlformats.org/officeDocument/2006/relationships/oleObject" Target="../embeddings/oleObject200.bin"/><Relationship Id="rId12" Type="http://schemas.openxmlformats.org/officeDocument/2006/relationships/oleObject" Target="../embeddings/oleObject205.bin"/><Relationship Id="rId17" Type="http://schemas.openxmlformats.org/officeDocument/2006/relationships/oleObject" Target="../embeddings/oleObject210.bin"/><Relationship Id="rId2" Type="http://schemas.openxmlformats.org/officeDocument/2006/relationships/slideLayout" Target="../slideLayouts/slideLayout7.xml"/><Relationship Id="rId16" Type="http://schemas.openxmlformats.org/officeDocument/2006/relationships/oleObject" Target="../embeddings/oleObject209.bin"/><Relationship Id="rId20" Type="http://schemas.openxmlformats.org/officeDocument/2006/relationships/oleObject" Target="../embeddings/oleObject213.bin"/><Relationship Id="rId1" Type="http://schemas.openxmlformats.org/officeDocument/2006/relationships/vmlDrawing" Target="../drawings/vmlDrawing23.vml"/><Relationship Id="rId6" Type="http://schemas.openxmlformats.org/officeDocument/2006/relationships/oleObject" Target="../embeddings/oleObject199.bin"/><Relationship Id="rId11" Type="http://schemas.openxmlformats.org/officeDocument/2006/relationships/oleObject" Target="../embeddings/oleObject204.bin"/><Relationship Id="rId5" Type="http://schemas.openxmlformats.org/officeDocument/2006/relationships/oleObject" Target="../embeddings/oleObject198.bin"/><Relationship Id="rId15" Type="http://schemas.openxmlformats.org/officeDocument/2006/relationships/oleObject" Target="../embeddings/oleObject208.bin"/><Relationship Id="rId10" Type="http://schemas.openxmlformats.org/officeDocument/2006/relationships/oleObject" Target="../embeddings/oleObject203.bin"/><Relationship Id="rId19" Type="http://schemas.openxmlformats.org/officeDocument/2006/relationships/oleObject" Target="../embeddings/oleObject212.bin"/><Relationship Id="rId4" Type="http://schemas.openxmlformats.org/officeDocument/2006/relationships/oleObject" Target="../embeddings/oleObject197.bin"/><Relationship Id="rId9" Type="http://schemas.openxmlformats.org/officeDocument/2006/relationships/oleObject" Target="../embeddings/oleObject202.bin"/><Relationship Id="rId14" Type="http://schemas.openxmlformats.org/officeDocument/2006/relationships/oleObject" Target="../embeddings/oleObject207.bin"/></Relationships>
</file>

<file path=ppt/slides/_rels/slide2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oleObject" Target="../embeddings/oleObject223.bin"/><Relationship Id="rId3" Type="http://schemas.openxmlformats.org/officeDocument/2006/relationships/oleObject" Target="../embeddings/oleObject214.bin"/><Relationship Id="rId7" Type="http://schemas.openxmlformats.org/officeDocument/2006/relationships/oleObject" Target="../embeddings/oleObject218.bin"/><Relationship Id="rId12" Type="http://schemas.openxmlformats.org/officeDocument/2006/relationships/oleObject" Target="../embeddings/oleObject222.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217.bin"/><Relationship Id="rId11" Type="http://schemas.openxmlformats.org/officeDocument/2006/relationships/oleObject" Target="../embeddings/oleObject221.bin"/><Relationship Id="rId5" Type="http://schemas.openxmlformats.org/officeDocument/2006/relationships/oleObject" Target="../embeddings/oleObject216.bin"/><Relationship Id="rId15" Type="http://schemas.openxmlformats.org/officeDocument/2006/relationships/oleObject" Target="../embeddings/oleObject225.bin"/><Relationship Id="rId10" Type="http://schemas.openxmlformats.org/officeDocument/2006/relationships/oleObject" Target="../embeddings/oleObject220.bin"/><Relationship Id="rId4" Type="http://schemas.openxmlformats.org/officeDocument/2006/relationships/oleObject" Target="../embeddings/oleObject215.bin"/><Relationship Id="rId9" Type="http://schemas.openxmlformats.org/officeDocument/2006/relationships/oleObject" Target="../embeddings/oleObject219.bin"/><Relationship Id="rId14" Type="http://schemas.openxmlformats.org/officeDocument/2006/relationships/oleObject" Target="../embeddings/oleObject22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31.bin"/><Relationship Id="rId13" Type="http://schemas.openxmlformats.org/officeDocument/2006/relationships/oleObject" Target="../embeddings/oleObject236.bin"/><Relationship Id="rId3" Type="http://schemas.openxmlformats.org/officeDocument/2006/relationships/oleObject" Target="../embeddings/oleObject226.bin"/><Relationship Id="rId7" Type="http://schemas.openxmlformats.org/officeDocument/2006/relationships/oleObject" Target="../embeddings/oleObject230.bin"/><Relationship Id="rId12" Type="http://schemas.openxmlformats.org/officeDocument/2006/relationships/oleObject" Target="../embeddings/oleObject235.bin"/><Relationship Id="rId17" Type="http://schemas.openxmlformats.org/officeDocument/2006/relationships/oleObject" Target="../embeddings/oleObject240.bin"/><Relationship Id="rId2" Type="http://schemas.openxmlformats.org/officeDocument/2006/relationships/slideLayout" Target="../slideLayouts/slideLayout7.xml"/><Relationship Id="rId16" Type="http://schemas.openxmlformats.org/officeDocument/2006/relationships/oleObject" Target="../embeddings/oleObject239.bin"/><Relationship Id="rId1" Type="http://schemas.openxmlformats.org/officeDocument/2006/relationships/vmlDrawing" Target="../drawings/vmlDrawing25.vml"/><Relationship Id="rId6" Type="http://schemas.openxmlformats.org/officeDocument/2006/relationships/oleObject" Target="../embeddings/oleObject229.bin"/><Relationship Id="rId11" Type="http://schemas.openxmlformats.org/officeDocument/2006/relationships/oleObject" Target="../embeddings/oleObject234.bin"/><Relationship Id="rId5" Type="http://schemas.openxmlformats.org/officeDocument/2006/relationships/oleObject" Target="../embeddings/oleObject228.bin"/><Relationship Id="rId15" Type="http://schemas.openxmlformats.org/officeDocument/2006/relationships/oleObject" Target="../embeddings/oleObject238.bin"/><Relationship Id="rId10" Type="http://schemas.openxmlformats.org/officeDocument/2006/relationships/oleObject" Target="../embeddings/oleObject233.bin"/><Relationship Id="rId4" Type="http://schemas.openxmlformats.org/officeDocument/2006/relationships/oleObject" Target="../embeddings/oleObject227.bin"/><Relationship Id="rId9" Type="http://schemas.openxmlformats.org/officeDocument/2006/relationships/oleObject" Target="../embeddings/oleObject232.bin"/><Relationship Id="rId14" Type="http://schemas.openxmlformats.org/officeDocument/2006/relationships/oleObject" Target="../embeddings/oleObject237.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46.bin"/><Relationship Id="rId3" Type="http://schemas.openxmlformats.org/officeDocument/2006/relationships/oleObject" Target="../embeddings/oleObject241.bin"/><Relationship Id="rId7" Type="http://schemas.openxmlformats.org/officeDocument/2006/relationships/oleObject" Target="../embeddings/oleObject245.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244.bin"/><Relationship Id="rId5" Type="http://schemas.openxmlformats.org/officeDocument/2006/relationships/oleObject" Target="../embeddings/oleObject243.bin"/><Relationship Id="rId4" Type="http://schemas.openxmlformats.org/officeDocument/2006/relationships/oleObject" Target="../embeddings/oleObject242.bin"/><Relationship Id="rId9" Type="http://schemas.openxmlformats.org/officeDocument/2006/relationships/oleObject" Target="../embeddings/oleObject247.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53.bin"/><Relationship Id="rId13" Type="http://schemas.openxmlformats.org/officeDocument/2006/relationships/oleObject" Target="../embeddings/oleObject258.bin"/><Relationship Id="rId3" Type="http://schemas.openxmlformats.org/officeDocument/2006/relationships/oleObject" Target="../embeddings/oleObject248.bin"/><Relationship Id="rId7" Type="http://schemas.openxmlformats.org/officeDocument/2006/relationships/oleObject" Target="../embeddings/oleObject252.bin"/><Relationship Id="rId12" Type="http://schemas.openxmlformats.org/officeDocument/2006/relationships/oleObject" Target="../embeddings/oleObject257.bin"/><Relationship Id="rId17" Type="http://schemas.openxmlformats.org/officeDocument/2006/relationships/oleObject" Target="../embeddings/oleObject262.bin"/><Relationship Id="rId2" Type="http://schemas.openxmlformats.org/officeDocument/2006/relationships/slideLayout" Target="../slideLayouts/slideLayout7.xml"/><Relationship Id="rId16" Type="http://schemas.openxmlformats.org/officeDocument/2006/relationships/oleObject" Target="../embeddings/oleObject261.bin"/><Relationship Id="rId1" Type="http://schemas.openxmlformats.org/officeDocument/2006/relationships/vmlDrawing" Target="../drawings/vmlDrawing27.vml"/><Relationship Id="rId6" Type="http://schemas.openxmlformats.org/officeDocument/2006/relationships/oleObject" Target="../embeddings/oleObject251.bin"/><Relationship Id="rId11" Type="http://schemas.openxmlformats.org/officeDocument/2006/relationships/oleObject" Target="../embeddings/oleObject256.bin"/><Relationship Id="rId5" Type="http://schemas.openxmlformats.org/officeDocument/2006/relationships/oleObject" Target="../embeddings/oleObject250.bin"/><Relationship Id="rId15" Type="http://schemas.openxmlformats.org/officeDocument/2006/relationships/oleObject" Target="../embeddings/oleObject260.bin"/><Relationship Id="rId10" Type="http://schemas.openxmlformats.org/officeDocument/2006/relationships/oleObject" Target="../embeddings/oleObject255.bin"/><Relationship Id="rId4" Type="http://schemas.openxmlformats.org/officeDocument/2006/relationships/oleObject" Target="../embeddings/oleObject249.bin"/><Relationship Id="rId9" Type="http://schemas.openxmlformats.org/officeDocument/2006/relationships/oleObject" Target="../embeddings/oleObject254.bin"/><Relationship Id="rId14" Type="http://schemas.openxmlformats.org/officeDocument/2006/relationships/oleObject" Target="../embeddings/oleObject259.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68.bin"/><Relationship Id="rId13" Type="http://schemas.openxmlformats.org/officeDocument/2006/relationships/oleObject" Target="../embeddings/oleObject273.bin"/><Relationship Id="rId18" Type="http://schemas.openxmlformats.org/officeDocument/2006/relationships/oleObject" Target="../embeddings/oleObject278.bin"/><Relationship Id="rId3" Type="http://schemas.openxmlformats.org/officeDocument/2006/relationships/oleObject" Target="../embeddings/oleObject263.bin"/><Relationship Id="rId21" Type="http://schemas.openxmlformats.org/officeDocument/2006/relationships/oleObject" Target="../embeddings/oleObject281.bin"/><Relationship Id="rId7" Type="http://schemas.openxmlformats.org/officeDocument/2006/relationships/oleObject" Target="../embeddings/oleObject267.bin"/><Relationship Id="rId12" Type="http://schemas.openxmlformats.org/officeDocument/2006/relationships/oleObject" Target="../embeddings/oleObject272.bin"/><Relationship Id="rId17" Type="http://schemas.openxmlformats.org/officeDocument/2006/relationships/oleObject" Target="../embeddings/oleObject277.bin"/><Relationship Id="rId2" Type="http://schemas.openxmlformats.org/officeDocument/2006/relationships/slideLayout" Target="../slideLayouts/slideLayout7.xml"/><Relationship Id="rId16" Type="http://schemas.openxmlformats.org/officeDocument/2006/relationships/oleObject" Target="../embeddings/oleObject276.bin"/><Relationship Id="rId20" Type="http://schemas.openxmlformats.org/officeDocument/2006/relationships/oleObject" Target="../embeddings/oleObject280.bin"/><Relationship Id="rId1" Type="http://schemas.openxmlformats.org/officeDocument/2006/relationships/vmlDrawing" Target="../drawings/vmlDrawing28.vml"/><Relationship Id="rId6" Type="http://schemas.openxmlformats.org/officeDocument/2006/relationships/oleObject" Target="../embeddings/oleObject266.bin"/><Relationship Id="rId11" Type="http://schemas.openxmlformats.org/officeDocument/2006/relationships/oleObject" Target="../embeddings/oleObject271.bin"/><Relationship Id="rId5" Type="http://schemas.openxmlformats.org/officeDocument/2006/relationships/oleObject" Target="../embeddings/oleObject265.bin"/><Relationship Id="rId15" Type="http://schemas.openxmlformats.org/officeDocument/2006/relationships/oleObject" Target="../embeddings/oleObject275.bin"/><Relationship Id="rId10" Type="http://schemas.openxmlformats.org/officeDocument/2006/relationships/oleObject" Target="../embeddings/oleObject270.bin"/><Relationship Id="rId19" Type="http://schemas.openxmlformats.org/officeDocument/2006/relationships/oleObject" Target="../embeddings/oleObject279.bin"/><Relationship Id="rId4" Type="http://schemas.openxmlformats.org/officeDocument/2006/relationships/oleObject" Target="../embeddings/oleObject264.bin"/><Relationship Id="rId9" Type="http://schemas.openxmlformats.org/officeDocument/2006/relationships/oleObject" Target="../embeddings/oleObject269.bin"/><Relationship Id="rId14" Type="http://schemas.openxmlformats.org/officeDocument/2006/relationships/oleObject" Target="../embeddings/oleObject274.bin"/><Relationship Id="rId22" Type="http://schemas.openxmlformats.org/officeDocument/2006/relationships/oleObject" Target="../embeddings/oleObject282.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88.bin"/><Relationship Id="rId13" Type="http://schemas.openxmlformats.org/officeDocument/2006/relationships/oleObject" Target="../embeddings/oleObject293.bin"/><Relationship Id="rId3" Type="http://schemas.openxmlformats.org/officeDocument/2006/relationships/oleObject" Target="../embeddings/oleObject283.bin"/><Relationship Id="rId7" Type="http://schemas.openxmlformats.org/officeDocument/2006/relationships/oleObject" Target="../embeddings/oleObject287.bin"/><Relationship Id="rId12" Type="http://schemas.openxmlformats.org/officeDocument/2006/relationships/oleObject" Target="../embeddings/oleObject292.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286.bin"/><Relationship Id="rId11" Type="http://schemas.openxmlformats.org/officeDocument/2006/relationships/oleObject" Target="../embeddings/oleObject291.bin"/><Relationship Id="rId5" Type="http://schemas.openxmlformats.org/officeDocument/2006/relationships/oleObject" Target="../embeddings/oleObject285.bin"/><Relationship Id="rId15" Type="http://schemas.openxmlformats.org/officeDocument/2006/relationships/oleObject" Target="../embeddings/oleObject295.bin"/><Relationship Id="rId10" Type="http://schemas.openxmlformats.org/officeDocument/2006/relationships/oleObject" Target="../embeddings/oleObject290.bin"/><Relationship Id="rId4" Type="http://schemas.openxmlformats.org/officeDocument/2006/relationships/oleObject" Target="../embeddings/oleObject284.bin"/><Relationship Id="rId9" Type="http://schemas.openxmlformats.org/officeDocument/2006/relationships/oleObject" Target="../embeddings/oleObject289.bin"/><Relationship Id="rId14" Type="http://schemas.openxmlformats.org/officeDocument/2006/relationships/oleObject" Target="../embeddings/oleObject294.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01.bin"/><Relationship Id="rId3" Type="http://schemas.openxmlformats.org/officeDocument/2006/relationships/oleObject" Target="../embeddings/oleObject296.bin"/><Relationship Id="rId7" Type="http://schemas.openxmlformats.org/officeDocument/2006/relationships/oleObject" Target="../embeddings/oleObject300.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299.bin"/><Relationship Id="rId5" Type="http://schemas.openxmlformats.org/officeDocument/2006/relationships/oleObject" Target="../embeddings/oleObject298.bin"/><Relationship Id="rId4" Type="http://schemas.openxmlformats.org/officeDocument/2006/relationships/oleObject" Target="../embeddings/oleObject297.bin"/><Relationship Id="rId9" Type="http://schemas.openxmlformats.org/officeDocument/2006/relationships/oleObject" Target="../embeddings/oleObject302.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08.bin"/><Relationship Id="rId3" Type="http://schemas.openxmlformats.org/officeDocument/2006/relationships/oleObject" Target="../embeddings/oleObject303.bin"/><Relationship Id="rId7" Type="http://schemas.openxmlformats.org/officeDocument/2006/relationships/oleObject" Target="../embeddings/oleObject307.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306.bin"/><Relationship Id="rId5" Type="http://schemas.openxmlformats.org/officeDocument/2006/relationships/oleObject" Target="../embeddings/oleObject305.bin"/><Relationship Id="rId4" Type="http://schemas.openxmlformats.org/officeDocument/2006/relationships/oleObject" Target="../embeddings/oleObject304.bin"/><Relationship Id="rId9" Type="http://schemas.openxmlformats.org/officeDocument/2006/relationships/oleObject" Target="../embeddings/oleObject309.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15.bin"/><Relationship Id="rId13" Type="http://schemas.openxmlformats.org/officeDocument/2006/relationships/oleObject" Target="../embeddings/oleObject320.bin"/><Relationship Id="rId3" Type="http://schemas.openxmlformats.org/officeDocument/2006/relationships/oleObject" Target="../embeddings/oleObject310.bin"/><Relationship Id="rId7" Type="http://schemas.openxmlformats.org/officeDocument/2006/relationships/oleObject" Target="../embeddings/oleObject314.bin"/><Relationship Id="rId12" Type="http://schemas.openxmlformats.org/officeDocument/2006/relationships/oleObject" Target="../embeddings/oleObject319.bin"/><Relationship Id="rId2" Type="http://schemas.openxmlformats.org/officeDocument/2006/relationships/slideLayout" Target="../slideLayouts/slideLayout7.xml"/><Relationship Id="rId16" Type="http://schemas.openxmlformats.org/officeDocument/2006/relationships/oleObject" Target="../embeddings/oleObject323.bin"/><Relationship Id="rId1" Type="http://schemas.openxmlformats.org/officeDocument/2006/relationships/vmlDrawing" Target="../drawings/vmlDrawing32.vml"/><Relationship Id="rId6" Type="http://schemas.openxmlformats.org/officeDocument/2006/relationships/oleObject" Target="../embeddings/oleObject313.bin"/><Relationship Id="rId11" Type="http://schemas.openxmlformats.org/officeDocument/2006/relationships/oleObject" Target="../embeddings/oleObject318.bin"/><Relationship Id="rId5" Type="http://schemas.openxmlformats.org/officeDocument/2006/relationships/oleObject" Target="../embeddings/oleObject312.bin"/><Relationship Id="rId15" Type="http://schemas.openxmlformats.org/officeDocument/2006/relationships/oleObject" Target="../embeddings/oleObject322.bin"/><Relationship Id="rId10" Type="http://schemas.openxmlformats.org/officeDocument/2006/relationships/oleObject" Target="../embeddings/oleObject317.bin"/><Relationship Id="rId4" Type="http://schemas.openxmlformats.org/officeDocument/2006/relationships/oleObject" Target="../embeddings/oleObject311.bin"/><Relationship Id="rId9" Type="http://schemas.openxmlformats.org/officeDocument/2006/relationships/oleObject" Target="../embeddings/oleObject316.bin"/><Relationship Id="rId14" Type="http://schemas.openxmlformats.org/officeDocument/2006/relationships/oleObject" Target="../embeddings/oleObject321.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29.bin"/><Relationship Id="rId13" Type="http://schemas.openxmlformats.org/officeDocument/2006/relationships/oleObject" Target="../embeddings/oleObject334.bin"/><Relationship Id="rId3" Type="http://schemas.openxmlformats.org/officeDocument/2006/relationships/oleObject" Target="../embeddings/oleObject324.bin"/><Relationship Id="rId7" Type="http://schemas.openxmlformats.org/officeDocument/2006/relationships/oleObject" Target="../embeddings/oleObject328.bin"/><Relationship Id="rId12" Type="http://schemas.openxmlformats.org/officeDocument/2006/relationships/oleObject" Target="../embeddings/oleObject333.bin"/><Relationship Id="rId2" Type="http://schemas.openxmlformats.org/officeDocument/2006/relationships/slideLayout" Target="../slideLayouts/slideLayout7.xml"/><Relationship Id="rId16" Type="http://schemas.openxmlformats.org/officeDocument/2006/relationships/oleObject" Target="../embeddings/oleObject337.bin"/><Relationship Id="rId1" Type="http://schemas.openxmlformats.org/officeDocument/2006/relationships/vmlDrawing" Target="../drawings/vmlDrawing33.vml"/><Relationship Id="rId6" Type="http://schemas.openxmlformats.org/officeDocument/2006/relationships/oleObject" Target="../embeddings/oleObject327.bin"/><Relationship Id="rId11" Type="http://schemas.openxmlformats.org/officeDocument/2006/relationships/oleObject" Target="../embeddings/oleObject332.bin"/><Relationship Id="rId5" Type="http://schemas.openxmlformats.org/officeDocument/2006/relationships/oleObject" Target="../embeddings/oleObject326.bin"/><Relationship Id="rId15" Type="http://schemas.openxmlformats.org/officeDocument/2006/relationships/oleObject" Target="../embeddings/oleObject336.bin"/><Relationship Id="rId10" Type="http://schemas.openxmlformats.org/officeDocument/2006/relationships/oleObject" Target="../embeddings/oleObject331.bin"/><Relationship Id="rId4" Type="http://schemas.openxmlformats.org/officeDocument/2006/relationships/oleObject" Target="../embeddings/oleObject325.bin"/><Relationship Id="rId9" Type="http://schemas.openxmlformats.org/officeDocument/2006/relationships/oleObject" Target="../embeddings/oleObject330.bin"/><Relationship Id="rId14" Type="http://schemas.openxmlformats.org/officeDocument/2006/relationships/oleObject" Target="../embeddings/oleObject335.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41.bin"/><Relationship Id="rId13" Type="http://schemas.openxmlformats.org/officeDocument/2006/relationships/oleObject" Target="../embeddings/oleObject346.bin"/><Relationship Id="rId3" Type="http://schemas.openxmlformats.org/officeDocument/2006/relationships/image" Target="../media/image252.jpeg"/><Relationship Id="rId7" Type="http://schemas.openxmlformats.org/officeDocument/2006/relationships/oleObject" Target="../embeddings/oleObject340.bin"/><Relationship Id="rId12" Type="http://schemas.openxmlformats.org/officeDocument/2006/relationships/oleObject" Target="../embeddings/oleObject345.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253.jpeg"/><Relationship Id="rId11" Type="http://schemas.openxmlformats.org/officeDocument/2006/relationships/oleObject" Target="../embeddings/oleObject344.bin"/><Relationship Id="rId5" Type="http://schemas.openxmlformats.org/officeDocument/2006/relationships/oleObject" Target="../embeddings/oleObject339.bin"/><Relationship Id="rId10" Type="http://schemas.openxmlformats.org/officeDocument/2006/relationships/oleObject" Target="../embeddings/oleObject343.bin"/><Relationship Id="rId4" Type="http://schemas.openxmlformats.org/officeDocument/2006/relationships/oleObject" Target="../embeddings/oleObject338.bin"/><Relationship Id="rId9" Type="http://schemas.openxmlformats.org/officeDocument/2006/relationships/oleObject" Target="../embeddings/oleObject342.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52.bin"/><Relationship Id="rId13" Type="http://schemas.openxmlformats.org/officeDocument/2006/relationships/oleObject" Target="../embeddings/oleObject357.bin"/><Relationship Id="rId18" Type="http://schemas.openxmlformats.org/officeDocument/2006/relationships/oleObject" Target="../embeddings/oleObject362.bin"/><Relationship Id="rId3" Type="http://schemas.openxmlformats.org/officeDocument/2006/relationships/oleObject" Target="../embeddings/oleObject347.bin"/><Relationship Id="rId7" Type="http://schemas.openxmlformats.org/officeDocument/2006/relationships/oleObject" Target="../embeddings/oleObject351.bin"/><Relationship Id="rId12" Type="http://schemas.openxmlformats.org/officeDocument/2006/relationships/oleObject" Target="../embeddings/oleObject356.bin"/><Relationship Id="rId17" Type="http://schemas.openxmlformats.org/officeDocument/2006/relationships/oleObject" Target="../embeddings/oleObject361.bin"/><Relationship Id="rId2" Type="http://schemas.openxmlformats.org/officeDocument/2006/relationships/slideLayout" Target="../slideLayouts/slideLayout7.xml"/><Relationship Id="rId16" Type="http://schemas.openxmlformats.org/officeDocument/2006/relationships/oleObject" Target="../embeddings/oleObject360.bin"/><Relationship Id="rId20" Type="http://schemas.openxmlformats.org/officeDocument/2006/relationships/oleObject" Target="../embeddings/oleObject364.bin"/><Relationship Id="rId1" Type="http://schemas.openxmlformats.org/officeDocument/2006/relationships/vmlDrawing" Target="../drawings/vmlDrawing35.vml"/><Relationship Id="rId6" Type="http://schemas.openxmlformats.org/officeDocument/2006/relationships/oleObject" Target="../embeddings/oleObject350.bin"/><Relationship Id="rId11" Type="http://schemas.openxmlformats.org/officeDocument/2006/relationships/oleObject" Target="../embeddings/oleObject355.bin"/><Relationship Id="rId5" Type="http://schemas.openxmlformats.org/officeDocument/2006/relationships/oleObject" Target="../embeddings/oleObject349.bin"/><Relationship Id="rId15" Type="http://schemas.openxmlformats.org/officeDocument/2006/relationships/oleObject" Target="../embeddings/oleObject359.bin"/><Relationship Id="rId10" Type="http://schemas.openxmlformats.org/officeDocument/2006/relationships/oleObject" Target="../embeddings/oleObject354.bin"/><Relationship Id="rId19" Type="http://schemas.openxmlformats.org/officeDocument/2006/relationships/oleObject" Target="../embeddings/oleObject363.bin"/><Relationship Id="rId4" Type="http://schemas.openxmlformats.org/officeDocument/2006/relationships/oleObject" Target="../embeddings/oleObject348.bin"/><Relationship Id="rId9" Type="http://schemas.openxmlformats.org/officeDocument/2006/relationships/oleObject" Target="../embeddings/oleObject353.bin"/><Relationship Id="rId14" Type="http://schemas.openxmlformats.org/officeDocument/2006/relationships/oleObject" Target="../embeddings/oleObject358.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70.bin"/><Relationship Id="rId13" Type="http://schemas.openxmlformats.org/officeDocument/2006/relationships/oleObject" Target="../embeddings/oleObject375.bin"/><Relationship Id="rId3" Type="http://schemas.openxmlformats.org/officeDocument/2006/relationships/oleObject" Target="../embeddings/oleObject365.bin"/><Relationship Id="rId7" Type="http://schemas.openxmlformats.org/officeDocument/2006/relationships/oleObject" Target="../embeddings/oleObject369.bin"/><Relationship Id="rId12" Type="http://schemas.openxmlformats.org/officeDocument/2006/relationships/oleObject" Target="../embeddings/oleObject374.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368.bin"/><Relationship Id="rId11" Type="http://schemas.openxmlformats.org/officeDocument/2006/relationships/oleObject" Target="../embeddings/oleObject373.bin"/><Relationship Id="rId5" Type="http://schemas.openxmlformats.org/officeDocument/2006/relationships/oleObject" Target="../embeddings/oleObject367.bin"/><Relationship Id="rId15" Type="http://schemas.openxmlformats.org/officeDocument/2006/relationships/oleObject" Target="../embeddings/oleObject377.bin"/><Relationship Id="rId10" Type="http://schemas.openxmlformats.org/officeDocument/2006/relationships/oleObject" Target="../embeddings/oleObject372.bin"/><Relationship Id="rId4" Type="http://schemas.openxmlformats.org/officeDocument/2006/relationships/oleObject" Target="../embeddings/oleObject366.bin"/><Relationship Id="rId9" Type="http://schemas.openxmlformats.org/officeDocument/2006/relationships/oleObject" Target="../embeddings/oleObject371.bin"/><Relationship Id="rId14" Type="http://schemas.openxmlformats.org/officeDocument/2006/relationships/oleObject" Target="../embeddings/oleObject376.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383.bin"/><Relationship Id="rId13" Type="http://schemas.openxmlformats.org/officeDocument/2006/relationships/oleObject" Target="../embeddings/oleObject388.bin"/><Relationship Id="rId18" Type="http://schemas.openxmlformats.org/officeDocument/2006/relationships/oleObject" Target="../embeddings/oleObject393.bin"/><Relationship Id="rId3" Type="http://schemas.openxmlformats.org/officeDocument/2006/relationships/oleObject" Target="../embeddings/oleObject378.bin"/><Relationship Id="rId7" Type="http://schemas.openxmlformats.org/officeDocument/2006/relationships/oleObject" Target="../embeddings/oleObject382.bin"/><Relationship Id="rId12" Type="http://schemas.openxmlformats.org/officeDocument/2006/relationships/oleObject" Target="../embeddings/oleObject387.bin"/><Relationship Id="rId17" Type="http://schemas.openxmlformats.org/officeDocument/2006/relationships/oleObject" Target="../embeddings/oleObject392.bin"/><Relationship Id="rId2" Type="http://schemas.openxmlformats.org/officeDocument/2006/relationships/slideLayout" Target="../slideLayouts/slideLayout7.xml"/><Relationship Id="rId16" Type="http://schemas.openxmlformats.org/officeDocument/2006/relationships/oleObject" Target="../embeddings/oleObject391.bin"/><Relationship Id="rId1" Type="http://schemas.openxmlformats.org/officeDocument/2006/relationships/vmlDrawing" Target="../drawings/vmlDrawing37.vml"/><Relationship Id="rId6" Type="http://schemas.openxmlformats.org/officeDocument/2006/relationships/oleObject" Target="../embeddings/oleObject381.bin"/><Relationship Id="rId11" Type="http://schemas.openxmlformats.org/officeDocument/2006/relationships/oleObject" Target="../embeddings/oleObject386.bin"/><Relationship Id="rId5" Type="http://schemas.openxmlformats.org/officeDocument/2006/relationships/oleObject" Target="../embeddings/oleObject380.bin"/><Relationship Id="rId15" Type="http://schemas.openxmlformats.org/officeDocument/2006/relationships/oleObject" Target="../embeddings/oleObject390.bin"/><Relationship Id="rId10" Type="http://schemas.openxmlformats.org/officeDocument/2006/relationships/oleObject" Target="../embeddings/oleObject385.bin"/><Relationship Id="rId19" Type="http://schemas.openxmlformats.org/officeDocument/2006/relationships/oleObject" Target="../embeddings/oleObject394.bin"/><Relationship Id="rId4" Type="http://schemas.openxmlformats.org/officeDocument/2006/relationships/oleObject" Target="../embeddings/oleObject379.bin"/><Relationship Id="rId9" Type="http://schemas.openxmlformats.org/officeDocument/2006/relationships/oleObject" Target="../embeddings/oleObject384.bin"/><Relationship Id="rId14" Type="http://schemas.openxmlformats.org/officeDocument/2006/relationships/oleObject" Target="../embeddings/oleObject389.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95.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oleObject" Target="../embeddings/oleObject396.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402.bin"/><Relationship Id="rId13" Type="http://schemas.openxmlformats.org/officeDocument/2006/relationships/oleObject" Target="../embeddings/oleObject407.bin"/><Relationship Id="rId3" Type="http://schemas.openxmlformats.org/officeDocument/2006/relationships/oleObject" Target="../embeddings/oleObject397.bin"/><Relationship Id="rId7" Type="http://schemas.openxmlformats.org/officeDocument/2006/relationships/oleObject" Target="../embeddings/oleObject401.bin"/><Relationship Id="rId12" Type="http://schemas.openxmlformats.org/officeDocument/2006/relationships/oleObject" Target="../embeddings/oleObject406.bin"/><Relationship Id="rId17" Type="http://schemas.openxmlformats.org/officeDocument/2006/relationships/oleObject" Target="../embeddings/oleObject411.bin"/><Relationship Id="rId2" Type="http://schemas.openxmlformats.org/officeDocument/2006/relationships/slideLayout" Target="../slideLayouts/slideLayout7.xml"/><Relationship Id="rId16" Type="http://schemas.openxmlformats.org/officeDocument/2006/relationships/oleObject" Target="../embeddings/oleObject410.bin"/><Relationship Id="rId1" Type="http://schemas.openxmlformats.org/officeDocument/2006/relationships/vmlDrawing" Target="../drawings/vmlDrawing39.vml"/><Relationship Id="rId6" Type="http://schemas.openxmlformats.org/officeDocument/2006/relationships/oleObject" Target="../embeddings/oleObject400.bin"/><Relationship Id="rId11" Type="http://schemas.openxmlformats.org/officeDocument/2006/relationships/oleObject" Target="../embeddings/oleObject405.bin"/><Relationship Id="rId5" Type="http://schemas.openxmlformats.org/officeDocument/2006/relationships/oleObject" Target="../embeddings/oleObject399.bin"/><Relationship Id="rId15" Type="http://schemas.openxmlformats.org/officeDocument/2006/relationships/oleObject" Target="../embeddings/oleObject409.bin"/><Relationship Id="rId10" Type="http://schemas.openxmlformats.org/officeDocument/2006/relationships/oleObject" Target="../embeddings/oleObject404.bin"/><Relationship Id="rId4" Type="http://schemas.openxmlformats.org/officeDocument/2006/relationships/oleObject" Target="../embeddings/oleObject398.bin"/><Relationship Id="rId9" Type="http://schemas.openxmlformats.org/officeDocument/2006/relationships/oleObject" Target="../embeddings/oleObject403.bin"/><Relationship Id="rId14" Type="http://schemas.openxmlformats.org/officeDocument/2006/relationships/oleObject" Target="../embeddings/oleObject408.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416.bin"/><Relationship Id="rId3" Type="http://schemas.openxmlformats.org/officeDocument/2006/relationships/slideLayout" Target="../slideLayouts/slideLayout7.xml"/><Relationship Id="rId7" Type="http://schemas.openxmlformats.org/officeDocument/2006/relationships/oleObject" Target="../embeddings/oleObject415.bin"/><Relationship Id="rId2" Type="http://schemas.openxmlformats.org/officeDocument/2006/relationships/control" Target="../activeX/activeX2.xml"/><Relationship Id="rId1" Type="http://schemas.openxmlformats.org/officeDocument/2006/relationships/vmlDrawing" Target="../drawings/vmlDrawing40.vml"/><Relationship Id="rId6" Type="http://schemas.openxmlformats.org/officeDocument/2006/relationships/oleObject" Target="../embeddings/oleObject414.bin"/><Relationship Id="rId5" Type="http://schemas.openxmlformats.org/officeDocument/2006/relationships/oleObject" Target="../embeddings/oleObject413.bin"/><Relationship Id="rId4" Type="http://schemas.openxmlformats.org/officeDocument/2006/relationships/oleObject" Target="../embeddings/oleObject412.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22.bin"/><Relationship Id="rId3" Type="http://schemas.openxmlformats.org/officeDocument/2006/relationships/oleObject" Target="../embeddings/oleObject417.bin"/><Relationship Id="rId7" Type="http://schemas.openxmlformats.org/officeDocument/2006/relationships/oleObject" Target="../embeddings/oleObject421.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420.bin"/><Relationship Id="rId5" Type="http://schemas.openxmlformats.org/officeDocument/2006/relationships/oleObject" Target="../embeddings/oleObject419.bin"/><Relationship Id="rId4" Type="http://schemas.openxmlformats.org/officeDocument/2006/relationships/oleObject" Target="../embeddings/oleObject418.bin"/><Relationship Id="rId9" Type="http://schemas.openxmlformats.org/officeDocument/2006/relationships/oleObject" Target="../embeddings/oleObject423.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428.bin"/><Relationship Id="rId3" Type="http://schemas.openxmlformats.org/officeDocument/2006/relationships/slideLayout" Target="../slideLayouts/slideLayout7.xml"/><Relationship Id="rId7" Type="http://schemas.openxmlformats.org/officeDocument/2006/relationships/oleObject" Target="../embeddings/oleObject427.bin"/><Relationship Id="rId12" Type="http://schemas.openxmlformats.org/officeDocument/2006/relationships/oleObject" Target="../embeddings/oleObject432.bin"/><Relationship Id="rId2" Type="http://schemas.openxmlformats.org/officeDocument/2006/relationships/control" Target="../activeX/activeX3.xml"/><Relationship Id="rId1" Type="http://schemas.openxmlformats.org/officeDocument/2006/relationships/vmlDrawing" Target="../drawings/vmlDrawing42.vml"/><Relationship Id="rId6" Type="http://schemas.openxmlformats.org/officeDocument/2006/relationships/oleObject" Target="../embeddings/oleObject426.bin"/><Relationship Id="rId11" Type="http://schemas.openxmlformats.org/officeDocument/2006/relationships/oleObject" Target="../embeddings/oleObject431.bin"/><Relationship Id="rId5" Type="http://schemas.openxmlformats.org/officeDocument/2006/relationships/oleObject" Target="../embeddings/oleObject425.bin"/><Relationship Id="rId10" Type="http://schemas.openxmlformats.org/officeDocument/2006/relationships/oleObject" Target="../embeddings/oleObject430.bin"/><Relationship Id="rId4" Type="http://schemas.openxmlformats.org/officeDocument/2006/relationships/oleObject" Target="../embeddings/oleObject424.bin"/><Relationship Id="rId9" Type="http://schemas.openxmlformats.org/officeDocument/2006/relationships/oleObject" Target="../embeddings/oleObject429.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oleObject" Target="../embeddings/oleObject435.bin"/><Relationship Id="rId2" Type="http://schemas.openxmlformats.org/officeDocument/2006/relationships/control" Target="../activeX/activeX4.xml"/><Relationship Id="rId1" Type="http://schemas.openxmlformats.org/officeDocument/2006/relationships/vmlDrawing" Target="../drawings/vmlDrawing43.vml"/><Relationship Id="rId6" Type="http://schemas.openxmlformats.org/officeDocument/2006/relationships/oleObject" Target="../embeddings/oleObject434.bin"/><Relationship Id="rId5" Type="http://schemas.openxmlformats.org/officeDocument/2006/relationships/oleObject" Target="../embeddings/oleObject433.bin"/><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441.bin"/><Relationship Id="rId3" Type="http://schemas.openxmlformats.org/officeDocument/2006/relationships/oleObject" Target="../embeddings/oleObject436.bin"/><Relationship Id="rId7" Type="http://schemas.openxmlformats.org/officeDocument/2006/relationships/oleObject" Target="../embeddings/oleObject440.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439.bin"/><Relationship Id="rId5" Type="http://schemas.openxmlformats.org/officeDocument/2006/relationships/oleObject" Target="../embeddings/oleObject438.bin"/><Relationship Id="rId4" Type="http://schemas.openxmlformats.org/officeDocument/2006/relationships/oleObject" Target="../embeddings/oleObject437.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42.bin"/><Relationship Id="rId2" Type="http://schemas.openxmlformats.org/officeDocument/2006/relationships/slideLayout" Target="../slideLayouts/slideLayout7.xml"/><Relationship Id="rId1" Type="http://schemas.openxmlformats.org/officeDocument/2006/relationships/vmlDrawing" Target="../drawings/vmlDrawing45.vml"/><Relationship Id="rId5" Type="http://schemas.openxmlformats.org/officeDocument/2006/relationships/oleObject" Target="../embeddings/oleObject444.bin"/><Relationship Id="rId4" Type="http://schemas.openxmlformats.org/officeDocument/2006/relationships/oleObject" Target="../embeddings/oleObject443.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450.bin"/><Relationship Id="rId3" Type="http://schemas.openxmlformats.org/officeDocument/2006/relationships/oleObject" Target="../embeddings/oleObject445.bin"/><Relationship Id="rId7" Type="http://schemas.openxmlformats.org/officeDocument/2006/relationships/oleObject" Target="../embeddings/oleObject449.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448.bin"/><Relationship Id="rId5" Type="http://schemas.openxmlformats.org/officeDocument/2006/relationships/oleObject" Target="../embeddings/oleObject447.bin"/><Relationship Id="rId4" Type="http://schemas.openxmlformats.org/officeDocument/2006/relationships/oleObject" Target="../embeddings/oleObject446.bin"/><Relationship Id="rId9" Type="http://schemas.openxmlformats.org/officeDocument/2006/relationships/oleObject" Target="../embeddings/oleObject451.bin"/></Relationships>
</file>

<file path=ppt/slides/_rels/slide51.xml.rels><?xml version="1.0" encoding="UTF-8" standalone="yes"?>
<Relationships xmlns="http://schemas.openxmlformats.org/package/2006/relationships"><Relationship Id="rId2" Type="http://schemas.openxmlformats.org/officeDocument/2006/relationships/image" Target="../media/image32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457.bin"/><Relationship Id="rId3" Type="http://schemas.openxmlformats.org/officeDocument/2006/relationships/oleObject" Target="../embeddings/oleObject452.bin"/><Relationship Id="rId7" Type="http://schemas.openxmlformats.org/officeDocument/2006/relationships/oleObject" Target="../embeddings/oleObject456.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oleObject" Target="../embeddings/oleObject455.bin"/><Relationship Id="rId5" Type="http://schemas.openxmlformats.org/officeDocument/2006/relationships/oleObject" Target="../embeddings/oleObject454.bin"/><Relationship Id="rId4" Type="http://schemas.openxmlformats.org/officeDocument/2006/relationships/oleObject" Target="../embeddings/oleObject453.bin"/></Relationships>
</file>

<file path=ppt/slides/_rels/slide53.xml.rels><?xml version="1.0" encoding="UTF-8" standalone="yes"?>
<Relationships xmlns="http://schemas.openxmlformats.org/package/2006/relationships"><Relationship Id="rId2" Type="http://schemas.openxmlformats.org/officeDocument/2006/relationships/image" Target="../media/image33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463.bin"/><Relationship Id="rId13" Type="http://schemas.openxmlformats.org/officeDocument/2006/relationships/oleObject" Target="../embeddings/oleObject468.bin"/><Relationship Id="rId3" Type="http://schemas.openxmlformats.org/officeDocument/2006/relationships/oleObject" Target="../embeddings/oleObject458.bin"/><Relationship Id="rId7" Type="http://schemas.openxmlformats.org/officeDocument/2006/relationships/oleObject" Target="../embeddings/oleObject462.bin"/><Relationship Id="rId12" Type="http://schemas.openxmlformats.org/officeDocument/2006/relationships/oleObject" Target="../embeddings/oleObject467.bin"/><Relationship Id="rId17" Type="http://schemas.openxmlformats.org/officeDocument/2006/relationships/oleObject" Target="../embeddings/oleObject472.bin"/><Relationship Id="rId2" Type="http://schemas.openxmlformats.org/officeDocument/2006/relationships/slideLayout" Target="../slideLayouts/slideLayout7.xml"/><Relationship Id="rId16" Type="http://schemas.openxmlformats.org/officeDocument/2006/relationships/oleObject" Target="../embeddings/oleObject471.bin"/><Relationship Id="rId1" Type="http://schemas.openxmlformats.org/officeDocument/2006/relationships/vmlDrawing" Target="../drawings/vmlDrawing48.vml"/><Relationship Id="rId6" Type="http://schemas.openxmlformats.org/officeDocument/2006/relationships/oleObject" Target="../embeddings/oleObject461.bin"/><Relationship Id="rId11" Type="http://schemas.openxmlformats.org/officeDocument/2006/relationships/oleObject" Target="../embeddings/oleObject466.bin"/><Relationship Id="rId5" Type="http://schemas.openxmlformats.org/officeDocument/2006/relationships/oleObject" Target="../embeddings/oleObject460.bin"/><Relationship Id="rId15" Type="http://schemas.openxmlformats.org/officeDocument/2006/relationships/oleObject" Target="../embeddings/oleObject470.bin"/><Relationship Id="rId10" Type="http://schemas.openxmlformats.org/officeDocument/2006/relationships/oleObject" Target="../embeddings/oleObject465.bin"/><Relationship Id="rId4" Type="http://schemas.openxmlformats.org/officeDocument/2006/relationships/oleObject" Target="../embeddings/oleObject459.bin"/><Relationship Id="rId9" Type="http://schemas.openxmlformats.org/officeDocument/2006/relationships/oleObject" Target="../embeddings/oleObject464.bin"/><Relationship Id="rId14" Type="http://schemas.openxmlformats.org/officeDocument/2006/relationships/oleObject" Target="../embeddings/oleObject469.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477.bin"/><Relationship Id="rId13" Type="http://schemas.openxmlformats.org/officeDocument/2006/relationships/oleObject" Target="../embeddings/oleObject482.bin"/><Relationship Id="rId18" Type="http://schemas.openxmlformats.org/officeDocument/2006/relationships/oleObject" Target="../embeddings/oleObject486.bin"/><Relationship Id="rId3" Type="http://schemas.openxmlformats.org/officeDocument/2006/relationships/oleObject" Target="../embeddings/oleObject473.bin"/><Relationship Id="rId7" Type="http://schemas.openxmlformats.org/officeDocument/2006/relationships/image" Target="../media/image31.png"/><Relationship Id="rId12" Type="http://schemas.openxmlformats.org/officeDocument/2006/relationships/oleObject" Target="../embeddings/oleObject481.bin"/><Relationship Id="rId17" Type="http://schemas.openxmlformats.org/officeDocument/2006/relationships/oleObject" Target="../embeddings/oleObject485.bin"/><Relationship Id="rId2" Type="http://schemas.openxmlformats.org/officeDocument/2006/relationships/slideLayout" Target="../slideLayouts/slideLayout7.xml"/><Relationship Id="rId16" Type="http://schemas.openxmlformats.org/officeDocument/2006/relationships/oleObject" Target="../embeddings/oleObject484.bin"/><Relationship Id="rId1" Type="http://schemas.openxmlformats.org/officeDocument/2006/relationships/vmlDrawing" Target="../drawings/vmlDrawing49.vml"/><Relationship Id="rId6" Type="http://schemas.openxmlformats.org/officeDocument/2006/relationships/oleObject" Target="../embeddings/oleObject476.bin"/><Relationship Id="rId11" Type="http://schemas.openxmlformats.org/officeDocument/2006/relationships/oleObject" Target="../embeddings/oleObject480.bin"/><Relationship Id="rId5" Type="http://schemas.openxmlformats.org/officeDocument/2006/relationships/oleObject" Target="../embeddings/oleObject475.bin"/><Relationship Id="rId15" Type="http://schemas.openxmlformats.org/officeDocument/2006/relationships/image" Target="../media/image53.png"/><Relationship Id="rId10" Type="http://schemas.openxmlformats.org/officeDocument/2006/relationships/oleObject" Target="../embeddings/oleObject479.bin"/><Relationship Id="rId4" Type="http://schemas.openxmlformats.org/officeDocument/2006/relationships/oleObject" Target="../embeddings/oleObject474.bin"/><Relationship Id="rId9" Type="http://schemas.openxmlformats.org/officeDocument/2006/relationships/oleObject" Target="../embeddings/oleObject478.bin"/><Relationship Id="rId14" Type="http://schemas.openxmlformats.org/officeDocument/2006/relationships/oleObject" Target="../embeddings/oleObject483.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492.bin"/><Relationship Id="rId13" Type="http://schemas.openxmlformats.org/officeDocument/2006/relationships/oleObject" Target="../embeddings/oleObject497.bin"/><Relationship Id="rId18" Type="http://schemas.openxmlformats.org/officeDocument/2006/relationships/oleObject" Target="../embeddings/oleObject502.bin"/><Relationship Id="rId3" Type="http://schemas.openxmlformats.org/officeDocument/2006/relationships/oleObject" Target="../embeddings/oleObject487.bin"/><Relationship Id="rId7" Type="http://schemas.openxmlformats.org/officeDocument/2006/relationships/oleObject" Target="../embeddings/oleObject491.bin"/><Relationship Id="rId12" Type="http://schemas.openxmlformats.org/officeDocument/2006/relationships/oleObject" Target="../embeddings/oleObject496.bin"/><Relationship Id="rId17" Type="http://schemas.openxmlformats.org/officeDocument/2006/relationships/oleObject" Target="../embeddings/oleObject501.bin"/><Relationship Id="rId2" Type="http://schemas.openxmlformats.org/officeDocument/2006/relationships/slideLayout" Target="../slideLayouts/slideLayout7.xml"/><Relationship Id="rId16" Type="http://schemas.openxmlformats.org/officeDocument/2006/relationships/oleObject" Target="../embeddings/oleObject500.bin"/><Relationship Id="rId1" Type="http://schemas.openxmlformats.org/officeDocument/2006/relationships/vmlDrawing" Target="../drawings/vmlDrawing50.vml"/><Relationship Id="rId6" Type="http://schemas.openxmlformats.org/officeDocument/2006/relationships/oleObject" Target="../embeddings/oleObject490.bin"/><Relationship Id="rId11" Type="http://schemas.openxmlformats.org/officeDocument/2006/relationships/oleObject" Target="../embeddings/oleObject495.bin"/><Relationship Id="rId5" Type="http://schemas.openxmlformats.org/officeDocument/2006/relationships/oleObject" Target="../embeddings/oleObject489.bin"/><Relationship Id="rId15" Type="http://schemas.openxmlformats.org/officeDocument/2006/relationships/oleObject" Target="../embeddings/oleObject499.bin"/><Relationship Id="rId10" Type="http://schemas.openxmlformats.org/officeDocument/2006/relationships/oleObject" Target="../embeddings/oleObject494.bin"/><Relationship Id="rId19" Type="http://schemas.openxmlformats.org/officeDocument/2006/relationships/oleObject" Target="../embeddings/oleObject503.bin"/><Relationship Id="rId4" Type="http://schemas.openxmlformats.org/officeDocument/2006/relationships/oleObject" Target="../embeddings/oleObject488.bin"/><Relationship Id="rId9" Type="http://schemas.openxmlformats.org/officeDocument/2006/relationships/oleObject" Target="../embeddings/oleObject493.bin"/><Relationship Id="rId14" Type="http://schemas.openxmlformats.org/officeDocument/2006/relationships/oleObject" Target="../embeddings/oleObject498.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508.bin"/><Relationship Id="rId13" Type="http://schemas.openxmlformats.org/officeDocument/2006/relationships/oleObject" Target="../embeddings/oleObject513.bin"/><Relationship Id="rId3" Type="http://schemas.openxmlformats.org/officeDocument/2006/relationships/image" Target="../media/image31.png"/><Relationship Id="rId7" Type="http://schemas.openxmlformats.org/officeDocument/2006/relationships/oleObject" Target="../embeddings/oleObject507.bin"/><Relationship Id="rId12" Type="http://schemas.openxmlformats.org/officeDocument/2006/relationships/oleObject" Target="../embeddings/oleObject512.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oleObject" Target="../embeddings/oleObject506.bin"/><Relationship Id="rId11" Type="http://schemas.openxmlformats.org/officeDocument/2006/relationships/oleObject" Target="../embeddings/oleObject511.bin"/><Relationship Id="rId5" Type="http://schemas.openxmlformats.org/officeDocument/2006/relationships/oleObject" Target="../embeddings/oleObject505.bin"/><Relationship Id="rId10" Type="http://schemas.openxmlformats.org/officeDocument/2006/relationships/oleObject" Target="../embeddings/oleObject510.bin"/><Relationship Id="rId4" Type="http://schemas.openxmlformats.org/officeDocument/2006/relationships/oleObject" Target="../embeddings/oleObject504.bin"/><Relationship Id="rId9" Type="http://schemas.openxmlformats.org/officeDocument/2006/relationships/oleObject" Target="../embeddings/oleObject509.bin"/><Relationship Id="rId14" Type="http://schemas.openxmlformats.org/officeDocument/2006/relationships/oleObject" Target="../embeddings/oleObject514.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520.bin"/><Relationship Id="rId13" Type="http://schemas.openxmlformats.org/officeDocument/2006/relationships/oleObject" Target="../embeddings/oleObject525.bin"/><Relationship Id="rId18" Type="http://schemas.openxmlformats.org/officeDocument/2006/relationships/oleObject" Target="../embeddings/oleObject530.bin"/><Relationship Id="rId3" Type="http://schemas.openxmlformats.org/officeDocument/2006/relationships/oleObject" Target="../embeddings/oleObject515.bin"/><Relationship Id="rId21" Type="http://schemas.openxmlformats.org/officeDocument/2006/relationships/oleObject" Target="../embeddings/oleObject533.bin"/><Relationship Id="rId7" Type="http://schemas.openxmlformats.org/officeDocument/2006/relationships/oleObject" Target="../embeddings/oleObject519.bin"/><Relationship Id="rId12" Type="http://schemas.openxmlformats.org/officeDocument/2006/relationships/oleObject" Target="../embeddings/oleObject524.bin"/><Relationship Id="rId17" Type="http://schemas.openxmlformats.org/officeDocument/2006/relationships/oleObject" Target="../embeddings/oleObject529.bin"/><Relationship Id="rId2" Type="http://schemas.openxmlformats.org/officeDocument/2006/relationships/slideLayout" Target="../slideLayouts/slideLayout7.xml"/><Relationship Id="rId16" Type="http://schemas.openxmlformats.org/officeDocument/2006/relationships/oleObject" Target="../embeddings/oleObject528.bin"/><Relationship Id="rId20" Type="http://schemas.openxmlformats.org/officeDocument/2006/relationships/oleObject" Target="../embeddings/oleObject532.bin"/><Relationship Id="rId1" Type="http://schemas.openxmlformats.org/officeDocument/2006/relationships/vmlDrawing" Target="../drawings/vmlDrawing52.vml"/><Relationship Id="rId6" Type="http://schemas.openxmlformats.org/officeDocument/2006/relationships/oleObject" Target="../embeddings/oleObject518.bin"/><Relationship Id="rId11" Type="http://schemas.openxmlformats.org/officeDocument/2006/relationships/oleObject" Target="../embeddings/oleObject523.bin"/><Relationship Id="rId5" Type="http://schemas.openxmlformats.org/officeDocument/2006/relationships/oleObject" Target="../embeddings/oleObject517.bin"/><Relationship Id="rId15" Type="http://schemas.openxmlformats.org/officeDocument/2006/relationships/oleObject" Target="../embeddings/oleObject527.bin"/><Relationship Id="rId10" Type="http://schemas.openxmlformats.org/officeDocument/2006/relationships/oleObject" Target="../embeddings/oleObject522.bin"/><Relationship Id="rId19" Type="http://schemas.openxmlformats.org/officeDocument/2006/relationships/oleObject" Target="../embeddings/oleObject531.bin"/><Relationship Id="rId4" Type="http://schemas.openxmlformats.org/officeDocument/2006/relationships/oleObject" Target="../embeddings/oleObject516.bin"/><Relationship Id="rId9" Type="http://schemas.openxmlformats.org/officeDocument/2006/relationships/oleObject" Target="../embeddings/oleObject521.bin"/><Relationship Id="rId14" Type="http://schemas.openxmlformats.org/officeDocument/2006/relationships/oleObject" Target="../embeddings/oleObject526.bin"/><Relationship Id="rId22" Type="http://schemas.openxmlformats.org/officeDocument/2006/relationships/oleObject" Target="../embeddings/oleObject534.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540.bin"/><Relationship Id="rId13" Type="http://schemas.openxmlformats.org/officeDocument/2006/relationships/oleObject" Target="../embeddings/oleObject545.bin"/><Relationship Id="rId18" Type="http://schemas.openxmlformats.org/officeDocument/2006/relationships/oleObject" Target="../embeddings/oleObject550.bin"/><Relationship Id="rId3" Type="http://schemas.openxmlformats.org/officeDocument/2006/relationships/oleObject" Target="../embeddings/oleObject535.bin"/><Relationship Id="rId21" Type="http://schemas.openxmlformats.org/officeDocument/2006/relationships/oleObject" Target="../embeddings/oleObject553.bin"/><Relationship Id="rId7" Type="http://schemas.openxmlformats.org/officeDocument/2006/relationships/oleObject" Target="../embeddings/oleObject539.bin"/><Relationship Id="rId12" Type="http://schemas.openxmlformats.org/officeDocument/2006/relationships/oleObject" Target="../embeddings/oleObject544.bin"/><Relationship Id="rId17" Type="http://schemas.openxmlformats.org/officeDocument/2006/relationships/oleObject" Target="../embeddings/oleObject549.bin"/><Relationship Id="rId2" Type="http://schemas.openxmlformats.org/officeDocument/2006/relationships/slideLayout" Target="../slideLayouts/slideLayout7.xml"/><Relationship Id="rId16" Type="http://schemas.openxmlformats.org/officeDocument/2006/relationships/oleObject" Target="../embeddings/oleObject548.bin"/><Relationship Id="rId20" Type="http://schemas.openxmlformats.org/officeDocument/2006/relationships/oleObject" Target="../embeddings/oleObject552.bin"/><Relationship Id="rId1" Type="http://schemas.openxmlformats.org/officeDocument/2006/relationships/vmlDrawing" Target="../drawings/vmlDrawing53.vml"/><Relationship Id="rId6" Type="http://schemas.openxmlformats.org/officeDocument/2006/relationships/oleObject" Target="../embeddings/oleObject538.bin"/><Relationship Id="rId11" Type="http://schemas.openxmlformats.org/officeDocument/2006/relationships/oleObject" Target="../embeddings/oleObject543.bin"/><Relationship Id="rId5" Type="http://schemas.openxmlformats.org/officeDocument/2006/relationships/oleObject" Target="../embeddings/oleObject537.bin"/><Relationship Id="rId15" Type="http://schemas.openxmlformats.org/officeDocument/2006/relationships/oleObject" Target="../embeddings/oleObject547.bin"/><Relationship Id="rId10" Type="http://schemas.openxmlformats.org/officeDocument/2006/relationships/oleObject" Target="../embeddings/oleObject542.bin"/><Relationship Id="rId19" Type="http://schemas.openxmlformats.org/officeDocument/2006/relationships/oleObject" Target="../embeddings/oleObject551.bin"/><Relationship Id="rId4" Type="http://schemas.openxmlformats.org/officeDocument/2006/relationships/oleObject" Target="../embeddings/oleObject536.bin"/><Relationship Id="rId9" Type="http://schemas.openxmlformats.org/officeDocument/2006/relationships/oleObject" Target="../embeddings/oleObject541.bin"/><Relationship Id="rId14" Type="http://schemas.openxmlformats.org/officeDocument/2006/relationships/oleObject" Target="../embeddings/oleObject546.bin"/><Relationship Id="rId22" Type="http://schemas.openxmlformats.org/officeDocument/2006/relationships/oleObject" Target="../embeddings/oleObject554.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560.bin"/><Relationship Id="rId13" Type="http://schemas.openxmlformats.org/officeDocument/2006/relationships/oleObject" Target="../embeddings/oleObject565.bin"/><Relationship Id="rId18" Type="http://schemas.openxmlformats.org/officeDocument/2006/relationships/oleObject" Target="../embeddings/oleObject570.bin"/><Relationship Id="rId3" Type="http://schemas.openxmlformats.org/officeDocument/2006/relationships/oleObject" Target="../embeddings/oleObject555.bin"/><Relationship Id="rId21" Type="http://schemas.openxmlformats.org/officeDocument/2006/relationships/oleObject" Target="../embeddings/oleObject573.bin"/><Relationship Id="rId7" Type="http://schemas.openxmlformats.org/officeDocument/2006/relationships/oleObject" Target="../embeddings/oleObject559.bin"/><Relationship Id="rId12" Type="http://schemas.openxmlformats.org/officeDocument/2006/relationships/oleObject" Target="../embeddings/oleObject564.bin"/><Relationship Id="rId17" Type="http://schemas.openxmlformats.org/officeDocument/2006/relationships/oleObject" Target="../embeddings/oleObject569.bin"/><Relationship Id="rId2" Type="http://schemas.openxmlformats.org/officeDocument/2006/relationships/slideLayout" Target="../slideLayouts/slideLayout7.xml"/><Relationship Id="rId16" Type="http://schemas.openxmlformats.org/officeDocument/2006/relationships/oleObject" Target="../embeddings/oleObject568.bin"/><Relationship Id="rId20" Type="http://schemas.openxmlformats.org/officeDocument/2006/relationships/oleObject" Target="../embeddings/oleObject572.bin"/><Relationship Id="rId1" Type="http://schemas.openxmlformats.org/officeDocument/2006/relationships/vmlDrawing" Target="../drawings/vmlDrawing54.vml"/><Relationship Id="rId6" Type="http://schemas.openxmlformats.org/officeDocument/2006/relationships/oleObject" Target="../embeddings/oleObject558.bin"/><Relationship Id="rId11" Type="http://schemas.openxmlformats.org/officeDocument/2006/relationships/oleObject" Target="../embeddings/oleObject563.bin"/><Relationship Id="rId5" Type="http://schemas.openxmlformats.org/officeDocument/2006/relationships/oleObject" Target="../embeddings/oleObject557.bin"/><Relationship Id="rId15" Type="http://schemas.openxmlformats.org/officeDocument/2006/relationships/oleObject" Target="../embeddings/oleObject567.bin"/><Relationship Id="rId10" Type="http://schemas.openxmlformats.org/officeDocument/2006/relationships/oleObject" Target="../embeddings/oleObject562.bin"/><Relationship Id="rId19" Type="http://schemas.openxmlformats.org/officeDocument/2006/relationships/oleObject" Target="../embeddings/oleObject571.bin"/><Relationship Id="rId4" Type="http://schemas.openxmlformats.org/officeDocument/2006/relationships/oleObject" Target="../embeddings/oleObject556.bin"/><Relationship Id="rId9" Type="http://schemas.openxmlformats.org/officeDocument/2006/relationships/oleObject" Target="../embeddings/oleObject561.bin"/><Relationship Id="rId14" Type="http://schemas.openxmlformats.org/officeDocument/2006/relationships/oleObject" Target="../embeddings/oleObject566.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579.bin"/><Relationship Id="rId13" Type="http://schemas.openxmlformats.org/officeDocument/2006/relationships/oleObject" Target="../embeddings/oleObject584.bin"/><Relationship Id="rId18" Type="http://schemas.openxmlformats.org/officeDocument/2006/relationships/oleObject" Target="../embeddings/oleObject589.bin"/><Relationship Id="rId3" Type="http://schemas.openxmlformats.org/officeDocument/2006/relationships/oleObject" Target="../embeddings/oleObject574.bin"/><Relationship Id="rId7" Type="http://schemas.openxmlformats.org/officeDocument/2006/relationships/oleObject" Target="../embeddings/oleObject578.bin"/><Relationship Id="rId12" Type="http://schemas.openxmlformats.org/officeDocument/2006/relationships/oleObject" Target="../embeddings/oleObject583.bin"/><Relationship Id="rId17" Type="http://schemas.openxmlformats.org/officeDocument/2006/relationships/oleObject" Target="../embeddings/oleObject588.bin"/><Relationship Id="rId2" Type="http://schemas.openxmlformats.org/officeDocument/2006/relationships/slideLayout" Target="../slideLayouts/slideLayout7.xml"/><Relationship Id="rId16" Type="http://schemas.openxmlformats.org/officeDocument/2006/relationships/oleObject" Target="../embeddings/oleObject587.bin"/><Relationship Id="rId20" Type="http://schemas.openxmlformats.org/officeDocument/2006/relationships/oleObject" Target="../embeddings/oleObject591.bin"/><Relationship Id="rId1" Type="http://schemas.openxmlformats.org/officeDocument/2006/relationships/vmlDrawing" Target="../drawings/vmlDrawing55.vml"/><Relationship Id="rId6" Type="http://schemas.openxmlformats.org/officeDocument/2006/relationships/oleObject" Target="../embeddings/oleObject577.bin"/><Relationship Id="rId11" Type="http://schemas.openxmlformats.org/officeDocument/2006/relationships/oleObject" Target="../embeddings/oleObject582.bin"/><Relationship Id="rId5" Type="http://schemas.openxmlformats.org/officeDocument/2006/relationships/oleObject" Target="../embeddings/oleObject576.bin"/><Relationship Id="rId15" Type="http://schemas.openxmlformats.org/officeDocument/2006/relationships/oleObject" Target="../embeddings/oleObject586.bin"/><Relationship Id="rId10" Type="http://schemas.openxmlformats.org/officeDocument/2006/relationships/oleObject" Target="../embeddings/oleObject581.bin"/><Relationship Id="rId19" Type="http://schemas.openxmlformats.org/officeDocument/2006/relationships/oleObject" Target="../embeddings/oleObject590.bin"/><Relationship Id="rId4" Type="http://schemas.openxmlformats.org/officeDocument/2006/relationships/oleObject" Target="../embeddings/oleObject575.bin"/><Relationship Id="rId9" Type="http://schemas.openxmlformats.org/officeDocument/2006/relationships/oleObject" Target="../embeddings/oleObject580.bin"/><Relationship Id="rId14" Type="http://schemas.openxmlformats.org/officeDocument/2006/relationships/oleObject" Target="../embeddings/oleObject585.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597.bin"/><Relationship Id="rId3" Type="http://schemas.openxmlformats.org/officeDocument/2006/relationships/oleObject" Target="../embeddings/oleObject592.bin"/><Relationship Id="rId7" Type="http://schemas.openxmlformats.org/officeDocument/2006/relationships/oleObject" Target="../embeddings/oleObject596.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oleObject" Target="../embeddings/oleObject595.bin"/><Relationship Id="rId11" Type="http://schemas.openxmlformats.org/officeDocument/2006/relationships/oleObject" Target="../embeddings/oleObject600.bin"/><Relationship Id="rId5" Type="http://schemas.openxmlformats.org/officeDocument/2006/relationships/oleObject" Target="../embeddings/oleObject594.bin"/><Relationship Id="rId10" Type="http://schemas.openxmlformats.org/officeDocument/2006/relationships/oleObject" Target="../embeddings/oleObject599.bin"/><Relationship Id="rId4" Type="http://schemas.openxmlformats.org/officeDocument/2006/relationships/oleObject" Target="../embeddings/oleObject593.bin"/><Relationship Id="rId9" Type="http://schemas.openxmlformats.org/officeDocument/2006/relationships/oleObject" Target="../embeddings/oleObject598.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606.bin"/><Relationship Id="rId3" Type="http://schemas.openxmlformats.org/officeDocument/2006/relationships/oleObject" Target="../embeddings/oleObject601.bin"/><Relationship Id="rId7" Type="http://schemas.openxmlformats.org/officeDocument/2006/relationships/oleObject" Target="../embeddings/oleObject605.bin"/><Relationship Id="rId2" Type="http://schemas.openxmlformats.org/officeDocument/2006/relationships/slideLayout" Target="../slideLayouts/slideLayout7.xml"/><Relationship Id="rId1" Type="http://schemas.openxmlformats.org/officeDocument/2006/relationships/vmlDrawing" Target="../drawings/vmlDrawing57.vml"/><Relationship Id="rId6" Type="http://schemas.openxmlformats.org/officeDocument/2006/relationships/oleObject" Target="../embeddings/oleObject604.bin"/><Relationship Id="rId5" Type="http://schemas.openxmlformats.org/officeDocument/2006/relationships/oleObject" Target="../embeddings/oleObject603.bin"/><Relationship Id="rId4" Type="http://schemas.openxmlformats.org/officeDocument/2006/relationships/oleObject" Target="../embeddings/oleObject602.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607.bin"/><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oleObject" Target="../embeddings/oleObject610.bin"/><Relationship Id="rId5" Type="http://schemas.openxmlformats.org/officeDocument/2006/relationships/oleObject" Target="../embeddings/oleObject609.bin"/><Relationship Id="rId4" Type="http://schemas.openxmlformats.org/officeDocument/2006/relationships/oleObject" Target="../embeddings/oleObject608.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611.bin"/><Relationship Id="rId7" Type="http://schemas.openxmlformats.org/officeDocument/2006/relationships/oleObject" Target="../embeddings/oleObject615.bin"/><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oleObject" Target="../embeddings/oleObject614.bin"/><Relationship Id="rId5" Type="http://schemas.openxmlformats.org/officeDocument/2006/relationships/oleObject" Target="../embeddings/oleObject613.bin"/><Relationship Id="rId4" Type="http://schemas.openxmlformats.org/officeDocument/2006/relationships/oleObject" Target="../embeddings/oleObject612.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621.bin"/><Relationship Id="rId13" Type="http://schemas.openxmlformats.org/officeDocument/2006/relationships/oleObject" Target="../embeddings/oleObject626.bin"/><Relationship Id="rId18" Type="http://schemas.openxmlformats.org/officeDocument/2006/relationships/oleObject" Target="../embeddings/oleObject631.bin"/><Relationship Id="rId3" Type="http://schemas.openxmlformats.org/officeDocument/2006/relationships/oleObject" Target="../embeddings/oleObject616.bin"/><Relationship Id="rId7" Type="http://schemas.openxmlformats.org/officeDocument/2006/relationships/oleObject" Target="../embeddings/oleObject620.bin"/><Relationship Id="rId12" Type="http://schemas.openxmlformats.org/officeDocument/2006/relationships/oleObject" Target="../embeddings/oleObject625.bin"/><Relationship Id="rId17" Type="http://schemas.openxmlformats.org/officeDocument/2006/relationships/oleObject" Target="../embeddings/oleObject630.bin"/><Relationship Id="rId2" Type="http://schemas.openxmlformats.org/officeDocument/2006/relationships/slideLayout" Target="../slideLayouts/slideLayout7.xml"/><Relationship Id="rId16" Type="http://schemas.openxmlformats.org/officeDocument/2006/relationships/oleObject" Target="../embeddings/oleObject629.bin"/><Relationship Id="rId20" Type="http://schemas.openxmlformats.org/officeDocument/2006/relationships/oleObject" Target="../embeddings/oleObject633.bin"/><Relationship Id="rId1" Type="http://schemas.openxmlformats.org/officeDocument/2006/relationships/vmlDrawing" Target="../drawings/vmlDrawing60.vml"/><Relationship Id="rId6" Type="http://schemas.openxmlformats.org/officeDocument/2006/relationships/oleObject" Target="../embeddings/oleObject619.bin"/><Relationship Id="rId11" Type="http://schemas.openxmlformats.org/officeDocument/2006/relationships/oleObject" Target="../embeddings/oleObject624.bin"/><Relationship Id="rId5" Type="http://schemas.openxmlformats.org/officeDocument/2006/relationships/oleObject" Target="../embeddings/oleObject618.bin"/><Relationship Id="rId15" Type="http://schemas.openxmlformats.org/officeDocument/2006/relationships/oleObject" Target="../embeddings/oleObject628.bin"/><Relationship Id="rId10" Type="http://schemas.openxmlformats.org/officeDocument/2006/relationships/oleObject" Target="../embeddings/oleObject623.bin"/><Relationship Id="rId19" Type="http://schemas.openxmlformats.org/officeDocument/2006/relationships/oleObject" Target="../embeddings/oleObject632.bin"/><Relationship Id="rId4" Type="http://schemas.openxmlformats.org/officeDocument/2006/relationships/oleObject" Target="../embeddings/oleObject617.bin"/><Relationship Id="rId9" Type="http://schemas.openxmlformats.org/officeDocument/2006/relationships/oleObject" Target="../embeddings/oleObject622.bin"/><Relationship Id="rId14" Type="http://schemas.openxmlformats.org/officeDocument/2006/relationships/oleObject" Target="../embeddings/oleObject627.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634.bin"/><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oleObject" Target="../embeddings/oleObject637.bin"/><Relationship Id="rId5" Type="http://schemas.openxmlformats.org/officeDocument/2006/relationships/oleObject" Target="../embeddings/oleObject636.bin"/><Relationship Id="rId4" Type="http://schemas.openxmlformats.org/officeDocument/2006/relationships/oleObject" Target="../embeddings/oleObject635.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643.bin"/><Relationship Id="rId3" Type="http://schemas.openxmlformats.org/officeDocument/2006/relationships/oleObject" Target="../embeddings/oleObject638.bin"/><Relationship Id="rId7" Type="http://schemas.openxmlformats.org/officeDocument/2006/relationships/oleObject" Target="../embeddings/oleObject642.bin"/><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oleObject" Target="../embeddings/oleObject641.bin"/><Relationship Id="rId5" Type="http://schemas.openxmlformats.org/officeDocument/2006/relationships/oleObject" Target="../embeddings/oleObject640.bin"/><Relationship Id="rId4" Type="http://schemas.openxmlformats.org/officeDocument/2006/relationships/oleObject" Target="../embeddings/oleObject639.bin"/><Relationship Id="rId9" Type="http://schemas.openxmlformats.org/officeDocument/2006/relationships/oleObject" Target="../embeddings/oleObject644.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650.bin"/><Relationship Id="rId3" Type="http://schemas.openxmlformats.org/officeDocument/2006/relationships/oleObject" Target="../embeddings/oleObject645.bin"/><Relationship Id="rId7" Type="http://schemas.openxmlformats.org/officeDocument/2006/relationships/oleObject" Target="../embeddings/oleObject649.bin"/><Relationship Id="rId2" Type="http://schemas.openxmlformats.org/officeDocument/2006/relationships/slideLayout" Target="../slideLayouts/slideLayout7.xml"/><Relationship Id="rId1" Type="http://schemas.openxmlformats.org/officeDocument/2006/relationships/vmlDrawing" Target="../drawings/vmlDrawing63.vml"/><Relationship Id="rId6" Type="http://schemas.openxmlformats.org/officeDocument/2006/relationships/oleObject" Target="../embeddings/oleObject648.bin"/><Relationship Id="rId11" Type="http://schemas.openxmlformats.org/officeDocument/2006/relationships/oleObject" Target="../embeddings/oleObject653.bin"/><Relationship Id="rId5" Type="http://schemas.openxmlformats.org/officeDocument/2006/relationships/oleObject" Target="../embeddings/oleObject647.bin"/><Relationship Id="rId10" Type="http://schemas.openxmlformats.org/officeDocument/2006/relationships/oleObject" Target="../embeddings/oleObject652.bin"/><Relationship Id="rId4" Type="http://schemas.openxmlformats.org/officeDocument/2006/relationships/oleObject" Target="../embeddings/oleObject646.bin"/><Relationship Id="rId9" Type="http://schemas.openxmlformats.org/officeDocument/2006/relationships/oleObject" Target="../embeddings/oleObject651.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659.bin"/><Relationship Id="rId3" Type="http://schemas.openxmlformats.org/officeDocument/2006/relationships/oleObject" Target="../embeddings/oleObject654.bin"/><Relationship Id="rId7" Type="http://schemas.openxmlformats.org/officeDocument/2006/relationships/oleObject" Target="../embeddings/oleObject658.bin"/><Relationship Id="rId12" Type="http://schemas.openxmlformats.org/officeDocument/2006/relationships/oleObject" Target="../embeddings/oleObject663.bin"/><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oleObject" Target="../embeddings/oleObject657.bin"/><Relationship Id="rId11" Type="http://schemas.openxmlformats.org/officeDocument/2006/relationships/oleObject" Target="../embeddings/oleObject662.bin"/><Relationship Id="rId5" Type="http://schemas.openxmlformats.org/officeDocument/2006/relationships/oleObject" Target="../embeddings/oleObject656.bin"/><Relationship Id="rId10" Type="http://schemas.openxmlformats.org/officeDocument/2006/relationships/oleObject" Target="../embeddings/oleObject661.bin"/><Relationship Id="rId4" Type="http://schemas.openxmlformats.org/officeDocument/2006/relationships/oleObject" Target="../embeddings/oleObject655.bin"/><Relationship Id="rId9" Type="http://schemas.openxmlformats.org/officeDocument/2006/relationships/oleObject" Target="../embeddings/oleObject660.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669.bin"/><Relationship Id="rId13" Type="http://schemas.openxmlformats.org/officeDocument/2006/relationships/oleObject" Target="../embeddings/oleObject674.bin"/><Relationship Id="rId3" Type="http://schemas.openxmlformats.org/officeDocument/2006/relationships/oleObject" Target="../embeddings/oleObject664.bin"/><Relationship Id="rId7" Type="http://schemas.openxmlformats.org/officeDocument/2006/relationships/oleObject" Target="../embeddings/oleObject668.bin"/><Relationship Id="rId12" Type="http://schemas.openxmlformats.org/officeDocument/2006/relationships/oleObject" Target="../embeddings/oleObject673.bin"/><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oleObject" Target="../embeddings/oleObject667.bin"/><Relationship Id="rId11" Type="http://schemas.openxmlformats.org/officeDocument/2006/relationships/oleObject" Target="../embeddings/oleObject672.bin"/><Relationship Id="rId5" Type="http://schemas.openxmlformats.org/officeDocument/2006/relationships/oleObject" Target="../embeddings/oleObject666.bin"/><Relationship Id="rId15" Type="http://schemas.openxmlformats.org/officeDocument/2006/relationships/oleObject" Target="../embeddings/oleObject676.bin"/><Relationship Id="rId10" Type="http://schemas.openxmlformats.org/officeDocument/2006/relationships/oleObject" Target="../embeddings/oleObject671.bin"/><Relationship Id="rId4" Type="http://schemas.openxmlformats.org/officeDocument/2006/relationships/oleObject" Target="../embeddings/oleObject665.bin"/><Relationship Id="rId9" Type="http://schemas.openxmlformats.org/officeDocument/2006/relationships/oleObject" Target="../embeddings/oleObject670.bin"/><Relationship Id="rId14" Type="http://schemas.openxmlformats.org/officeDocument/2006/relationships/oleObject" Target="../embeddings/oleObject675.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682.bin"/><Relationship Id="rId13" Type="http://schemas.openxmlformats.org/officeDocument/2006/relationships/oleObject" Target="../embeddings/oleObject687.bin"/><Relationship Id="rId3" Type="http://schemas.openxmlformats.org/officeDocument/2006/relationships/oleObject" Target="../embeddings/oleObject677.bin"/><Relationship Id="rId7" Type="http://schemas.openxmlformats.org/officeDocument/2006/relationships/oleObject" Target="../embeddings/oleObject681.bin"/><Relationship Id="rId12" Type="http://schemas.openxmlformats.org/officeDocument/2006/relationships/oleObject" Target="../embeddings/oleObject686.bin"/><Relationship Id="rId2" Type="http://schemas.openxmlformats.org/officeDocument/2006/relationships/slideLayout" Target="../slideLayouts/slideLayout7.xml"/><Relationship Id="rId1" Type="http://schemas.openxmlformats.org/officeDocument/2006/relationships/vmlDrawing" Target="../drawings/vmlDrawing66.vml"/><Relationship Id="rId6" Type="http://schemas.openxmlformats.org/officeDocument/2006/relationships/oleObject" Target="../embeddings/oleObject680.bin"/><Relationship Id="rId11" Type="http://schemas.openxmlformats.org/officeDocument/2006/relationships/oleObject" Target="../embeddings/oleObject685.bin"/><Relationship Id="rId5" Type="http://schemas.openxmlformats.org/officeDocument/2006/relationships/oleObject" Target="../embeddings/oleObject679.bin"/><Relationship Id="rId10" Type="http://schemas.openxmlformats.org/officeDocument/2006/relationships/oleObject" Target="../embeddings/oleObject684.bin"/><Relationship Id="rId4" Type="http://schemas.openxmlformats.org/officeDocument/2006/relationships/oleObject" Target="../embeddings/oleObject678.bin"/><Relationship Id="rId9" Type="http://schemas.openxmlformats.org/officeDocument/2006/relationships/oleObject" Target="../embeddings/oleObject683.bin"/><Relationship Id="rId14" Type="http://schemas.openxmlformats.org/officeDocument/2006/relationships/oleObject" Target="../embeddings/oleObject688.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694.bin"/><Relationship Id="rId3" Type="http://schemas.openxmlformats.org/officeDocument/2006/relationships/oleObject" Target="../embeddings/oleObject689.bin"/><Relationship Id="rId7" Type="http://schemas.openxmlformats.org/officeDocument/2006/relationships/oleObject" Target="../embeddings/oleObject693.bin"/><Relationship Id="rId2" Type="http://schemas.openxmlformats.org/officeDocument/2006/relationships/slideLayout" Target="../slideLayouts/slideLayout7.xml"/><Relationship Id="rId1" Type="http://schemas.openxmlformats.org/officeDocument/2006/relationships/vmlDrawing" Target="../drawings/vmlDrawing67.vml"/><Relationship Id="rId6" Type="http://schemas.openxmlformats.org/officeDocument/2006/relationships/oleObject" Target="../embeddings/oleObject692.bin"/><Relationship Id="rId5" Type="http://schemas.openxmlformats.org/officeDocument/2006/relationships/oleObject" Target="../embeddings/oleObject691.bin"/><Relationship Id="rId4" Type="http://schemas.openxmlformats.org/officeDocument/2006/relationships/oleObject" Target="../embeddings/oleObject690.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700.bin"/><Relationship Id="rId13" Type="http://schemas.openxmlformats.org/officeDocument/2006/relationships/oleObject" Target="../embeddings/oleObject705.bin"/><Relationship Id="rId18" Type="http://schemas.openxmlformats.org/officeDocument/2006/relationships/oleObject" Target="../embeddings/oleObject710.bin"/><Relationship Id="rId3" Type="http://schemas.openxmlformats.org/officeDocument/2006/relationships/oleObject" Target="../embeddings/oleObject695.bin"/><Relationship Id="rId7" Type="http://schemas.openxmlformats.org/officeDocument/2006/relationships/oleObject" Target="../embeddings/oleObject699.bin"/><Relationship Id="rId12" Type="http://schemas.openxmlformats.org/officeDocument/2006/relationships/oleObject" Target="../embeddings/oleObject704.bin"/><Relationship Id="rId17" Type="http://schemas.openxmlformats.org/officeDocument/2006/relationships/oleObject" Target="../embeddings/oleObject709.bin"/><Relationship Id="rId2" Type="http://schemas.openxmlformats.org/officeDocument/2006/relationships/slideLayout" Target="../slideLayouts/slideLayout7.xml"/><Relationship Id="rId16" Type="http://schemas.openxmlformats.org/officeDocument/2006/relationships/oleObject" Target="../embeddings/oleObject708.bin"/><Relationship Id="rId1" Type="http://schemas.openxmlformats.org/officeDocument/2006/relationships/vmlDrawing" Target="../drawings/vmlDrawing68.vml"/><Relationship Id="rId6" Type="http://schemas.openxmlformats.org/officeDocument/2006/relationships/oleObject" Target="../embeddings/oleObject698.bin"/><Relationship Id="rId11" Type="http://schemas.openxmlformats.org/officeDocument/2006/relationships/oleObject" Target="../embeddings/oleObject703.bin"/><Relationship Id="rId5" Type="http://schemas.openxmlformats.org/officeDocument/2006/relationships/oleObject" Target="../embeddings/oleObject697.bin"/><Relationship Id="rId15" Type="http://schemas.openxmlformats.org/officeDocument/2006/relationships/oleObject" Target="../embeddings/oleObject707.bin"/><Relationship Id="rId10" Type="http://schemas.openxmlformats.org/officeDocument/2006/relationships/oleObject" Target="../embeddings/oleObject702.bin"/><Relationship Id="rId19" Type="http://schemas.openxmlformats.org/officeDocument/2006/relationships/oleObject" Target="../embeddings/oleObject711.bin"/><Relationship Id="rId4" Type="http://schemas.openxmlformats.org/officeDocument/2006/relationships/oleObject" Target="../embeddings/oleObject696.bin"/><Relationship Id="rId9" Type="http://schemas.openxmlformats.org/officeDocument/2006/relationships/oleObject" Target="../embeddings/oleObject701.bin"/><Relationship Id="rId14" Type="http://schemas.openxmlformats.org/officeDocument/2006/relationships/oleObject" Target="../embeddings/oleObject706.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717.bin"/><Relationship Id="rId3" Type="http://schemas.openxmlformats.org/officeDocument/2006/relationships/oleObject" Target="../embeddings/oleObject712.bin"/><Relationship Id="rId7" Type="http://schemas.openxmlformats.org/officeDocument/2006/relationships/oleObject" Target="../embeddings/oleObject716.bin"/><Relationship Id="rId2" Type="http://schemas.openxmlformats.org/officeDocument/2006/relationships/slideLayout" Target="../slideLayouts/slideLayout7.xml"/><Relationship Id="rId1" Type="http://schemas.openxmlformats.org/officeDocument/2006/relationships/vmlDrawing" Target="../drawings/vmlDrawing69.vml"/><Relationship Id="rId6" Type="http://schemas.openxmlformats.org/officeDocument/2006/relationships/oleObject" Target="../embeddings/oleObject715.bin"/><Relationship Id="rId5" Type="http://schemas.openxmlformats.org/officeDocument/2006/relationships/oleObject" Target="../embeddings/oleObject714.bin"/><Relationship Id="rId4" Type="http://schemas.openxmlformats.org/officeDocument/2006/relationships/oleObject" Target="../embeddings/oleObject713.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ChangeArrowheads="1"/>
          </p:cNvSpPr>
          <p:nvPr/>
        </p:nvSpPr>
        <p:spPr bwMode="auto">
          <a:xfrm>
            <a:off x="1933575" y="1203325"/>
            <a:ext cx="6650038" cy="2909888"/>
          </a:xfrm>
          <a:prstGeom prst="rect">
            <a:avLst/>
          </a:prstGeom>
          <a:noFill/>
          <a:ln w="9525">
            <a:noFill/>
            <a:miter lim="800000"/>
            <a:headEnd/>
            <a:tailEnd/>
          </a:ln>
          <a:effectLst/>
        </p:spPr>
        <p:txBody>
          <a:bodyPr>
            <a:spAutoFit/>
          </a:bodyPr>
          <a:lstStyle/>
          <a:p>
            <a:pPr algn="l">
              <a:lnSpc>
                <a:spcPct val="80000"/>
              </a:lnSpc>
              <a:spcBef>
                <a:spcPct val="50000"/>
              </a:spcBef>
              <a:defRPr/>
            </a:pPr>
            <a:r>
              <a:rPr kumimoji="1" lang="zh-CN" altLang="en-US" sz="8800">
                <a:solidFill>
                  <a:schemeClr val="bg1"/>
                </a:solidFill>
                <a:effectLst>
                  <a:outerShdw blurRad="38100" dist="38100" dir="2700000" algn="tl">
                    <a:srgbClr val="C0C0C0"/>
                  </a:outerShdw>
                </a:effectLst>
              </a:rPr>
              <a:t>第   十   章</a:t>
            </a:r>
            <a:r>
              <a:rPr kumimoji="1" lang="zh-CN" altLang="en-US" sz="8800">
                <a:solidFill>
                  <a:srgbClr val="FF9900"/>
                </a:solidFill>
                <a:effectLst>
                  <a:outerShdw blurRad="38100" dist="38100" dir="2700000" algn="tl">
                    <a:srgbClr val="C0C0C0"/>
                  </a:outerShdw>
                </a:effectLst>
              </a:rPr>
              <a:t>   </a:t>
            </a:r>
          </a:p>
          <a:p>
            <a:pPr algn="l">
              <a:lnSpc>
                <a:spcPct val="80000"/>
              </a:lnSpc>
              <a:spcBef>
                <a:spcPct val="50000"/>
              </a:spcBef>
              <a:defRPr/>
            </a:pPr>
            <a:r>
              <a:rPr kumimoji="1" lang="zh-CN" altLang="en-US" sz="8800">
                <a:solidFill>
                  <a:srgbClr val="FF9900"/>
                </a:solidFill>
                <a:effectLst>
                  <a:outerShdw blurRad="38100" dist="38100" dir="2700000" algn="tl">
                    <a:srgbClr val="C0C0C0"/>
                  </a:outerShdw>
                </a:effectLst>
              </a:rPr>
              <a:t> </a:t>
            </a:r>
            <a:r>
              <a:rPr kumimoji="1" lang="zh-CN" altLang="en-US" sz="8800">
                <a:solidFill>
                  <a:schemeClr val="bg1"/>
                </a:solidFill>
                <a:effectLst>
                  <a:outerShdw blurRad="38100" dist="38100" dir="2700000" algn="tl">
                    <a:srgbClr val="C0C0C0"/>
                  </a:outerShdw>
                </a:effectLst>
              </a:rPr>
              <a:t> 波      动</a:t>
            </a:r>
          </a:p>
        </p:txBody>
      </p:sp>
      <p:sp>
        <p:nvSpPr>
          <p:cNvPr id="285699" name="Rectangle 3"/>
          <p:cNvSpPr>
            <a:spLocks noChangeArrowheads="1"/>
          </p:cNvSpPr>
          <p:nvPr/>
        </p:nvSpPr>
        <p:spPr bwMode="auto">
          <a:xfrm rot="21571776">
            <a:off x="2062163" y="4929188"/>
            <a:ext cx="5429250" cy="641350"/>
          </a:xfrm>
          <a:prstGeom prst="rect">
            <a:avLst/>
          </a:prstGeom>
          <a:noFill/>
          <a:ln w="9525">
            <a:noFill/>
            <a:miter lim="800000"/>
            <a:headEnd/>
            <a:tailEnd/>
          </a:ln>
          <a:effectLst/>
        </p:spPr>
        <p:txBody>
          <a:bodyPr wrap="none">
            <a:spAutoFit/>
          </a:bodyPr>
          <a:lstStyle/>
          <a:p>
            <a:pPr algn="l">
              <a:defRPr/>
            </a:pPr>
            <a:r>
              <a:rPr kumimoji="1" lang="en-US" altLang="zh-CN" sz="3600">
                <a:solidFill>
                  <a:srgbClr val="FF9900"/>
                </a:solidFill>
                <a:effectLst>
                  <a:outerShdw blurRad="38100" dist="38100" dir="2700000" algn="tl">
                    <a:srgbClr val="C0C0C0"/>
                  </a:outerShdw>
                </a:effectLst>
              </a:rPr>
              <a:t>MECHANICAL   WAVES</a:t>
            </a:r>
          </a:p>
        </p:txBody>
      </p:sp>
      <p:pic>
        <p:nvPicPr>
          <p:cNvPr id="285700" name="Picture 4" descr="moban-4-1-"/>
          <p:cNvPicPr>
            <a:picLocks noChangeAspect="1" noChangeArrowheads="1"/>
          </p:cNvPicPr>
          <p:nvPr/>
        </p:nvPicPr>
        <p:blipFill>
          <a:blip r:embed="rId2"/>
          <a:srcRect/>
          <a:stretch>
            <a:fillRect/>
          </a:stretch>
        </p:blipFill>
        <p:spPr bwMode="auto">
          <a:xfrm>
            <a:off x="0" y="0"/>
            <a:ext cx="9144000" cy="6905625"/>
          </a:xfrm>
          <a:prstGeom prst="rect">
            <a:avLst/>
          </a:prstGeom>
          <a:noFill/>
          <a:ln w="9525">
            <a:noFill/>
            <a:miter lim="800000"/>
            <a:headEnd/>
            <a:tailEnd/>
          </a:ln>
          <a:effectLst>
            <a:outerShdw dist="35921" dir="2700000" algn="ctr" rotWithShape="0">
              <a:schemeClr val="bg2"/>
            </a:outerShdw>
          </a:effectLst>
        </p:spPr>
      </p:pic>
      <p:sp>
        <p:nvSpPr>
          <p:cNvPr id="285701" name="Rectangle 5"/>
          <p:cNvSpPr>
            <a:spLocks noChangeArrowheads="1"/>
          </p:cNvSpPr>
          <p:nvPr/>
        </p:nvSpPr>
        <p:spPr bwMode="auto">
          <a:xfrm>
            <a:off x="1241425" y="2820988"/>
            <a:ext cx="6530975" cy="3122612"/>
          </a:xfrm>
          <a:prstGeom prst="rect">
            <a:avLst/>
          </a:prstGeom>
          <a:noFill/>
          <a:ln w="9525">
            <a:noFill/>
            <a:miter lim="800000"/>
            <a:headEnd/>
            <a:tailEnd/>
          </a:ln>
          <a:effectLst>
            <a:outerShdw dist="35921" dir="2700000" algn="ctr" rotWithShape="0">
              <a:schemeClr val="bg2"/>
            </a:outerShdw>
          </a:effectLst>
        </p:spPr>
        <p:txBody>
          <a:bodyPr/>
          <a:lstStyle/>
          <a:p>
            <a:pPr algn="ctr">
              <a:lnSpc>
                <a:spcPct val="120000"/>
              </a:lnSpc>
              <a:defRPr/>
            </a:pPr>
            <a:r>
              <a:rPr lang="zh-CN" altLang="en-US" sz="8000" b="1" dirty="0" smtClean="0">
                <a:solidFill>
                  <a:srgbClr val="FF9900"/>
                </a:solidFill>
                <a:effectLst>
                  <a:outerShdw blurRad="38100" dist="38100" dir="2700000" algn="tl">
                    <a:srgbClr val="C0C0C0"/>
                  </a:outerShdw>
                </a:effectLst>
                <a:latin typeface="华文细黑" pitchFamily="2" charset="-122"/>
                <a:ea typeface="华文细黑" pitchFamily="2" charset="-122"/>
              </a:rPr>
              <a:t>恒定磁场</a:t>
            </a:r>
            <a:endParaRPr lang="zh-CN" altLang="en-US" sz="8000" b="1" dirty="0">
              <a:solidFill>
                <a:srgbClr val="FF9900"/>
              </a:solidFill>
              <a:effectLst>
                <a:outerShdw blurRad="38100" dist="38100" dir="2700000" algn="tl">
                  <a:srgbClr val="C0C0C0"/>
                </a:outerShdw>
              </a:effectLst>
              <a:latin typeface="华文细黑" pitchFamily="2" charset="-122"/>
              <a:ea typeface="华文细黑" pitchFamily="2" charset="-122"/>
            </a:endParaRPr>
          </a:p>
        </p:txBody>
      </p:sp>
      <p:sp>
        <p:nvSpPr>
          <p:cNvPr id="285702" name="Rectangle 6"/>
          <p:cNvSpPr>
            <a:spLocks noChangeArrowheads="1"/>
          </p:cNvSpPr>
          <p:nvPr/>
        </p:nvSpPr>
        <p:spPr bwMode="auto">
          <a:xfrm>
            <a:off x="1220788" y="1482725"/>
            <a:ext cx="6530975" cy="1581150"/>
          </a:xfrm>
          <a:prstGeom prst="rect">
            <a:avLst/>
          </a:prstGeom>
          <a:noFill/>
          <a:ln w="9525">
            <a:noFill/>
            <a:miter lim="800000"/>
            <a:headEnd/>
            <a:tailEnd/>
          </a:ln>
          <a:effectLst>
            <a:outerShdw dist="35921" dir="2700000" algn="ctr" rotWithShape="0">
              <a:schemeClr val="bg2"/>
            </a:outerShdw>
          </a:effectLst>
        </p:spPr>
        <p:txBody>
          <a:bodyPr/>
          <a:lstStyle/>
          <a:p>
            <a:pPr algn="ctr">
              <a:lnSpc>
                <a:spcPct val="120000"/>
              </a:lnSpc>
              <a:defRPr/>
            </a:pPr>
            <a:r>
              <a:rPr lang="zh-CN" altLang="en-US" sz="6000" b="1" dirty="0">
                <a:solidFill>
                  <a:srgbClr val="FF9900"/>
                </a:solidFill>
                <a:effectLst>
                  <a:outerShdw blurRad="38100" dist="38100" dir="2700000" algn="tl">
                    <a:srgbClr val="C0C0C0"/>
                  </a:outerShdw>
                </a:effectLst>
                <a:latin typeface="华文细黑" pitchFamily="2" charset="-122"/>
                <a:ea typeface="华文细黑" pitchFamily="2" charset="-122"/>
              </a:rPr>
              <a:t>第  </a:t>
            </a:r>
            <a:r>
              <a:rPr lang="zh-CN" altLang="en-US" sz="6000" b="1" dirty="0" smtClean="0">
                <a:solidFill>
                  <a:srgbClr val="FF9900"/>
                </a:solidFill>
                <a:effectLst>
                  <a:outerShdw blurRad="38100" dist="38100" dir="2700000" algn="tl">
                    <a:srgbClr val="C0C0C0"/>
                  </a:outerShdw>
                </a:effectLst>
                <a:latin typeface="华文细黑" pitchFamily="2" charset="-122"/>
                <a:ea typeface="华文细黑" pitchFamily="2" charset="-122"/>
              </a:rPr>
              <a:t>十一  </a:t>
            </a:r>
            <a:r>
              <a:rPr lang="zh-CN" altLang="en-US" sz="6000" b="1" dirty="0">
                <a:solidFill>
                  <a:srgbClr val="FF9900"/>
                </a:solidFill>
                <a:effectLst>
                  <a:outerShdw blurRad="38100" dist="38100" dir="2700000" algn="tl">
                    <a:srgbClr val="C0C0C0"/>
                  </a:outerShdw>
                </a:effectLst>
                <a:latin typeface="华文细黑" pitchFamily="2" charset="-122"/>
                <a:ea typeface="华文细黑" pitchFamily="2" charset="-122"/>
              </a:rPr>
              <a:t>章</a:t>
            </a:r>
            <a:r>
              <a:rPr lang="zh-CN" altLang="en-US" sz="6000" dirty="0">
                <a:solidFill>
                  <a:srgbClr val="FF9900"/>
                </a:solidFill>
                <a:effectLst>
                  <a:outerShdw blurRad="38100" dist="38100" dir="2700000" algn="tl">
                    <a:srgbClr val="C0C0C0"/>
                  </a:outerShdw>
                </a:effectLst>
                <a:latin typeface="华文细黑" pitchFamily="2" charset="-122"/>
                <a:ea typeface="华文细黑" pitchFamily="2" charset="-122"/>
              </a:rPr>
              <a:t>　</a:t>
            </a:r>
          </a:p>
        </p:txBody>
      </p:sp>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6"/>
          <p:cNvSpPr>
            <a:spLocks noChangeArrowheads="1"/>
          </p:cNvSpPr>
          <p:nvPr/>
        </p:nvSpPr>
        <p:spPr bwMode="auto">
          <a:xfrm>
            <a:off x="152400" y="496669"/>
            <a:ext cx="3352800" cy="646331"/>
          </a:xfrm>
          <a:prstGeom prst="rect">
            <a:avLst/>
          </a:prstGeom>
          <a:noFill/>
          <a:ln w="9525">
            <a:noFill/>
            <a:miter lim="800000"/>
            <a:headEnd/>
            <a:tailEnd/>
          </a:ln>
        </p:spPr>
        <p:txBody>
          <a:bodyPr wrap="square">
            <a:spAutoFit/>
          </a:bodyPr>
          <a:lstStyle/>
          <a:p>
            <a:pPr eaLnBrk="0" hangingPunct="0"/>
            <a:r>
              <a:rPr lang="zh-CN" altLang="en-US" sz="3600" b="1" dirty="0" smtClean="0">
                <a:solidFill>
                  <a:srgbClr val="000066"/>
                </a:solidFill>
                <a:latin typeface="楷体_GB2312" pitchFamily="49" charset="-122"/>
                <a:ea typeface="楷体_GB2312" pitchFamily="49" charset="-122"/>
              </a:rPr>
              <a:t>主要内容：</a:t>
            </a:r>
            <a:endParaRPr lang="en-US" altLang="zh-CN" sz="3600" b="1" dirty="0">
              <a:solidFill>
                <a:srgbClr val="000066"/>
              </a:solidFill>
              <a:latin typeface="楷体_GB2312" pitchFamily="49" charset="-122"/>
              <a:ea typeface="楷体_GB2312" pitchFamily="49" charset="-122"/>
            </a:endParaRPr>
          </a:p>
        </p:txBody>
      </p:sp>
      <p:sp>
        <p:nvSpPr>
          <p:cNvPr id="10" name="Rectangle 2"/>
          <p:cNvSpPr>
            <a:spLocks noChangeArrowheads="1"/>
          </p:cNvSpPr>
          <p:nvPr/>
        </p:nvSpPr>
        <p:spPr bwMode="auto">
          <a:xfrm>
            <a:off x="914400" y="1770287"/>
            <a:ext cx="7772400" cy="2268313"/>
          </a:xfrm>
          <a:prstGeom prst="rect">
            <a:avLst/>
          </a:prstGeom>
          <a:noFill/>
          <a:ln w="9525">
            <a:noFill/>
            <a:miter lim="800000"/>
            <a:headEnd/>
            <a:tailEnd/>
          </a:ln>
        </p:spPr>
        <p:txBody>
          <a:bodyPr wrap="square">
            <a:spAutoFit/>
          </a:bodyPr>
          <a:lstStyle/>
          <a:p>
            <a:pPr marL="514350" indent="-514350">
              <a:lnSpc>
                <a:spcPct val="135000"/>
              </a:lnSpc>
              <a:spcBef>
                <a:spcPct val="50000"/>
              </a:spcBef>
              <a:buFont typeface="+mj-lt"/>
              <a:buAutoNum type="arabicPeriod"/>
            </a:pPr>
            <a:r>
              <a:rPr kumimoji="1" lang="zh-CN" altLang="en-US" sz="2800" dirty="0" smtClean="0"/>
              <a:t> 磁感应强度；</a:t>
            </a:r>
            <a:endParaRPr kumimoji="1" lang="en-US" altLang="zh-CN" sz="2800" dirty="0" smtClean="0"/>
          </a:p>
          <a:p>
            <a:pPr marL="514350" indent="-514350">
              <a:lnSpc>
                <a:spcPct val="135000"/>
              </a:lnSpc>
              <a:spcBef>
                <a:spcPct val="50000"/>
              </a:spcBef>
              <a:buFont typeface="+mj-lt"/>
              <a:buAutoNum type="arabicPeriod"/>
            </a:pPr>
            <a:r>
              <a:rPr kumimoji="1" lang="en-US" altLang="zh-CN" sz="2800" dirty="0" smtClean="0"/>
              <a:t> </a:t>
            </a:r>
            <a:r>
              <a:rPr kumimoji="1" lang="zh-CN" altLang="en-US" sz="2800" dirty="0" smtClean="0"/>
              <a:t>安培环路定理；</a:t>
            </a:r>
            <a:endParaRPr kumimoji="1" lang="en-US" altLang="zh-CN" sz="2800" dirty="0" smtClean="0"/>
          </a:p>
          <a:p>
            <a:pPr marL="514350" indent="-514350">
              <a:lnSpc>
                <a:spcPct val="135000"/>
              </a:lnSpc>
              <a:spcBef>
                <a:spcPct val="50000"/>
              </a:spcBef>
              <a:buFont typeface="+mj-lt"/>
              <a:buAutoNum type="arabicPeriod"/>
            </a:pPr>
            <a:r>
              <a:rPr kumimoji="1" lang="en-US" altLang="zh-CN" sz="2800" dirty="0" smtClean="0"/>
              <a:t> </a:t>
            </a:r>
            <a:r>
              <a:rPr kumimoji="1" lang="zh-CN" altLang="en-US" sz="2800" dirty="0" smtClean="0"/>
              <a:t>磁场力。</a:t>
            </a:r>
            <a:endParaRPr kumimoji="1" lang="en-US" altLang="zh-CN"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334000" y="1143000"/>
            <a:ext cx="3200400" cy="4495800"/>
            <a:chOff x="3360" y="528"/>
            <a:chExt cx="2016" cy="2832"/>
          </a:xfrm>
        </p:grpSpPr>
        <p:sp>
          <p:nvSpPr>
            <p:cNvPr id="157699" name="Rectangle 3"/>
            <p:cNvSpPr>
              <a:spLocks noChangeArrowheads="1"/>
            </p:cNvSpPr>
            <p:nvPr/>
          </p:nvSpPr>
          <p:spPr bwMode="auto">
            <a:xfrm>
              <a:off x="3360" y="528"/>
              <a:ext cx="2016" cy="2832"/>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sp>
          <p:nvSpPr>
            <p:cNvPr id="157700" name="AutoShape 4"/>
            <p:cNvSpPr>
              <a:spLocks noChangeArrowheads="1"/>
            </p:cNvSpPr>
            <p:nvPr/>
          </p:nvSpPr>
          <p:spPr bwMode="auto">
            <a:xfrm rot="-5373966">
              <a:off x="3695" y="864"/>
              <a:ext cx="721" cy="911"/>
            </a:xfrm>
            <a:prstGeom prst="can">
              <a:avLst>
                <a:gd name="adj" fmla="val 31588"/>
              </a:avLst>
            </a:prstGeom>
            <a:gradFill rotWithShape="0">
              <a:gsLst>
                <a:gs pos="0">
                  <a:srgbClr val="DDDDDD">
                    <a:gamma/>
                    <a:shade val="56078"/>
                    <a:invGamma/>
                  </a:srgbClr>
                </a:gs>
                <a:gs pos="50000">
                  <a:srgbClr val="DDDDDD"/>
                </a:gs>
                <a:gs pos="100000">
                  <a:srgbClr val="DDDDDD">
                    <a:gamma/>
                    <a:shade val="56078"/>
                    <a:invGamma/>
                  </a:srgbClr>
                </a:gs>
              </a:gsLst>
              <a:lin ang="5400000" scaled="1"/>
            </a:gradFill>
            <a:ln w="9525">
              <a:solidFill>
                <a:schemeClr val="tx1"/>
              </a:solidFill>
              <a:round/>
              <a:headEnd/>
              <a:tailEnd/>
            </a:ln>
            <a:effectLst/>
          </p:spPr>
          <p:txBody>
            <a:bodyPr wrap="none" anchor="ctr"/>
            <a:lstStyle/>
            <a:p>
              <a:endParaRPr lang="zh-CN" altLang="en-US" sz="2800"/>
            </a:p>
          </p:txBody>
        </p:sp>
        <p:sp>
          <p:nvSpPr>
            <p:cNvPr id="157701" name="AutoShape 5"/>
            <p:cNvSpPr>
              <a:spLocks noChangeArrowheads="1"/>
            </p:cNvSpPr>
            <p:nvPr/>
          </p:nvSpPr>
          <p:spPr bwMode="auto">
            <a:xfrm rot="-5373966">
              <a:off x="4368" y="912"/>
              <a:ext cx="719" cy="815"/>
            </a:xfrm>
            <a:prstGeom prst="can">
              <a:avLst>
                <a:gd name="adj" fmla="val 28338"/>
              </a:avLst>
            </a:prstGeom>
            <a:gradFill rotWithShape="0">
              <a:gsLst>
                <a:gs pos="0">
                  <a:srgbClr val="DDDDDD">
                    <a:gamma/>
                    <a:shade val="56078"/>
                    <a:invGamma/>
                  </a:srgbClr>
                </a:gs>
                <a:gs pos="50000">
                  <a:srgbClr val="DDDDDD"/>
                </a:gs>
                <a:gs pos="100000">
                  <a:srgbClr val="DDDDDD">
                    <a:gamma/>
                    <a:shade val="56078"/>
                    <a:invGamma/>
                  </a:srgbClr>
                </a:gs>
              </a:gsLst>
              <a:lin ang="5400000" scaled="1"/>
            </a:gradFill>
            <a:ln w="9525">
              <a:solidFill>
                <a:schemeClr val="tx1"/>
              </a:solidFill>
              <a:prstDash val="dash"/>
              <a:round/>
              <a:headEnd/>
              <a:tailEnd/>
            </a:ln>
            <a:effectLst/>
          </p:spPr>
          <p:txBody>
            <a:bodyPr wrap="none" anchor="ctr"/>
            <a:lstStyle/>
            <a:p>
              <a:endParaRPr lang="zh-CN" altLang="en-US" sz="2800"/>
            </a:p>
          </p:txBody>
        </p:sp>
        <p:grpSp>
          <p:nvGrpSpPr>
            <p:cNvPr id="3" name="Group 6"/>
            <p:cNvGrpSpPr>
              <a:grpSpLocks/>
            </p:cNvGrpSpPr>
            <p:nvPr/>
          </p:nvGrpSpPr>
          <p:grpSpPr bwMode="auto">
            <a:xfrm>
              <a:off x="3936" y="1392"/>
              <a:ext cx="336" cy="330"/>
              <a:chOff x="3984" y="1392"/>
              <a:chExt cx="336" cy="330"/>
            </a:xfrm>
          </p:grpSpPr>
          <p:grpSp>
            <p:nvGrpSpPr>
              <p:cNvPr id="4" name="Group 7"/>
              <p:cNvGrpSpPr>
                <a:grpSpLocks/>
              </p:cNvGrpSpPr>
              <p:nvPr/>
            </p:nvGrpSpPr>
            <p:grpSpPr bwMode="auto">
              <a:xfrm>
                <a:off x="3984" y="1392"/>
                <a:ext cx="229" cy="330"/>
                <a:chOff x="3984" y="1392"/>
                <a:chExt cx="229" cy="330"/>
              </a:xfrm>
            </p:grpSpPr>
            <p:sp>
              <p:nvSpPr>
                <p:cNvPr id="157704" name="Oval 8"/>
                <p:cNvSpPr>
                  <a:spLocks noChangeArrowheads="1"/>
                </p:cNvSpPr>
                <p:nvPr/>
              </p:nvSpPr>
              <p:spPr bwMode="auto">
                <a:xfrm>
                  <a:off x="4032" y="1488"/>
                  <a:ext cx="144" cy="144"/>
                </a:xfrm>
                <a:prstGeom prst="ellipse">
                  <a:avLst/>
                </a:prstGeom>
                <a:solidFill>
                  <a:srgbClr val="F5C5BB"/>
                </a:solidFill>
                <a:ln w="9525">
                  <a:solidFill>
                    <a:schemeClr val="tx1"/>
                  </a:solidFill>
                  <a:round/>
                  <a:headEnd/>
                  <a:tailEnd/>
                </a:ln>
                <a:effectLst/>
              </p:spPr>
              <p:txBody>
                <a:bodyPr wrap="none" anchor="ctr"/>
                <a:lstStyle/>
                <a:p>
                  <a:endParaRPr lang="zh-CN" altLang="en-US" sz="2800"/>
                </a:p>
              </p:txBody>
            </p:sp>
            <p:sp>
              <p:nvSpPr>
                <p:cNvPr id="157705" name="Text Box 9"/>
                <p:cNvSpPr txBox="1">
                  <a:spLocks noChangeArrowheads="1"/>
                </p:cNvSpPr>
                <p:nvPr/>
              </p:nvSpPr>
              <p:spPr bwMode="auto">
                <a:xfrm>
                  <a:off x="3984" y="1392"/>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66"/>
                      </a:solidFill>
                    </a:rPr>
                    <a:t>+</a:t>
                  </a:r>
                  <a:endParaRPr lang="zh-CN" altLang="en-US" sz="2800">
                    <a:solidFill>
                      <a:schemeClr val="tx1"/>
                    </a:solidFill>
                  </a:endParaRPr>
                </a:p>
              </p:txBody>
            </p:sp>
          </p:grpSp>
          <p:sp>
            <p:nvSpPr>
              <p:cNvPr id="157706" name="Line 10"/>
              <p:cNvSpPr>
                <a:spLocks noChangeShapeType="1"/>
              </p:cNvSpPr>
              <p:nvPr/>
            </p:nvSpPr>
            <p:spPr bwMode="auto">
              <a:xfrm>
                <a:off x="4176" y="1584"/>
                <a:ext cx="144" cy="0"/>
              </a:xfrm>
              <a:prstGeom prst="line">
                <a:avLst/>
              </a:prstGeom>
              <a:noFill/>
              <a:ln w="19050">
                <a:solidFill>
                  <a:srgbClr val="0000FF"/>
                </a:solidFill>
                <a:round/>
                <a:headEnd/>
                <a:tailEnd type="triangle" w="sm" len="lg"/>
              </a:ln>
              <a:effectLst/>
            </p:spPr>
            <p:txBody>
              <a:bodyPr wrap="none" anchor="ctr"/>
              <a:lstStyle/>
              <a:p>
                <a:endParaRPr lang="zh-CN" altLang="en-US" sz="2800"/>
              </a:p>
            </p:txBody>
          </p:sp>
        </p:grpSp>
        <p:grpSp>
          <p:nvGrpSpPr>
            <p:cNvPr id="5" name="Group 11"/>
            <p:cNvGrpSpPr>
              <a:grpSpLocks/>
            </p:cNvGrpSpPr>
            <p:nvPr/>
          </p:nvGrpSpPr>
          <p:grpSpPr bwMode="auto">
            <a:xfrm>
              <a:off x="3936" y="921"/>
              <a:ext cx="336" cy="330"/>
              <a:chOff x="3984" y="1392"/>
              <a:chExt cx="336" cy="330"/>
            </a:xfrm>
          </p:grpSpPr>
          <p:grpSp>
            <p:nvGrpSpPr>
              <p:cNvPr id="6" name="Group 12"/>
              <p:cNvGrpSpPr>
                <a:grpSpLocks/>
              </p:cNvGrpSpPr>
              <p:nvPr/>
            </p:nvGrpSpPr>
            <p:grpSpPr bwMode="auto">
              <a:xfrm>
                <a:off x="3984" y="1392"/>
                <a:ext cx="229" cy="330"/>
                <a:chOff x="3984" y="1392"/>
                <a:chExt cx="229" cy="330"/>
              </a:xfrm>
            </p:grpSpPr>
            <p:sp>
              <p:nvSpPr>
                <p:cNvPr id="157709" name="Oval 13"/>
                <p:cNvSpPr>
                  <a:spLocks noChangeArrowheads="1"/>
                </p:cNvSpPr>
                <p:nvPr/>
              </p:nvSpPr>
              <p:spPr bwMode="auto">
                <a:xfrm>
                  <a:off x="4032" y="1488"/>
                  <a:ext cx="144" cy="144"/>
                </a:xfrm>
                <a:prstGeom prst="ellipse">
                  <a:avLst/>
                </a:prstGeom>
                <a:solidFill>
                  <a:srgbClr val="F5C5BB"/>
                </a:solidFill>
                <a:ln w="9525">
                  <a:solidFill>
                    <a:schemeClr val="tx1"/>
                  </a:solidFill>
                  <a:round/>
                  <a:headEnd/>
                  <a:tailEnd/>
                </a:ln>
                <a:effectLst/>
              </p:spPr>
              <p:txBody>
                <a:bodyPr wrap="none" anchor="ctr"/>
                <a:lstStyle/>
                <a:p>
                  <a:endParaRPr lang="zh-CN" altLang="en-US" sz="2800"/>
                </a:p>
              </p:txBody>
            </p:sp>
            <p:sp>
              <p:nvSpPr>
                <p:cNvPr id="157710" name="Text Box 14"/>
                <p:cNvSpPr txBox="1">
                  <a:spLocks noChangeArrowheads="1"/>
                </p:cNvSpPr>
                <p:nvPr/>
              </p:nvSpPr>
              <p:spPr bwMode="auto">
                <a:xfrm>
                  <a:off x="3984" y="1392"/>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66"/>
                      </a:solidFill>
                    </a:rPr>
                    <a:t>+</a:t>
                  </a:r>
                  <a:endParaRPr lang="zh-CN" altLang="en-US" sz="2800">
                    <a:solidFill>
                      <a:schemeClr val="tx1"/>
                    </a:solidFill>
                  </a:endParaRPr>
                </a:p>
              </p:txBody>
            </p:sp>
          </p:grpSp>
          <p:sp>
            <p:nvSpPr>
              <p:cNvPr id="157711" name="Line 15"/>
              <p:cNvSpPr>
                <a:spLocks noChangeShapeType="1"/>
              </p:cNvSpPr>
              <p:nvPr/>
            </p:nvSpPr>
            <p:spPr bwMode="auto">
              <a:xfrm>
                <a:off x="4176" y="1584"/>
                <a:ext cx="144" cy="0"/>
              </a:xfrm>
              <a:prstGeom prst="line">
                <a:avLst/>
              </a:prstGeom>
              <a:noFill/>
              <a:ln w="19050">
                <a:solidFill>
                  <a:srgbClr val="0000FF"/>
                </a:solidFill>
                <a:round/>
                <a:headEnd/>
                <a:tailEnd type="triangle" w="sm" len="lg"/>
              </a:ln>
              <a:effectLst/>
            </p:spPr>
            <p:txBody>
              <a:bodyPr wrap="none" anchor="ctr"/>
              <a:lstStyle/>
              <a:p>
                <a:endParaRPr lang="zh-CN" altLang="en-US" sz="2800"/>
              </a:p>
            </p:txBody>
          </p:sp>
        </p:grpSp>
        <p:grpSp>
          <p:nvGrpSpPr>
            <p:cNvPr id="7" name="Group 16"/>
            <p:cNvGrpSpPr>
              <a:grpSpLocks/>
            </p:cNvGrpSpPr>
            <p:nvPr/>
          </p:nvGrpSpPr>
          <p:grpSpPr bwMode="auto">
            <a:xfrm>
              <a:off x="4704" y="1152"/>
              <a:ext cx="336" cy="330"/>
              <a:chOff x="3984" y="1392"/>
              <a:chExt cx="336" cy="330"/>
            </a:xfrm>
          </p:grpSpPr>
          <p:grpSp>
            <p:nvGrpSpPr>
              <p:cNvPr id="8" name="Group 17"/>
              <p:cNvGrpSpPr>
                <a:grpSpLocks/>
              </p:cNvGrpSpPr>
              <p:nvPr/>
            </p:nvGrpSpPr>
            <p:grpSpPr bwMode="auto">
              <a:xfrm>
                <a:off x="3984" y="1392"/>
                <a:ext cx="229" cy="330"/>
                <a:chOff x="3984" y="1392"/>
                <a:chExt cx="229" cy="330"/>
              </a:xfrm>
            </p:grpSpPr>
            <p:sp>
              <p:nvSpPr>
                <p:cNvPr id="157714" name="Oval 18"/>
                <p:cNvSpPr>
                  <a:spLocks noChangeArrowheads="1"/>
                </p:cNvSpPr>
                <p:nvPr/>
              </p:nvSpPr>
              <p:spPr bwMode="auto">
                <a:xfrm>
                  <a:off x="4032" y="1488"/>
                  <a:ext cx="144" cy="144"/>
                </a:xfrm>
                <a:prstGeom prst="ellipse">
                  <a:avLst/>
                </a:prstGeom>
                <a:solidFill>
                  <a:srgbClr val="F5C5BB"/>
                </a:solidFill>
                <a:ln w="9525">
                  <a:solidFill>
                    <a:schemeClr val="tx1"/>
                  </a:solidFill>
                  <a:round/>
                  <a:headEnd/>
                  <a:tailEnd/>
                </a:ln>
                <a:effectLst/>
              </p:spPr>
              <p:txBody>
                <a:bodyPr wrap="none" anchor="ctr"/>
                <a:lstStyle/>
                <a:p>
                  <a:endParaRPr lang="zh-CN" altLang="en-US" sz="2800"/>
                </a:p>
              </p:txBody>
            </p:sp>
            <p:sp>
              <p:nvSpPr>
                <p:cNvPr id="157715" name="Text Box 19"/>
                <p:cNvSpPr txBox="1">
                  <a:spLocks noChangeArrowheads="1"/>
                </p:cNvSpPr>
                <p:nvPr/>
              </p:nvSpPr>
              <p:spPr bwMode="auto">
                <a:xfrm>
                  <a:off x="3984" y="1392"/>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66"/>
                      </a:solidFill>
                    </a:rPr>
                    <a:t>+</a:t>
                  </a:r>
                  <a:endParaRPr lang="zh-CN" altLang="en-US" sz="2800">
                    <a:solidFill>
                      <a:schemeClr val="tx1"/>
                    </a:solidFill>
                  </a:endParaRPr>
                </a:p>
              </p:txBody>
            </p:sp>
          </p:grpSp>
          <p:sp>
            <p:nvSpPr>
              <p:cNvPr id="157716" name="Line 20"/>
              <p:cNvSpPr>
                <a:spLocks noChangeShapeType="1"/>
              </p:cNvSpPr>
              <p:nvPr/>
            </p:nvSpPr>
            <p:spPr bwMode="auto">
              <a:xfrm>
                <a:off x="4176" y="1584"/>
                <a:ext cx="144" cy="0"/>
              </a:xfrm>
              <a:prstGeom prst="line">
                <a:avLst/>
              </a:prstGeom>
              <a:noFill/>
              <a:ln w="19050">
                <a:solidFill>
                  <a:srgbClr val="0000FF"/>
                </a:solidFill>
                <a:round/>
                <a:headEnd/>
                <a:tailEnd type="triangle" w="sm" len="lg"/>
              </a:ln>
              <a:effectLst/>
            </p:spPr>
            <p:txBody>
              <a:bodyPr wrap="none" anchor="ctr"/>
              <a:lstStyle/>
              <a:p>
                <a:endParaRPr lang="zh-CN" altLang="en-US" sz="2800"/>
              </a:p>
            </p:txBody>
          </p:sp>
        </p:grpSp>
        <p:grpSp>
          <p:nvGrpSpPr>
            <p:cNvPr id="9" name="Group 21"/>
            <p:cNvGrpSpPr>
              <a:grpSpLocks/>
            </p:cNvGrpSpPr>
            <p:nvPr/>
          </p:nvGrpSpPr>
          <p:grpSpPr bwMode="auto">
            <a:xfrm>
              <a:off x="4656" y="1401"/>
              <a:ext cx="336" cy="330"/>
              <a:chOff x="3984" y="1392"/>
              <a:chExt cx="336" cy="330"/>
            </a:xfrm>
          </p:grpSpPr>
          <p:grpSp>
            <p:nvGrpSpPr>
              <p:cNvPr id="10" name="Group 22"/>
              <p:cNvGrpSpPr>
                <a:grpSpLocks/>
              </p:cNvGrpSpPr>
              <p:nvPr/>
            </p:nvGrpSpPr>
            <p:grpSpPr bwMode="auto">
              <a:xfrm>
                <a:off x="3984" y="1392"/>
                <a:ext cx="229" cy="330"/>
                <a:chOff x="3984" y="1392"/>
                <a:chExt cx="229" cy="330"/>
              </a:xfrm>
            </p:grpSpPr>
            <p:sp>
              <p:nvSpPr>
                <p:cNvPr id="157719" name="Oval 23"/>
                <p:cNvSpPr>
                  <a:spLocks noChangeArrowheads="1"/>
                </p:cNvSpPr>
                <p:nvPr/>
              </p:nvSpPr>
              <p:spPr bwMode="auto">
                <a:xfrm>
                  <a:off x="4032" y="1488"/>
                  <a:ext cx="144" cy="144"/>
                </a:xfrm>
                <a:prstGeom prst="ellipse">
                  <a:avLst/>
                </a:prstGeom>
                <a:solidFill>
                  <a:srgbClr val="F5C5BB"/>
                </a:solidFill>
                <a:ln w="9525">
                  <a:solidFill>
                    <a:schemeClr val="tx1"/>
                  </a:solidFill>
                  <a:round/>
                  <a:headEnd/>
                  <a:tailEnd/>
                </a:ln>
                <a:effectLst/>
              </p:spPr>
              <p:txBody>
                <a:bodyPr wrap="none" anchor="ctr"/>
                <a:lstStyle/>
                <a:p>
                  <a:endParaRPr lang="zh-CN" altLang="en-US" sz="2800"/>
                </a:p>
              </p:txBody>
            </p:sp>
            <p:sp>
              <p:nvSpPr>
                <p:cNvPr id="157720" name="Text Box 24"/>
                <p:cNvSpPr txBox="1">
                  <a:spLocks noChangeArrowheads="1"/>
                </p:cNvSpPr>
                <p:nvPr/>
              </p:nvSpPr>
              <p:spPr bwMode="auto">
                <a:xfrm>
                  <a:off x="3984" y="1392"/>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66"/>
                      </a:solidFill>
                    </a:rPr>
                    <a:t>+</a:t>
                  </a:r>
                  <a:endParaRPr lang="zh-CN" altLang="en-US" sz="2800">
                    <a:solidFill>
                      <a:schemeClr val="tx1"/>
                    </a:solidFill>
                  </a:endParaRPr>
                </a:p>
              </p:txBody>
            </p:sp>
          </p:grpSp>
          <p:sp>
            <p:nvSpPr>
              <p:cNvPr id="157721" name="Line 25"/>
              <p:cNvSpPr>
                <a:spLocks noChangeShapeType="1"/>
              </p:cNvSpPr>
              <p:nvPr/>
            </p:nvSpPr>
            <p:spPr bwMode="auto">
              <a:xfrm>
                <a:off x="4176" y="1584"/>
                <a:ext cx="144" cy="0"/>
              </a:xfrm>
              <a:prstGeom prst="line">
                <a:avLst/>
              </a:prstGeom>
              <a:noFill/>
              <a:ln w="19050">
                <a:solidFill>
                  <a:srgbClr val="0000FF"/>
                </a:solidFill>
                <a:round/>
                <a:headEnd/>
                <a:tailEnd type="triangle" w="sm" len="lg"/>
              </a:ln>
              <a:effectLst/>
            </p:spPr>
            <p:txBody>
              <a:bodyPr wrap="none" anchor="ctr"/>
              <a:lstStyle/>
              <a:p>
                <a:endParaRPr lang="zh-CN" altLang="en-US" sz="2800"/>
              </a:p>
            </p:txBody>
          </p:sp>
        </p:grpSp>
        <p:grpSp>
          <p:nvGrpSpPr>
            <p:cNvPr id="11" name="Group 26"/>
            <p:cNvGrpSpPr>
              <a:grpSpLocks/>
            </p:cNvGrpSpPr>
            <p:nvPr/>
          </p:nvGrpSpPr>
          <p:grpSpPr bwMode="auto">
            <a:xfrm>
              <a:off x="3984" y="1152"/>
              <a:ext cx="336" cy="330"/>
              <a:chOff x="3984" y="1392"/>
              <a:chExt cx="336" cy="330"/>
            </a:xfrm>
          </p:grpSpPr>
          <p:grpSp>
            <p:nvGrpSpPr>
              <p:cNvPr id="12" name="Group 27"/>
              <p:cNvGrpSpPr>
                <a:grpSpLocks/>
              </p:cNvGrpSpPr>
              <p:nvPr/>
            </p:nvGrpSpPr>
            <p:grpSpPr bwMode="auto">
              <a:xfrm>
                <a:off x="3984" y="1392"/>
                <a:ext cx="229" cy="330"/>
                <a:chOff x="3984" y="1392"/>
                <a:chExt cx="229" cy="330"/>
              </a:xfrm>
            </p:grpSpPr>
            <p:sp>
              <p:nvSpPr>
                <p:cNvPr id="157724" name="Oval 28"/>
                <p:cNvSpPr>
                  <a:spLocks noChangeArrowheads="1"/>
                </p:cNvSpPr>
                <p:nvPr/>
              </p:nvSpPr>
              <p:spPr bwMode="auto">
                <a:xfrm>
                  <a:off x="4032" y="1488"/>
                  <a:ext cx="144" cy="144"/>
                </a:xfrm>
                <a:prstGeom prst="ellipse">
                  <a:avLst/>
                </a:prstGeom>
                <a:solidFill>
                  <a:srgbClr val="F5C5BB"/>
                </a:solidFill>
                <a:ln w="9525">
                  <a:solidFill>
                    <a:schemeClr val="tx1"/>
                  </a:solidFill>
                  <a:round/>
                  <a:headEnd/>
                  <a:tailEnd/>
                </a:ln>
                <a:effectLst/>
              </p:spPr>
              <p:txBody>
                <a:bodyPr wrap="none" anchor="ctr"/>
                <a:lstStyle/>
                <a:p>
                  <a:endParaRPr lang="zh-CN" altLang="en-US" sz="2800"/>
                </a:p>
              </p:txBody>
            </p:sp>
            <p:sp>
              <p:nvSpPr>
                <p:cNvPr id="157725" name="Text Box 29"/>
                <p:cNvSpPr txBox="1">
                  <a:spLocks noChangeArrowheads="1"/>
                </p:cNvSpPr>
                <p:nvPr/>
              </p:nvSpPr>
              <p:spPr bwMode="auto">
                <a:xfrm>
                  <a:off x="3984" y="1392"/>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66"/>
                      </a:solidFill>
                    </a:rPr>
                    <a:t>+</a:t>
                  </a:r>
                  <a:endParaRPr lang="zh-CN" altLang="en-US" sz="2800">
                    <a:solidFill>
                      <a:schemeClr val="tx1"/>
                    </a:solidFill>
                  </a:endParaRPr>
                </a:p>
              </p:txBody>
            </p:sp>
          </p:grpSp>
          <p:sp>
            <p:nvSpPr>
              <p:cNvPr id="157726" name="Line 30"/>
              <p:cNvSpPr>
                <a:spLocks noChangeShapeType="1"/>
              </p:cNvSpPr>
              <p:nvPr/>
            </p:nvSpPr>
            <p:spPr bwMode="auto">
              <a:xfrm>
                <a:off x="4176" y="1584"/>
                <a:ext cx="144" cy="0"/>
              </a:xfrm>
              <a:prstGeom prst="line">
                <a:avLst/>
              </a:prstGeom>
              <a:noFill/>
              <a:ln w="19050">
                <a:solidFill>
                  <a:srgbClr val="0000FF"/>
                </a:solidFill>
                <a:round/>
                <a:headEnd/>
                <a:tailEnd type="triangle" w="sm" len="lg"/>
              </a:ln>
              <a:effectLst/>
            </p:spPr>
            <p:txBody>
              <a:bodyPr wrap="none" anchor="ctr"/>
              <a:lstStyle/>
              <a:p>
                <a:endParaRPr lang="zh-CN" altLang="en-US" sz="2800"/>
              </a:p>
            </p:txBody>
          </p:sp>
        </p:grpSp>
        <p:grpSp>
          <p:nvGrpSpPr>
            <p:cNvPr id="13" name="Group 31"/>
            <p:cNvGrpSpPr>
              <a:grpSpLocks/>
            </p:cNvGrpSpPr>
            <p:nvPr/>
          </p:nvGrpSpPr>
          <p:grpSpPr bwMode="auto">
            <a:xfrm>
              <a:off x="4656" y="912"/>
              <a:ext cx="336" cy="330"/>
              <a:chOff x="3984" y="1392"/>
              <a:chExt cx="336" cy="330"/>
            </a:xfrm>
          </p:grpSpPr>
          <p:grpSp>
            <p:nvGrpSpPr>
              <p:cNvPr id="14" name="Group 32"/>
              <p:cNvGrpSpPr>
                <a:grpSpLocks/>
              </p:cNvGrpSpPr>
              <p:nvPr/>
            </p:nvGrpSpPr>
            <p:grpSpPr bwMode="auto">
              <a:xfrm>
                <a:off x="3984" y="1392"/>
                <a:ext cx="229" cy="330"/>
                <a:chOff x="3984" y="1392"/>
                <a:chExt cx="229" cy="330"/>
              </a:xfrm>
            </p:grpSpPr>
            <p:sp>
              <p:nvSpPr>
                <p:cNvPr id="157729" name="Oval 33"/>
                <p:cNvSpPr>
                  <a:spLocks noChangeArrowheads="1"/>
                </p:cNvSpPr>
                <p:nvPr/>
              </p:nvSpPr>
              <p:spPr bwMode="auto">
                <a:xfrm>
                  <a:off x="4032" y="1488"/>
                  <a:ext cx="144" cy="144"/>
                </a:xfrm>
                <a:prstGeom prst="ellipse">
                  <a:avLst/>
                </a:prstGeom>
                <a:solidFill>
                  <a:srgbClr val="F5C5BB"/>
                </a:solidFill>
                <a:ln w="9525">
                  <a:solidFill>
                    <a:schemeClr val="tx1"/>
                  </a:solidFill>
                  <a:round/>
                  <a:headEnd/>
                  <a:tailEnd/>
                </a:ln>
                <a:effectLst/>
              </p:spPr>
              <p:txBody>
                <a:bodyPr wrap="none" anchor="ctr"/>
                <a:lstStyle/>
                <a:p>
                  <a:endParaRPr lang="zh-CN" altLang="en-US" sz="2800"/>
                </a:p>
              </p:txBody>
            </p:sp>
            <p:sp>
              <p:nvSpPr>
                <p:cNvPr id="157730" name="Text Box 34"/>
                <p:cNvSpPr txBox="1">
                  <a:spLocks noChangeArrowheads="1"/>
                </p:cNvSpPr>
                <p:nvPr/>
              </p:nvSpPr>
              <p:spPr bwMode="auto">
                <a:xfrm>
                  <a:off x="3984" y="1392"/>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66"/>
                      </a:solidFill>
                    </a:rPr>
                    <a:t>+</a:t>
                  </a:r>
                  <a:endParaRPr lang="zh-CN" altLang="en-US" sz="2800">
                    <a:solidFill>
                      <a:schemeClr val="tx1"/>
                    </a:solidFill>
                  </a:endParaRPr>
                </a:p>
              </p:txBody>
            </p:sp>
          </p:grpSp>
          <p:sp>
            <p:nvSpPr>
              <p:cNvPr id="157731" name="Line 35"/>
              <p:cNvSpPr>
                <a:spLocks noChangeShapeType="1"/>
              </p:cNvSpPr>
              <p:nvPr/>
            </p:nvSpPr>
            <p:spPr bwMode="auto">
              <a:xfrm>
                <a:off x="4176" y="1584"/>
                <a:ext cx="144" cy="0"/>
              </a:xfrm>
              <a:prstGeom prst="line">
                <a:avLst/>
              </a:prstGeom>
              <a:noFill/>
              <a:ln w="19050">
                <a:solidFill>
                  <a:srgbClr val="0000FF"/>
                </a:solidFill>
                <a:round/>
                <a:headEnd/>
                <a:tailEnd type="triangle" w="sm" len="lg"/>
              </a:ln>
              <a:effectLst/>
            </p:spPr>
            <p:txBody>
              <a:bodyPr wrap="none" anchor="ctr"/>
              <a:lstStyle/>
              <a:p>
                <a:endParaRPr lang="zh-CN" altLang="en-US" sz="2800"/>
              </a:p>
            </p:txBody>
          </p:sp>
        </p:grpSp>
        <p:sp>
          <p:nvSpPr>
            <p:cNvPr id="157732" name="AutoShape 36"/>
            <p:cNvSpPr>
              <a:spLocks noChangeArrowheads="1"/>
            </p:cNvSpPr>
            <p:nvPr/>
          </p:nvSpPr>
          <p:spPr bwMode="auto">
            <a:xfrm>
              <a:off x="4368" y="624"/>
              <a:ext cx="240" cy="288"/>
            </a:xfrm>
            <a:prstGeom prst="wedgeRoundRectCallout">
              <a:avLst>
                <a:gd name="adj1" fmla="val -28333"/>
                <a:gd name="adj2" fmla="val 130556"/>
                <a:gd name="adj3" fmla="val 16667"/>
              </a:avLst>
            </a:prstGeom>
            <a:gradFill rotWithShape="0">
              <a:gsLst>
                <a:gs pos="0">
                  <a:schemeClr val="folHlink"/>
                </a:gs>
                <a:gs pos="50000">
                  <a:schemeClr val="bg1"/>
                </a:gs>
                <a:gs pos="100000">
                  <a:schemeClr val="folHlink"/>
                </a:gs>
              </a:gsLst>
              <a:lin ang="5400000" scaled="1"/>
            </a:gradFill>
            <a:ln w="9525">
              <a:solidFill>
                <a:srgbClr val="CC00CC"/>
              </a:solidFill>
              <a:miter lim="800000"/>
              <a:headEnd/>
              <a:tailEnd/>
            </a:ln>
            <a:effectLst/>
          </p:spPr>
          <p:txBody>
            <a:bodyPr/>
            <a:lstStyle/>
            <a:p>
              <a:pPr algn="ctr"/>
              <a:endParaRPr lang="zh-CN" altLang="en-US" sz="2800">
                <a:solidFill>
                  <a:srgbClr val="1C1C1C"/>
                </a:solidFill>
              </a:endParaRPr>
            </a:p>
          </p:txBody>
        </p:sp>
        <p:sp>
          <p:nvSpPr>
            <p:cNvPr id="157733" name="Line 37"/>
            <p:cNvSpPr>
              <a:spLocks noChangeShapeType="1"/>
            </p:cNvSpPr>
            <p:nvPr/>
          </p:nvSpPr>
          <p:spPr bwMode="auto">
            <a:xfrm rot="-5373966">
              <a:off x="4752" y="1392"/>
              <a:ext cx="0" cy="576"/>
            </a:xfrm>
            <a:prstGeom prst="line">
              <a:avLst/>
            </a:prstGeom>
            <a:noFill/>
            <a:ln w="9525">
              <a:solidFill>
                <a:schemeClr val="tx1"/>
              </a:solidFill>
              <a:round/>
              <a:headEnd/>
              <a:tailEnd type="none" w="sm" len="lg"/>
            </a:ln>
            <a:effectLst/>
          </p:spPr>
          <p:txBody>
            <a:bodyPr wrap="none" anchor="ctr"/>
            <a:lstStyle/>
            <a:p>
              <a:endParaRPr lang="zh-CN" altLang="en-US" sz="2800"/>
            </a:p>
          </p:txBody>
        </p:sp>
        <p:sp>
          <p:nvSpPr>
            <p:cNvPr id="157734" name="Line 38"/>
            <p:cNvSpPr>
              <a:spLocks noChangeShapeType="1"/>
            </p:cNvSpPr>
            <p:nvPr/>
          </p:nvSpPr>
          <p:spPr bwMode="auto">
            <a:xfrm>
              <a:off x="4416" y="960"/>
              <a:ext cx="624" cy="0"/>
            </a:xfrm>
            <a:prstGeom prst="line">
              <a:avLst/>
            </a:prstGeom>
            <a:noFill/>
            <a:ln w="9525">
              <a:solidFill>
                <a:schemeClr val="tx1"/>
              </a:solidFill>
              <a:round/>
              <a:headEnd/>
              <a:tailEnd type="none" w="sm" len="lg"/>
            </a:ln>
            <a:effectLst/>
          </p:spPr>
          <p:txBody>
            <a:bodyPr wrap="none" anchor="ctr"/>
            <a:lstStyle/>
            <a:p>
              <a:endParaRPr lang="zh-CN" altLang="en-US" sz="2800"/>
            </a:p>
          </p:txBody>
        </p:sp>
        <p:sp>
          <p:nvSpPr>
            <p:cNvPr id="157735" name="Line 39"/>
            <p:cNvSpPr>
              <a:spLocks noChangeShapeType="1"/>
            </p:cNvSpPr>
            <p:nvPr/>
          </p:nvSpPr>
          <p:spPr bwMode="auto">
            <a:xfrm>
              <a:off x="4080" y="1824"/>
              <a:ext cx="720" cy="0"/>
            </a:xfrm>
            <a:prstGeom prst="line">
              <a:avLst/>
            </a:prstGeom>
            <a:noFill/>
            <a:ln w="38100">
              <a:solidFill>
                <a:srgbClr val="FF0000"/>
              </a:solidFill>
              <a:round/>
              <a:headEnd/>
              <a:tailEnd type="triangle" w="sm" len="lg"/>
            </a:ln>
            <a:effectLst/>
          </p:spPr>
          <p:txBody>
            <a:bodyPr wrap="none" anchor="ctr"/>
            <a:lstStyle/>
            <a:p>
              <a:endParaRPr lang="zh-CN" altLang="en-US" sz="2800"/>
            </a:p>
          </p:txBody>
        </p:sp>
        <p:graphicFrame>
          <p:nvGraphicFramePr>
            <p:cNvPr id="157736" name="Object 40"/>
            <p:cNvGraphicFramePr>
              <a:graphicFrameLocks noChangeAspect="1"/>
            </p:cNvGraphicFramePr>
            <p:nvPr/>
          </p:nvGraphicFramePr>
          <p:xfrm>
            <a:off x="4800" y="1680"/>
            <a:ext cx="173" cy="240"/>
          </p:xfrm>
          <a:graphic>
            <a:graphicData uri="http://schemas.openxmlformats.org/presentationml/2006/ole">
              <p:oleObj spid="_x0000_s985095" name="Equation" r:id="rId3" imgW="164880" imgH="228600" progId="Equation.3">
                <p:embed/>
              </p:oleObj>
            </a:graphicData>
          </a:graphic>
        </p:graphicFrame>
        <p:graphicFrame>
          <p:nvGraphicFramePr>
            <p:cNvPr id="157737" name="Object 41"/>
            <p:cNvGraphicFramePr>
              <a:graphicFrameLocks noChangeAspect="1"/>
            </p:cNvGraphicFramePr>
            <p:nvPr/>
          </p:nvGraphicFramePr>
          <p:xfrm>
            <a:off x="4368" y="664"/>
            <a:ext cx="196" cy="248"/>
          </p:xfrm>
          <a:graphic>
            <a:graphicData uri="http://schemas.openxmlformats.org/presentationml/2006/ole">
              <p:oleObj spid="_x0000_s985096" name="Equation" r:id="rId4" imgW="190440" imgH="241200" progId="Equation.3">
                <p:embed/>
              </p:oleObj>
            </a:graphicData>
          </a:graphic>
        </p:graphicFrame>
      </p:grpSp>
      <p:graphicFrame>
        <p:nvGraphicFramePr>
          <p:cNvPr id="157739" name="Object 43"/>
          <p:cNvGraphicFramePr>
            <a:graphicFrameLocks noChangeAspect="1"/>
          </p:cNvGraphicFramePr>
          <p:nvPr/>
        </p:nvGraphicFramePr>
        <p:xfrm>
          <a:off x="1524000" y="4195763"/>
          <a:ext cx="2251075" cy="742950"/>
        </p:xfrm>
        <a:graphic>
          <a:graphicData uri="http://schemas.openxmlformats.org/presentationml/2006/ole">
            <p:oleObj spid="_x0000_s985090" name="Equation" r:id="rId5" imgW="698400" imgH="228600" progId="Equation.3">
              <p:embed/>
            </p:oleObj>
          </a:graphicData>
        </a:graphic>
      </p:graphicFrame>
      <p:sp>
        <p:nvSpPr>
          <p:cNvPr id="157740" name="Text Box 44"/>
          <p:cNvSpPr txBox="1">
            <a:spLocks noChangeArrowheads="1"/>
          </p:cNvSpPr>
          <p:nvPr/>
        </p:nvSpPr>
        <p:spPr bwMode="auto">
          <a:xfrm>
            <a:off x="609600" y="762000"/>
            <a:ext cx="2438400" cy="519113"/>
          </a:xfrm>
          <a:prstGeom prst="rect">
            <a:avLst/>
          </a:prstGeom>
          <a:noFill/>
          <a:ln w="9525">
            <a:noFill/>
            <a:miter lim="800000"/>
            <a:headEnd/>
            <a:tailEnd/>
          </a:ln>
          <a:effectLst/>
        </p:spPr>
        <p:txBody>
          <a:bodyPr>
            <a:spAutoFit/>
          </a:bodyPr>
          <a:lstStyle/>
          <a:p>
            <a:r>
              <a:rPr lang="zh-CN" altLang="en-US" sz="2800" b="1" dirty="0">
                <a:solidFill>
                  <a:srgbClr val="C00000"/>
                </a:solidFill>
              </a:rPr>
              <a:t> 1     电流</a:t>
            </a:r>
          </a:p>
        </p:txBody>
      </p:sp>
      <p:grpSp>
        <p:nvGrpSpPr>
          <p:cNvPr id="15" name="Group 45"/>
          <p:cNvGrpSpPr>
            <a:grpSpLocks/>
          </p:cNvGrpSpPr>
          <p:nvPr/>
        </p:nvGrpSpPr>
        <p:grpSpPr bwMode="auto">
          <a:xfrm>
            <a:off x="754063" y="4800600"/>
            <a:ext cx="4732337" cy="762000"/>
            <a:chOff x="571" y="2928"/>
            <a:chExt cx="2981" cy="480"/>
          </a:xfrm>
        </p:grpSpPr>
        <p:sp>
          <p:nvSpPr>
            <p:cNvPr id="157742" name="Text Box 46"/>
            <p:cNvSpPr txBox="1">
              <a:spLocks noChangeArrowheads="1"/>
            </p:cNvSpPr>
            <p:nvPr/>
          </p:nvSpPr>
          <p:spPr bwMode="auto">
            <a:xfrm>
              <a:off x="802" y="3024"/>
              <a:ext cx="2750" cy="327"/>
            </a:xfrm>
            <a:prstGeom prst="rect">
              <a:avLst/>
            </a:prstGeom>
            <a:noFill/>
            <a:ln w="9525">
              <a:noFill/>
              <a:miter lim="800000"/>
              <a:headEnd/>
              <a:tailEnd/>
            </a:ln>
            <a:effectLst/>
          </p:spPr>
          <p:txBody>
            <a:bodyPr>
              <a:spAutoFit/>
            </a:bodyPr>
            <a:lstStyle/>
            <a:p>
              <a:r>
                <a:rPr lang="zh-CN" altLang="en-US" sz="2800">
                  <a:solidFill>
                    <a:srgbClr val="1C1C1C"/>
                  </a:solidFill>
                </a:rPr>
                <a:t>为电子的</a:t>
              </a:r>
              <a:r>
                <a:rPr lang="zh-CN" altLang="en-US" sz="2800">
                  <a:solidFill>
                    <a:srgbClr val="CC0000"/>
                  </a:solidFill>
                </a:rPr>
                <a:t>漂移速度</a:t>
              </a:r>
              <a:r>
                <a:rPr lang="zh-CN" altLang="en-US" sz="2800">
                  <a:solidFill>
                    <a:srgbClr val="1C1C1C"/>
                  </a:solidFill>
                </a:rPr>
                <a:t>大小</a:t>
              </a:r>
            </a:p>
          </p:txBody>
        </p:sp>
        <p:graphicFrame>
          <p:nvGraphicFramePr>
            <p:cNvPr id="157743" name="Object 47"/>
            <p:cNvGraphicFramePr>
              <a:graphicFrameLocks noChangeAspect="1"/>
            </p:cNvGraphicFramePr>
            <p:nvPr/>
          </p:nvGraphicFramePr>
          <p:xfrm>
            <a:off x="571" y="2928"/>
            <a:ext cx="266" cy="480"/>
          </p:xfrm>
          <a:graphic>
            <a:graphicData uri="http://schemas.openxmlformats.org/presentationml/2006/ole">
              <p:oleObj spid="_x0000_s985094" name="Equation" r:id="rId6" imgW="190440" imgH="228600" progId="Equation.3">
                <p:embed/>
              </p:oleObj>
            </a:graphicData>
          </a:graphic>
        </p:graphicFrame>
      </p:grpSp>
      <p:grpSp>
        <p:nvGrpSpPr>
          <p:cNvPr id="16" name="Group 48"/>
          <p:cNvGrpSpPr>
            <a:grpSpLocks/>
          </p:cNvGrpSpPr>
          <p:nvPr/>
        </p:nvGrpSpPr>
        <p:grpSpPr bwMode="auto">
          <a:xfrm>
            <a:off x="685800" y="5468942"/>
            <a:ext cx="4267200" cy="581025"/>
            <a:chOff x="528" y="3474"/>
            <a:chExt cx="2688" cy="366"/>
          </a:xfrm>
        </p:grpSpPr>
        <p:sp>
          <p:nvSpPr>
            <p:cNvPr id="157745" name="Text Box 49"/>
            <p:cNvSpPr txBox="1">
              <a:spLocks noChangeArrowheads="1"/>
            </p:cNvSpPr>
            <p:nvPr/>
          </p:nvSpPr>
          <p:spPr bwMode="auto">
            <a:xfrm>
              <a:off x="528" y="3504"/>
              <a:ext cx="1824" cy="330"/>
            </a:xfrm>
            <a:prstGeom prst="rect">
              <a:avLst/>
            </a:prstGeom>
            <a:noFill/>
            <a:ln w="9525">
              <a:noFill/>
              <a:miter lim="800000"/>
              <a:headEnd/>
              <a:tailEnd/>
            </a:ln>
            <a:effectLst/>
          </p:spPr>
          <p:txBody>
            <a:bodyPr>
              <a:spAutoFit/>
            </a:bodyPr>
            <a:lstStyle/>
            <a:p>
              <a:r>
                <a:rPr lang="zh-CN" altLang="en-US" sz="2800">
                  <a:solidFill>
                    <a:srgbClr val="CC0000"/>
                  </a:solidFill>
                </a:rPr>
                <a:t>单位</a:t>
              </a:r>
              <a:r>
                <a:rPr lang="zh-CN" altLang="en-US" sz="2800">
                  <a:solidFill>
                    <a:srgbClr val="1C1C1C"/>
                  </a:solidFill>
                </a:rPr>
                <a:t>:  </a:t>
              </a:r>
              <a:r>
                <a:rPr lang="zh-CN" altLang="en-US" sz="2800" b="0">
                  <a:solidFill>
                    <a:srgbClr val="1C1C1C"/>
                  </a:solidFill>
                </a:rPr>
                <a:t>1</a:t>
              </a:r>
              <a:r>
                <a:rPr lang="en-US" altLang="zh-CN" sz="2800" b="0">
                  <a:solidFill>
                    <a:srgbClr val="1C1C1C"/>
                  </a:solidFill>
                </a:rPr>
                <a:t>A</a:t>
              </a:r>
              <a:r>
                <a:rPr lang="en-US" altLang="zh-CN" sz="2800">
                  <a:solidFill>
                    <a:srgbClr val="1C1C1C"/>
                  </a:solidFill>
                </a:rPr>
                <a:t>    </a:t>
              </a:r>
            </a:p>
          </p:txBody>
        </p:sp>
        <p:graphicFrame>
          <p:nvGraphicFramePr>
            <p:cNvPr id="157746" name="Object 50"/>
            <p:cNvGraphicFramePr>
              <a:graphicFrameLocks noChangeAspect="1"/>
            </p:cNvGraphicFramePr>
            <p:nvPr/>
          </p:nvGraphicFramePr>
          <p:xfrm>
            <a:off x="1680" y="3474"/>
            <a:ext cx="1536" cy="366"/>
          </p:xfrm>
          <a:graphic>
            <a:graphicData uri="http://schemas.openxmlformats.org/presentationml/2006/ole">
              <p:oleObj spid="_x0000_s985093" name="Equation" r:id="rId7" imgW="914400" imgH="203040" progId="Equation.3">
                <p:embed/>
              </p:oleObj>
            </a:graphicData>
          </a:graphic>
        </p:graphicFrame>
      </p:grpSp>
      <p:graphicFrame>
        <p:nvGraphicFramePr>
          <p:cNvPr id="157747" name="Object 51"/>
          <p:cNvGraphicFramePr>
            <a:graphicFrameLocks noChangeAspect="1"/>
          </p:cNvGraphicFramePr>
          <p:nvPr/>
        </p:nvGraphicFramePr>
        <p:xfrm>
          <a:off x="1828800" y="2214563"/>
          <a:ext cx="1447800" cy="1171575"/>
        </p:xfrm>
        <a:graphic>
          <a:graphicData uri="http://schemas.openxmlformats.org/presentationml/2006/ole">
            <p:oleObj spid="_x0000_s985091" name="Equation" r:id="rId8" imgW="457200" imgH="393480" progId="Equation.3">
              <p:embed/>
            </p:oleObj>
          </a:graphicData>
        </a:graphic>
      </p:graphicFrame>
      <p:graphicFrame>
        <p:nvGraphicFramePr>
          <p:cNvPr id="157748" name="Object 52"/>
          <p:cNvGraphicFramePr>
            <a:graphicFrameLocks noChangeAspect="1"/>
          </p:cNvGraphicFramePr>
          <p:nvPr/>
        </p:nvGraphicFramePr>
        <p:xfrm>
          <a:off x="1295400" y="3433763"/>
          <a:ext cx="2667000" cy="673100"/>
        </p:xfrm>
        <a:graphic>
          <a:graphicData uri="http://schemas.openxmlformats.org/presentationml/2006/ole">
            <p:oleObj spid="_x0000_s985092" name="Equation" r:id="rId9" imgW="914400" imgH="228600" progId="Equation.3">
              <p:embed/>
            </p:oleObj>
          </a:graphicData>
        </a:graphic>
      </p:graphicFrame>
      <p:grpSp>
        <p:nvGrpSpPr>
          <p:cNvPr id="17" name="Group 53"/>
          <p:cNvGrpSpPr>
            <a:grpSpLocks/>
          </p:cNvGrpSpPr>
          <p:nvPr/>
        </p:nvGrpSpPr>
        <p:grpSpPr bwMode="auto">
          <a:xfrm>
            <a:off x="5865813" y="3505200"/>
            <a:ext cx="2286000" cy="1828800"/>
            <a:chOff x="3695" y="2016"/>
            <a:chExt cx="1440" cy="1152"/>
          </a:xfrm>
        </p:grpSpPr>
        <p:sp>
          <p:nvSpPr>
            <p:cNvPr id="157750" name="Line 54"/>
            <p:cNvSpPr>
              <a:spLocks noChangeShapeType="1"/>
            </p:cNvSpPr>
            <p:nvPr/>
          </p:nvSpPr>
          <p:spPr bwMode="auto">
            <a:xfrm flipH="1">
              <a:off x="3695" y="2618"/>
              <a:ext cx="1440" cy="0"/>
            </a:xfrm>
            <a:prstGeom prst="line">
              <a:avLst/>
            </a:prstGeom>
            <a:noFill/>
            <a:ln w="25400">
              <a:solidFill>
                <a:srgbClr val="3333CC"/>
              </a:solidFill>
              <a:round/>
              <a:headEnd/>
              <a:tailEnd type="none" w="sm" len="lg"/>
            </a:ln>
            <a:effectLst/>
          </p:spPr>
          <p:txBody>
            <a:bodyPr wrap="none" anchor="ctr"/>
            <a:lstStyle/>
            <a:p>
              <a:endParaRPr lang="zh-CN" altLang="en-US" sz="2800"/>
            </a:p>
          </p:txBody>
        </p:sp>
        <p:sp>
          <p:nvSpPr>
            <p:cNvPr id="157751" name="AutoShape 55"/>
            <p:cNvSpPr>
              <a:spLocks noChangeArrowheads="1"/>
            </p:cNvSpPr>
            <p:nvPr/>
          </p:nvSpPr>
          <p:spPr bwMode="auto">
            <a:xfrm rot="10800000">
              <a:off x="4032" y="2256"/>
              <a:ext cx="768" cy="720"/>
            </a:xfrm>
            <a:custGeom>
              <a:avLst/>
              <a:gdLst>
                <a:gd name="G0" fmla="+- 562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2"/>
                <a:gd name="G18" fmla="*/ 562 1 2"/>
                <a:gd name="G19" fmla="+- G18 5400 0"/>
                <a:gd name="G20" fmla="cos G19 11796480"/>
                <a:gd name="G21" fmla="sin G19 11796480"/>
                <a:gd name="G22" fmla="+- G20 10800 0"/>
                <a:gd name="G23" fmla="+- G21 10800 0"/>
                <a:gd name="G24" fmla="+- 10800 0 G20"/>
                <a:gd name="G25" fmla="+- 562 10800 0"/>
                <a:gd name="G26" fmla="?: G9 G17 G25"/>
                <a:gd name="G27" fmla="?: G9 0 21600"/>
                <a:gd name="G28" fmla="cos 10800 11796480"/>
                <a:gd name="G29" fmla="sin 10800 11796480"/>
                <a:gd name="G30" fmla="sin 562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119 w 21600"/>
                <a:gd name="T15" fmla="*/ 10800 h 21600"/>
                <a:gd name="T16" fmla="*/ 10800 w 21600"/>
                <a:gd name="T17" fmla="*/ 10238 h 21600"/>
                <a:gd name="T18" fmla="*/ 16481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238" y="10800"/>
                  </a:moveTo>
                  <a:cubicBezTo>
                    <a:pt x="10238" y="10489"/>
                    <a:pt x="10489" y="10238"/>
                    <a:pt x="10800" y="10238"/>
                  </a:cubicBezTo>
                  <a:cubicBezTo>
                    <a:pt x="11110" y="10237"/>
                    <a:pt x="11361" y="10489"/>
                    <a:pt x="11362" y="10799"/>
                  </a:cubicBezTo>
                  <a:lnTo>
                    <a:pt x="21600" y="10800"/>
                  </a:lnTo>
                  <a:cubicBezTo>
                    <a:pt x="21600" y="4835"/>
                    <a:pt x="16764" y="0"/>
                    <a:pt x="10800" y="0"/>
                  </a:cubicBezTo>
                  <a:cubicBezTo>
                    <a:pt x="4835" y="0"/>
                    <a:pt x="0" y="4835"/>
                    <a:pt x="0" y="10800"/>
                  </a:cubicBezTo>
                  <a:close/>
                </a:path>
              </a:pathLst>
            </a:custGeom>
            <a:solidFill>
              <a:srgbClr val="CCCCFF">
                <a:alpha val="50000"/>
              </a:srgbClr>
            </a:solidFill>
            <a:ln w="25400">
              <a:solidFill>
                <a:srgbClr val="0000FF"/>
              </a:solidFill>
              <a:miter lim="800000"/>
              <a:headEnd/>
              <a:tailEnd/>
            </a:ln>
            <a:effectLst/>
          </p:spPr>
          <p:txBody>
            <a:bodyPr wrap="none" anchor="ctr"/>
            <a:lstStyle/>
            <a:p>
              <a:endParaRPr lang="zh-CN" altLang="en-US" sz="2800"/>
            </a:p>
          </p:txBody>
        </p:sp>
        <p:sp>
          <p:nvSpPr>
            <p:cNvPr id="157752" name="Rectangle 56"/>
            <p:cNvSpPr>
              <a:spLocks noChangeArrowheads="1"/>
            </p:cNvSpPr>
            <p:nvPr/>
          </p:nvSpPr>
          <p:spPr bwMode="auto">
            <a:xfrm>
              <a:off x="4320" y="2256"/>
              <a:ext cx="192" cy="384"/>
            </a:xfrm>
            <a:prstGeom prst="rect">
              <a:avLst/>
            </a:prstGeom>
            <a:solidFill>
              <a:srgbClr val="CCCCFF">
                <a:alpha val="50000"/>
              </a:srgbClr>
            </a:solidFill>
            <a:ln w="25400">
              <a:noFill/>
              <a:miter lim="800000"/>
              <a:headEnd/>
              <a:tailEnd/>
            </a:ln>
            <a:effectLst/>
          </p:spPr>
          <p:txBody>
            <a:bodyPr wrap="none" anchor="ctr"/>
            <a:lstStyle/>
            <a:p>
              <a:endParaRPr lang="zh-CN" altLang="en-US" sz="2800"/>
            </a:p>
          </p:txBody>
        </p:sp>
        <p:sp>
          <p:nvSpPr>
            <p:cNvPr id="157753" name="Line 57"/>
            <p:cNvSpPr>
              <a:spLocks noChangeShapeType="1"/>
            </p:cNvSpPr>
            <p:nvPr/>
          </p:nvSpPr>
          <p:spPr bwMode="auto">
            <a:xfrm flipV="1">
              <a:off x="4320" y="2256"/>
              <a:ext cx="0" cy="384"/>
            </a:xfrm>
            <a:prstGeom prst="line">
              <a:avLst/>
            </a:prstGeom>
            <a:noFill/>
            <a:ln w="25400">
              <a:solidFill>
                <a:srgbClr val="0000FF"/>
              </a:solidFill>
              <a:round/>
              <a:headEnd/>
              <a:tailEnd type="none" w="sm" len="lg"/>
            </a:ln>
            <a:effectLst/>
          </p:spPr>
          <p:txBody>
            <a:bodyPr wrap="none" anchor="ctr"/>
            <a:lstStyle/>
            <a:p>
              <a:endParaRPr lang="zh-CN" altLang="en-US" sz="2800"/>
            </a:p>
          </p:txBody>
        </p:sp>
        <p:sp>
          <p:nvSpPr>
            <p:cNvPr id="157754" name="Line 58"/>
            <p:cNvSpPr>
              <a:spLocks noChangeShapeType="1"/>
            </p:cNvSpPr>
            <p:nvPr/>
          </p:nvSpPr>
          <p:spPr bwMode="auto">
            <a:xfrm flipV="1">
              <a:off x="4512" y="2256"/>
              <a:ext cx="0" cy="384"/>
            </a:xfrm>
            <a:prstGeom prst="line">
              <a:avLst/>
            </a:prstGeom>
            <a:noFill/>
            <a:ln w="25400">
              <a:solidFill>
                <a:srgbClr val="0000FF"/>
              </a:solidFill>
              <a:round/>
              <a:headEnd/>
              <a:tailEnd type="none" w="sm" len="lg"/>
            </a:ln>
            <a:effectLst/>
          </p:spPr>
          <p:txBody>
            <a:bodyPr wrap="none" anchor="ctr"/>
            <a:lstStyle/>
            <a:p>
              <a:endParaRPr lang="zh-CN" altLang="en-US" sz="2800"/>
            </a:p>
          </p:txBody>
        </p:sp>
        <p:sp>
          <p:nvSpPr>
            <p:cNvPr id="157755" name="Line 59"/>
            <p:cNvSpPr>
              <a:spLocks noChangeShapeType="1"/>
            </p:cNvSpPr>
            <p:nvPr/>
          </p:nvSpPr>
          <p:spPr bwMode="auto">
            <a:xfrm flipH="1" flipV="1">
              <a:off x="4320" y="2256"/>
              <a:ext cx="192" cy="0"/>
            </a:xfrm>
            <a:prstGeom prst="line">
              <a:avLst/>
            </a:prstGeom>
            <a:noFill/>
            <a:ln w="25400">
              <a:solidFill>
                <a:srgbClr val="0000FF"/>
              </a:solidFill>
              <a:round/>
              <a:headEnd/>
              <a:tailEnd type="none" w="sm" len="lg"/>
            </a:ln>
            <a:effectLst/>
          </p:spPr>
          <p:txBody>
            <a:bodyPr wrap="none" anchor="ctr"/>
            <a:lstStyle/>
            <a:p>
              <a:endParaRPr lang="zh-CN" altLang="en-US" sz="2800"/>
            </a:p>
          </p:txBody>
        </p:sp>
        <p:sp>
          <p:nvSpPr>
            <p:cNvPr id="157756" name="Line 60"/>
            <p:cNvSpPr>
              <a:spLocks noChangeShapeType="1"/>
            </p:cNvSpPr>
            <p:nvPr/>
          </p:nvSpPr>
          <p:spPr bwMode="auto">
            <a:xfrm>
              <a:off x="4416" y="2016"/>
              <a:ext cx="0" cy="576"/>
            </a:xfrm>
            <a:prstGeom prst="line">
              <a:avLst/>
            </a:prstGeom>
            <a:noFill/>
            <a:ln w="38100">
              <a:solidFill>
                <a:srgbClr val="FF0000"/>
              </a:solidFill>
              <a:prstDash val="dash"/>
              <a:round/>
              <a:headEnd/>
              <a:tailEnd type="triangle" w="sm" len="lg"/>
            </a:ln>
            <a:effectLst/>
          </p:spPr>
          <p:txBody>
            <a:bodyPr wrap="none" anchor="ctr"/>
            <a:lstStyle/>
            <a:p>
              <a:endParaRPr lang="zh-CN" altLang="en-US" sz="2800"/>
            </a:p>
          </p:txBody>
        </p:sp>
        <p:sp>
          <p:nvSpPr>
            <p:cNvPr id="157757" name="Line 61"/>
            <p:cNvSpPr>
              <a:spLocks noChangeShapeType="1"/>
            </p:cNvSpPr>
            <p:nvPr/>
          </p:nvSpPr>
          <p:spPr bwMode="auto">
            <a:xfrm>
              <a:off x="4416" y="2592"/>
              <a:ext cx="0" cy="576"/>
            </a:xfrm>
            <a:prstGeom prst="line">
              <a:avLst/>
            </a:prstGeom>
            <a:noFill/>
            <a:ln w="28575">
              <a:solidFill>
                <a:srgbClr val="FF0000"/>
              </a:solidFill>
              <a:prstDash val="dash"/>
              <a:round/>
              <a:headEnd/>
              <a:tailEnd type="triangle" w="sm" len="lg"/>
            </a:ln>
            <a:effectLst/>
          </p:spPr>
          <p:txBody>
            <a:bodyPr wrap="none" anchor="ctr"/>
            <a:lstStyle/>
            <a:p>
              <a:endParaRPr lang="zh-CN" altLang="en-US" sz="2800"/>
            </a:p>
          </p:txBody>
        </p:sp>
        <p:sp>
          <p:nvSpPr>
            <p:cNvPr id="157758" name="Line 62"/>
            <p:cNvSpPr>
              <a:spLocks noChangeShapeType="1"/>
            </p:cNvSpPr>
            <p:nvPr/>
          </p:nvSpPr>
          <p:spPr bwMode="auto">
            <a:xfrm flipH="1">
              <a:off x="4128" y="2640"/>
              <a:ext cx="240" cy="480"/>
            </a:xfrm>
            <a:prstGeom prst="line">
              <a:avLst/>
            </a:prstGeom>
            <a:noFill/>
            <a:ln w="28575">
              <a:solidFill>
                <a:srgbClr val="FF0000"/>
              </a:solidFill>
              <a:prstDash val="dash"/>
              <a:round/>
              <a:headEnd/>
              <a:tailEnd type="triangle" w="sm" len="lg"/>
            </a:ln>
            <a:effectLst/>
          </p:spPr>
          <p:txBody>
            <a:bodyPr wrap="none" anchor="ctr"/>
            <a:lstStyle/>
            <a:p>
              <a:endParaRPr lang="zh-CN" altLang="en-US" sz="2800"/>
            </a:p>
          </p:txBody>
        </p:sp>
        <p:sp>
          <p:nvSpPr>
            <p:cNvPr id="157759" name="Line 63"/>
            <p:cNvSpPr>
              <a:spLocks noChangeShapeType="1"/>
            </p:cNvSpPr>
            <p:nvPr/>
          </p:nvSpPr>
          <p:spPr bwMode="auto">
            <a:xfrm flipH="1">
              <a:off x="3888" y="2592"/>
              <a:ext cx="480" cy="336"/>
            </a:xfrm>
            <a:prstGeom prst="line">
              <a:avLst/>
            </a:prstGeom>
            <a:noFill/>
            <a:ln w="28575">
              <a:solidFill>
                <a:srgbClr val="FF0000"/>
              </a:solidFill>
              <a:prstDash val="dash"/>
              <a:round/>
              <a:headEnd/>
              <a:tailEnd type="triangle" w="sm" len="lg"/>
            </a:ln>
            <a:effectLst/>
          </p:spPr>
          <p:txBody>
            <a:bodyPr wrap="none" anchor="ctr"/>
            <a:lstStyle/>
            <a:p>
              <a:endParaRPr lang="zh-CN" altLang="en-US" sz="2800"/>
            </a:p>
          </p:txBody>
        </p:sp>
        <p:sp>
          <p:nvSpPr>
            <p:cNvPr id="157760" name="Line 64"/>
            <p:cNvSpPr>
              <a:spLocks noChangeShapeType="1"/>
            </p:cNvSpPr>
            <p:nvPr/>
          </p:nvSpPr>
          <p:spPr bwMode="auto">
            <a:xfrm>
              <a:off x="4464" y="2592"/>
              <a:ext cx="240" cy="528"/>
            </a:xfrm>
            <a:prstGeom prst="line">
              <a:avLst/>
            </a:prstGeom>
            <a:noFill/>
            <a:ln w="28575">
              <a:solidFill>
                <a:srgbClr val="FF0000"/>
              </a:solidFill>
              <a:prstDash val="dash"/>
              <a:round/>
              <a:headEnd/>
              <a:tailEnd type="triangle" w="sm" len="lg"/>
            </a:ln>
            <a:effectLst/>
          </p:spPr>
          <p:txBody>
            <a:bodyPr wrap="none" anchor="ctr"/>
            <a:lstStyle/>
            <a:p>
              <a:endParaRPr lang="zh-CN" altLang="en-US" sz="2800"/>
            </a:p>
          </p:txBody>
        </p:sp>
        <p:sp>
          <p:nvSpPr>
            <p:cNvPr id="157761" name="Line 65"/>
            <p:cNvSpPr>
              <a:spLocks noChangeShapeType="1"/>
            </p:cNvSpPr>
            <p:nvPr/>
          </p:nvSpPr>
          <p:spPr bwMode="auto">
            <a:xfrm>
              <a:off x="4464" y="2592"/>
              <a:ext cx="480" cy="336"/>
            </a:xfrm>
            <a:prstGeom prst="line">
              <a:avLst/>
            </a:prstGeom>
            <a:noFill/>
            <a:ln w="28575">
              <a:solidFill>
                <a:srgbClr val="FF0000"/>
              </a:solidFill>
              <a:prstDash val="dash"/>
              <a:round/>
              <a:headEnd/>
              <a:tailEnd type="triangle" w="sm" len="lg"/>
            </a:ln>
            <a:effectLst/>
          </p:spPr>
          <p:txBody>
            <a:bodyPr wrap="none" anchor="ctr"/>
            <a:lstStyle/>
            <a:p>
              <a:endParaRPr lang="zh-CN" altLang="en-US" sz="2800"/>
            </a:p>
          </p:txBody>
        </p:sp>
      </p:grpSp>
      <p:sp>
        <p:nvSpPr>
          <p:cNvPr id="157762" name="Rectangle 66"/>
          <p:cNvSpPr>
            <a:spLocks noChangeArrowheads="1"/>
          </p:cNvSpPr>
          <p:nvPr/>
        </p:nvSpPr>
        <p:spPr bwMode="auto">
          <a:xfrm>
            <a:off x="533400" y="1325563"/>
            <a:ext cx="4419600" cy="954107"/>
          </a:xfrm>
          <a:prstGeom prst="rect">
            <a:avLst/>
          </a:prstGeom>
          <a:noFill/>
          <a:ln w="9525">
            <a:noFill/>
            <a:miter lim="800000"/>
            <a:headEnd/>
            <a:tailEnd/>
          </a:ln>
          <a:effectLst/>
        </p:spPr>
        <p:txBody>
          <a:bodyPr>
            <a:spAutoFit/>
          </a:bodyPr>
          <a:lstStyle/>
          <a:p>
            <a:r>
              <a:rPr lang="zh-CN" altLang="en-US" sz="2800" dirty="0">
                <a:solidFill>
                  <a:srgbClr val="1C1C1C"/>
                </a:solidFill>
              </a:rPr>
              <a:t>         定义：</a:t>
            </a:r>
            <a:r>
              <a:rPr lang="zh-CN" altLang="en-US" sz="2800" dirty="0" smtClean="0">
                <a:solidFill>
                  <a:srgbClr val="1C1C1C"/>
                </a:solidFill>
              </a:rPr>
              <a:t>为单位时间通</a:t>
            </a:r>
            <a:r>
              <a:rPr lang="zh-CN" altLang="en-US" sz="2800" dirty="0">
                <a:solidFill>
                  <a:srgbClr val="1C1C1C"/>
                </a:solidFill>
              </a:rPr>
              <a:t>过截面</a:t>
            </a:r>
            <a:r>
              <a:rPr lang="en-US" altLang="zh-CN" sz="2800" i="1" dirty="0">
                <a:solidFill>
                  <a:srgbClr val="1C1C1C"/>
                </a:solidFill>
              </a:rPr>
              <a:t>S </a:t>
            </a:r>
            <a:r>
              <a:rPr lang="zh-CN" altLang="en-US" sz="2800" dirty="0">
                <a:solidFill>
                  <a:srgbClr val="1C1C1C"/>
                </a:solidFill>
              </a:rPr>
              <a:t>的电</a:t>
            </a:r>
            <a:r>
              <a:rPr lang="zh-CN" altLang="en-US" sz="2800" dirty="0" smtClean="0">
                <a:solidFill>
                  <a:srgbClr val="1C1C1C"/>
                </a:solidFill>
              </a:rPr>
              <a:t>荷</a:t>
            </a:r>
            <a:r>
              <a:rPr lang="zh-CN" altLang="en-US" sz="2800" dirty="0" smtClean="0">
                <a:solidFill>
                  <a:schemeClr val="tx1"/>
                </a:solidFill>
              </a:rPr>
              <a:t>.</a:t>
            </a:r>
            <a:endParaRPr lang="zh-CN" altLang="en-US" sz="2800" dirty="0">
              <a:solidFill>
                <a:schemeClr val="tx1"/>
              </a:solidFill>
            </a:endParaRPr>
          </a:p>
        </p:txBody>
      </p:sp>
      <p:sp>
        <p:nvSpPr>
          <p:cNvPr id="68" name="Rectangle 16"/>
          <p:cNvSpPr>
            <a:spLocks noChangeArrowheads="1"/>
          </p:cNvSpPr>
          <p:nvPr/>
        </p:nvSpPr>
        <p:spPr bwMode="auto">
          <a:xfrm>
            <a:off x="0" y="0"/>
            <a:ext cx="51054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-1 </a:t>
            </a:r>
            <a:r>
              <a:rPr lang="zh-CN" altLang="en-US" sz="3600" b="1" dirty="0" smtClean="0">
                <a:solidFill>
                  <a:srgbClr val="000066"/>
                </a:solidFill>
                <a:latin typeface="+mj-ea"/>
                <a:ea typeface="+mj-ea"/>
              </a:rPr>
              <a:t>恒定电流</a:t>
            </a:r>
            <a:endParaRPr lang="en-US" altLang="zh-CN" sz="3600" b="1" dirty="0">
              <a:solidFill>
                <a:srgbClr val="000066"/>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7740"/>
                                        </p:tgtEl>
                                        <p:attrNameLst>
                                          <p:attrName>style.visibility</p:attrName>
                                        </p:attrNameLst>
                                      </p:cBhvr>
                                      <p:to>
                                        <p:strVal val="visible"/>
                                      </p:to>
                                    </p:set>
                                    <p:animEffect transition="in" filter="blinds(horizontal)">
                                      <p:cBhvr>
                                        <p:cTn id="7" dur="500"/>
                                        <p:tgtEl>
                                          <p:spTgt spid="15774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7762"/>
                                        </p:tgtEl>
                                        <p:attrNameLst>
                                          <p:attrName>style.visibility</p:attrName>
                                        </p:attrNameLst>
                                      </p:cBhvr>
                                      <p:to>
                                        <p:strVal val="visible"/>
                                      </p:to>
                                    </p:set>
                                    <p:animEffect transition="in" filter="blinds(horizontal)">
                                      <p:cBhvr>
                                        <p:cTn id="17" dur="500"/>
                                        <p:tgtEl>
                                          <p:spTgt spid="15776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7747"/>
                                        </p:tgtEl>
                                        <p:attrNameLst>
                                          <p:attrName>style.visibility</p:attrName>
                                        </p:attrNameLst>
                                      </p:cBhvr>
                                      <p:to>
                                        <p:strVal val="visible"/>
                                      </p:to>
                                    </p:set>
                                    <p:animEffect transition="in" filter="blinds(horizontal)">
                                      <p:cBhvr>
                                        <p:cTn id="22" dur="500"/>
                                        <p:tgtEl>
                                          <p:spTgt spid="15774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7748"/>
                                        </p:tgtEl>
                                        <p:attrNameLst>
                                          <p:attrName>style.visibility</p:attrName>
                                        </p:attrNameLst>
                                      </p:cBhvr>
                                      <p:to>
                                        <p:strVal val="visible"/>
                                      </p:to>
                                    </p:set>
                                    <p:animEffect transition="in" filter="blinds(horizontal)">
                                      <p:cBhvr>
                                        <p:cTn id="27" dur="500"/>
                                        <p:tgtEl>
                                          <p:spTgt spid="15774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7739"/>
                                        </p:tgtEl>
                                        <p:attrNameLst>
                                          <p:attrName>style.visibility</p:attrName>
                                        </p:attrNameLst>
                                      </p:cBhvr>
                                      <p:to>
                                        <p:strVal val="visible"/>
                                      </p:to>
                                    </p:set>
                                    <p:animEffect transition="in" filter="blinds(horizontal)">
                                      <p:cBhvr>
                                        <p:cTn id="32" dur="500"/>
                                        <p:tgtEl>
                                          <p:spTgt spid="15773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dissolve">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40" grpId="0" autoUpdateAnimBg="0"/>
      <p:bldP spid="15776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8722" name="Object 2"/>
          <p:cNvGraphicFramePr>
            <a:graphicFrameLocks noChangeAspect="1"/>
          </p:cNvGraphicFramePr>
          <p:nvPr/>
        </p:nvGraphicFramePr>
        <p:xfrm>
          <a:off x="1447800" y="5160963"/>
          <a:ext cx="2209800" cy="800100"/>
        </p:xfrm>
        <a:graphic>
          <a:graphicData uri="http://schemas.openxmlformats.org/presentationml/2006/ole">
            <p:oleObj spid="_x0000_s986114" name="Equation" r:id="rId3" imgW="761760" imgH="266400" progId="Equation.3">
              <p:embed/>
            </p:oleObj>
          </a:graphicData>
        </a:graphic>
      </p:graphicFrame>
      <p:graphicFrame>
        <p:nvGraphicFramePr>
          <p:cNvPr id="158723" name="Object 3"/>
          <p:cNvGraphicFramePr>
            <a:graphicFrameLocks noChangeAspect="1"/>
          </p:cNvGraphicFramePr>
          <p:nvPr/>
        </p:nvGraphicFramePr>
        <p:xfrm>
          <a:off x="762000" y="4038600"/>
          <a:ext cx="4038600" cy="684213"/>
        </p:xfrm>
        <a:graphic>
          <a:graphicData uri="http://schemas.openxmlformats.org/presentationml/2006/ole">
            <p:oleObj spid="_x0000_s986115" name="Equation" r:id="rId4" imgW="1511280" imgH="241200" progId="Equation.3">
              <p:embed/>
            </p:oleObj>
          </a:graphicData>
        </a:graphic>
      </p:graphicFrame>
      <p:graphicFrame>
        <p:nvGraphicFramePr>
          <p:cNvPr id="158724" name="Object 4"/>
          <p:cNvGraphicFramePr>
            <a:graphicFrameLocks noChangeAspect="1"/>
          </p:cNvGraphicFramePr>
          <p:nvPr/>
        </p:nvGraphicFramePr>
        <p:xfrm>
          <a:off x="1524000" y="2557463"/>
          <a:ext cx="6096000" cy="1176337"/>
        </p:xfrm>
        <a:graphic>
          <a:graphicData uri="http://schemas.openxmlformats.org/presentationml/2006/ole">
            <p:oleObj spid="_x0000_s986116" name="Equation" r:id="rId5" imgW="2031840" imgH="393480" progId="Equation.3">
              <p:embed/>
            </p:oleObj>
          </a:graphicData>
        </a:graphic>
      </p:graphicFrame>
      <p:sp>
        <p:nvSpPr>
          <p:cNvPr id="158725" name="Rectangle 5"/>
          <p:cNvSpPr>
            <a:spLocks noChangeArrowheads="1"/>
          </p:cNvSpPr>
          <p:nvPr/>
        </p:nvSpPr>
        <p:spPr bwMode="auto">
          <a:xfrm>
            <a:off x="152400" y="381000"/>
            <a:ext cx="3124200" cy="519113"/>
          </a:xfrm>
          <a:prstGeom prst="rect">
            <a:avLst/>
          </a:prstGeom>
          <a:noFill/>
          <a:ln w="9525">
            <a:noFill/>
            <a:miter lim="800000"/>
            <a:headEnd/>
            <a:tailEnd/>
          </a:ln>
          <a:effectLst/>
        </p:spPr>
        <p:txBody>
          <a:bodyPr>
            <a:spAutoFit/>
          </a:bodyPr>
          <a:lstStyle/>
          <a:p>
            <a:r>
              <a:rPr lang="zh-CN" altLang="en-US" sz="2800" b="1" dirty="0">
                <a:solidFill>
                  <a:srgbClr val="C00000"/>
                </a:solidFill>
              </a:rPr>
              <a:t>  2   电流密度</a:t>
            </a:r>
          </a:p>
        </p:txBody>
      </p:sp>
      <p:sp>
        <p:nvSpPr>
          <p:cNvPr id="158726" name="Oval 6"/>
          <p:cNvSpPr>
            <a:spLocks noChangeArrowheads="1"/>
          </p:cNvSpPr>
          <p:nvPr/>
        </p:nvSpPr>
        <p:spPr bwMode="auto">
          <a:xfrm rot="715387">
            <a:off x="6276975" y="4643438"/>
            <a:ext cx="228600" cy="669925"/>
          </a:xfrm>
          <a:prstGeom prst="ellipse">
            <a:avLst/>
          </a:prstGeom>
          <a:solidFill>
            <a:srgbClr val="FFCCFF"/>
          </a:solidFill>
          <a:ln w="9525">
            <a:solidFill>
              <a:srgbClr val="CC00CC"/>
            </a:solidFill>
            <a:round/>
            <a:headEnd/>
            <a:tailEnd/>
          </a:ln>
          <a:effectLst/>
        </p:spPr>
        <p:txBody>
          <a:bodyPr wrap="none" anchor="ctr"/>
          <a:lstStyle/>
          <a:p>
            <a:endParaRPr lang="zh-CN" altLang="en-US" sz="2800"/>
          </a:p>
        </p:txBody>
      </p:sp>
      <p:sp>
        <p:nvSpPr>
          <p:cNvPr id="158727" name="Oval 7"/>
          <p:cNvSpPr>
            <a:spLocks noChangeArrowheads="1"/>
          </p:cNvSpPr>
          <p:nvPr/>
        </p:nvSpPr>
        <p:spPr bwMode="auto">
          <a:xfrm rot="-877252">
            <a:off x="6427788" y="4629150"/>
            <a:ext cx="227012" cy="728663"/>
          </a:xfrm>
          <a:prstGeom prst="ellipse">
            <a:avLst/>
          </a:prstGeom>
          <a:solidFill>
            <a:srgbClr val="FF66FF"/>
          </a:solidFill>
          <a:ln w="9525">
            <a:solidFill>
              <a:srgbClr val="CC00CC"/>
            </a:solidFill>
            <a:round/>
            <a:headEnd/>
            <a:tailEnd/>
          </a:ln>
          <a:effectLst/>
        </p:spPr>
        <p:txBody>
          <a:bodyPr wrap="none" anchor="ctr"/>
          <a:lstStyle/>
          <a:p>
            <a:endParaRPr lang="zh-CN" altLang="en-US" sz="2800"/>
          </a:p>
        </p:txBody>
      </p:sp>
      <p:grpSp>
        <p:nvGrpSpPr>
          <p:cNvPr id="2" name="Group 8"/>
          <p:cNvGrpSpPr>
            <a:grpSpLocks/>
          </p:cNvGrpSpPr>
          <p:nvPr/>
        </p:nvGrpSpPr>
        <p:grpSpPr bwMode="auto">
          <a:xfrm>
            <a:off x="6553200" y="4038600"/>
            <a:ext cx="1184275" cy="952500"/>
            <a:chOff x="4198" y="2640"/>
            <a:chExt cx="746" cy="600"/>
          </a:xfrm>
        </p:grpSpPr>
        <p:sp>
          <p:nvSpPr>
            <p:cNvPr id="158729" name="Line 9"/>
            <p:cNvSpPr>
              <a:spLocks noChangeShapeType="1"/>
            </p:cNvSpPr>
            <p:nvPr/>
          </p:nvSpPr>
          <p:spPr bwMode="auto">
            <a:xfrm flipV="1">
              <a:off x="4198" y="2856"/>
              <a:ext cx="384" cy="384"/>
            </a:xfrm>
            <a:prstGeom prst="line">
              <a:avLst/>
            </a:prstGeom>
            <a:noFill/>
            <a:ln w="28575">
              <a:solidFill>
                <a:srgbClr val="0000FF"/>
              </a:solidFill>
              <a:round/>
              <a:headEnd/>
              <a:tailEnd type="triangle" w="sm" len="lg"/>
            </a:ln>
            <a:effectLst/>
          </p:spPr>
          <p:txBody>
            <a:bodyPr wrap="none" anchor="ctr"/>
            <a:lstStyle/>
            <a:p>
              <a:endParaRPr lang="zh-CN" altLang="en-US" sz="2800"/>
            </a:p>
          </p:txBody>
        </p:sp>
        <p:graphicFrame>
          <p:nvGraphicFramePr>
            <p:cNvPr id="158730" name="Object 10"/>
            <p:cNvGraphicFramePr>
              <a:graphicFrameLocks noChangeAspect="1"/>
            </p:cNvGraphicFramePr>
            <p:nvPr/>
          </p:nvGraphicFramePr>
          <p:xfrm>
            <a:off x="4560" y="2640"/>
            <a:ext cx="384" cy="367"/>
          </p:xfrm>
          <a:graphic>
            <a:graphicData uri="http://schemas.openxmlformats.org/presentationml/2006/ole">
              <p:oleObj spid="_x0000_s986121" name="Equation" r:id="rId6" imgW="215640" imgH="203040" progId="Equation.3">
                <p:embed/>
              </p:oleObj>
            </a:graphicData>
          </a:graphic>
        </p:graphicFrame>
      </p:grpSp>
      <p:grpSp>
        <p:nvGrpSpPr>
          <p:cNvPr id="3" name="Group 11"/>
          <p:cNvGrpSpPr>
            <a:grpSpLocks/>
          </p:cNvGrpSpPr>
          <p:nvPr/>
        </p:nvGrpSpPr>
        <p:grpSpPr bwMode="auto">
          <a:xfrm>
            <a:off x="6580188" y="4978400"/>
            <a:ext cx="1268412" cy="736600"/>
            <a:chOff x="4080" y="3264"/>
            <a:chExt cx="799" cy="528"/>
          </a:xfrm>
        </p:grpSpPr>
        <p:sp>
          <p:nvSpPr>
            <p:cNvPr id="158732" name="Line 12"/>
            <p:cNvSpPr>
              <a:spLocks noChangeShapeType="1"/>
            </p:cNvSpPr>
            <p:nvPr/>
          </p:nvSpPr>
          <p:spPr bwMode="auto">
            <a:xfrm>
              <a:off x="4080" y="3264"/>
              <a:ext cx="470" cy="144"/>
            </a:xfrm>
            <a:prstGeom prst="line">
              <a:avLst/>
            </a:prstGeom>
            <a:noFill/>
            <a:ln w="38100">
              <a:solidFill>
                <a:srgbClr val="FF0000"/>
              </a:solidFill>
              <a:round/>
              <a:headEnd/>
              <a:tailEnd type="triangle" w="sm" len="lg"/>
            </a:ln>
            <a:effectLst/>
          </p:spPr>
          <p:txBody>
            <a:bodyPr wrap="none" anchor="ctr"/>
            <a:lstStyle/>
            <a:p>
              <a:endParaRPr lang="zh-CN" altLang="en-US" sz="2800"/>
            </a:p>
          </p:txBody>
        </p:sp>
        <p:graphicFrame>
          <p:nvGraphicFramePr>
            <p:cNvPr id="158733" name="Object 13"/>
            <p:cNvGraphicFramePr>
              <a:graphicFrameLocks noChangeAspect="1"/>
            </p:cNvGraphicFramePr>
            <p:nvPr/>
          </p:nvGraphicFramePr>
          <p:xfrm>
            <a:off x="4512" y="3312"/>
            <a:ext cx="367" cy="480"/>
          </p:xfrm>
          <a:graphic>
            <a:graphicData uri="http://schemas.openxmlformats.org/presentationml/2006/ole">
              <p:oleObj spid="_x0000_s986120" name="公式" r:id="rId7" imgW="139680" imgH="215640" progId="Equation.3">
                <p:embed/>
              </p:oleObj>
            </a:graphicData>
          </a:graphic>
        </p:graphicFrame>
      </p:grpSp>
      <p:graphicFrame>
        <p:nvGraphicFramePr>
          <p:cNvPr id="158734" name="Object 14"/>
          <p:cNvGraphicFramePr>
            <a:graphicFrameLocks noChangeAspect="1"/>
          </p:cNvGraphicFramePr>
          <p:nvPr/>
        </p:nvGraphicFramePr>
        <p:xfrm>
          <a:off x="6781800" y="4710113"/>
          <a:ext cx="274638" cy="334962"/>
        </p:xfrm>
        <a:graphic>
          <a:graphicData uri="http://schemas.openxmlformats.org/presentationml/2006/ole">
            <p:oleObj spid="_x0000_s986117" name="Equation" r:id="rId8" imgW="139680" imgH="139680" progId="Equation.3">
              <p:embed/>
            </p:oleObj>
          </a:graphicData>
        </a:graphic>
      </p:graphicFrame>
      <p:grpSp>
        <p:nvGrpSpPr>
          <p:cNvPr id="4" name="Group 15"/>
          <p:cNvGrpSpPr>
            <a:grpSpLocks/>
          </p:cNvGrpSpPr>
          <p:nvPr/>
        </p:nvGrpSpPr>
        <p:grpSpPr bwMode="auto">
          <a:xfrm>
            <a:off x="5257800" y="3810000"/>
            <a:ext cx="3352800" cy="2133600"/>
            <a:chOff x="3360" y="2496"/>
            <a:chExt cx="2112" cy="1344"/>
          </a:xfrm>
        </p:grpSpPr>
        <p:sp>
          <p:nvSpPr>
            <p:cNvPr id="158736" name="Rectangle 16"/>
            <p:cNvSpPr>
              <a:spLocks noChangeArrowheads="1"/>
            </p:cNvSpPr>
            <p:nvPr/>
          </p:nvSpPr>
          <p:spPr bwMode="auto">
            <a:xfrm>
              <a:off x="3360" y="2496"/>
              <a:ext cx="2112" cy="1344"/>
            </a:xfrm>
            <a:prstGeom prst="rect">
              <a:avLst/>
            </a:prstGeom>
            <a:noFill/>
            <a:ln w="12700">
              <a:solidFill>
                <a:schemeClr val="tx2"/>
              </a:solidFill>
              <a:miter lim="800000"/>
              <a:headEnd/>
              <a:tailEnd/>
            </a:ln>
            <a:effectLst/>
          </p:spPr>
          <p:txBody>
            <a:bodyPr wrap="none" anchor="ctr"/>
            <a:lstStyle/>
            <a:p>
              <a:endParaRPr lang="zh-CN" altLang="en-US" sz="2800"/>
            </a:p>
          </p:txBody>
        </p:sp>
        <p:sp>
          <p:nvSpPr>
            <p:cNvPr id="158737" name="Oval 17"/>
            <p:cNvSpPr>
              <a:spLocks noChangeArrowheads="1"/>
            </p:cNvSpPr>
            <p:nvPr/>
          </p:nvSpPr>
          <p:spPr bwMode="auto">
            <a:xfrm>
              <a:off x="3571" y="2909"/>
              <a:ext cx="174" cy="510"/>
            </a:xfrm>
            <a:prstGeom prst="ellipse">
              <a:avLst/>
            </a:prstGeom>
            <a:noFill/>
            <a:ln w="22225">
              <a:solidFill>
                <a:srgbClr val="0000FF"/>
              </a:solidFill>
              <a:round/>
              <a:headEnd/>
              <a:tailEnd/>
            </a:ln>
            <a:effectLst/>
          </p:spPr>
          <p:txBody>
            <a:bodyPr wrap="none" anchor="ctr"/>
            <a:lstStyle/>
            <a:p>
              <a:endParaRPr lang="zh-CN" altLang="en-US" sz="2800"/>
            </a:p>
          </p:txBody>
        </p:sp>
        <p:sp>
          <p:nvSpPr>
            <p:cNvPr id="158738" name="Oval 18"/>
            <p:cNvSpPr>
              <a:spLocks noChangeArrowheads="1"/>
            </p:cNvSpPr>
            <p:nvPr/>
          </p:nvSpPr>
          <p:spPr bwMode="auto">
            <a:xfrm>
              <a:off x="4989" y="2695"/>
              <a:ext cx="259" cy="1016"/>
            </a:xfrm>
            <a:prstGeom prst="ellipse">
              <a:avLst/>
            </a:prstGeom>
            <a:noFill/>
            <a:ln w="22225">
              <a:solidFill>
                <a:srgbClr val="0000FF"/>
              </a:solidFill>
              <a:round/>
              <a:headEnd/>
              <a:tailEnd/>
            </a:ln>
            <a:effectLst/>
          </p:spPr>
          <p:txBody>
            <a:bodyPr wrap="none" anchor="ctr"/>
            <a:lstStyle/>
            <a:p>
              <a:endParaRPr lang="zh-CN" altLang="en-US" sz="2800"/>
            </a:p>
          </p:txBody>
        </p:sp>
        <p:sp>
          <p:nvSpPr>
            <p:cNvPr id="158739" name="Freeform 19"/>
            <p:cNvSpPr>
              <a:spLocks/>
            </p:cNvSpPr>
            <p:nvPr/>
          </p:nvSpPr>
          <p:spPr bwMode="auto">
            <a:xfrm>
              <a:off x="3657" y="2664"/>
              <a:ext cx="1460" cy="245"/>
            </a:xfrm>
            <a:custGeom>
              <a:avLst/>
              <a:gdLst/>
              <a:ahLst/>
              <a:cxnLst>
                <a:cxn ang="0">
                  <a:pos x="0" y="207"/>
                </a:cxn>
                <a:cxn ang="0">
                  <a:pos x="240" y="125"/>
                </a:cxn>
                <a:cxn ang="0">
                  <a:pos x="530" y="60"/>
                </a:cxn>
                <a:cxn ang="0">
                  <a:pos x="789" y="22"/>
                </a:cxn>
                <a:cxn ang="0">
                  <a:pos x="1159" y="1"/>
                </a:cxn>
                <a:cxn ang="0">
                  <a:pos x="1509" y="15"/>
                </a:cxn>
              </a:cxnLst>
              <a:rect l="0" t="0" r="r" b="b"/>
              <a:pathLst>
                <a:path w="1509" h="207">
                  <a:moveTo>
                    <a:pt x="0" y="207"/>
                  </a:moveTo>
                  <a:cubicBezTo>
                    <a:pt x="40" y="193"/>
                    <a:pt x="152" y="149"/>
                    <a:pt x="240" y="125"/>
                  </a:cubicBezTo>
                  <a:cubicBezTo>
                    <a:pt x="328" y="101"/>
                    <a:pt x="439" y="77"/>
                    <a:pt x="530" y="60"/>
                  </a:cubicBezTo>
                  <a:cubicBezTo>
                    <a:pt x="621" y="43"/>
                    <a:pt x="684" y="32"/>
                    <a:pt x="789" y="22"/>
                  </a:cubicBezTo>
                  <a:cubicBezTo>
                    <a:pt x="894" y="12"/>
                    <a:pt x="1039" y="2"/>
                    <a:pt x="1159" y="1"/>
                  </a:cubicBezTo>
                  <a:cubicBezTo>
                    <a:pt x="1279" y="0"/>
                    <a:pt x="1436" y="12"/>
                    <a:pt x="1509" y="15"/>
                  </a:cubicBezTo>
                </a:path>
              </a:pathLst>
            </a:custGeom>
            <a:noFill/>
            <a:ln w="22225" cmpd="sng">
              <a:solidFill>
                <a:srgbClr val="0000FF"/>
              </a:solidFill>
              <a:round/>
              <a:headEnd/>
              <a:tailEnd type="none" w="sm" len="lg"/>
            </a:ln>
            <a:effectLst/>
          </p:spPr>
          <p:txBody>
            <a:bodyPr wrap="none" anchor="ctr"/>
            <a:lstStyle/>
            <a:p>
              <a:endParaRPr lang="zh-CN" altLang="en-US" sz="2800"/>
            </a:p>
          </p:txBody>
        </p:sp>
        <p:sp>
          <p:nvSpPr>
            <p:cNvPr id="158740" name="Freeform 20"/>
            <p:cNvSpPr>
              <a:spLocks/>
            </p:cNvSpPr>
            <p:nvPr/>
          </p:nvSpPr>
          <p:spPr bwMode="auto">
            <a:xfrm>
              <a:off x="3650" y="3420"/>
              <a:ext cx="1461" cy="291"/>
            </a:xfrm>
            <a:custGeom>
              <a:avLst/>
              <a:gdLst/>
              <a:ahLst/>
              <a:cxnLst>
                <a:cxn ang="0">
                  <a:pos x="0" y="0"/>
                </a:cxn>
                <a:cxn ang="0">
                  <a:pos x="521" y="96"/>
                </a:cxn>
                <a:cxn ang="0">
                  <a:pos x="1509" y="247"/>
                </a:cxn>
              </a:cxnLst>
              <a:rect l="0" t="0" r="r" b="b"/>
              <a:pathLst>
                <a:path w="1509" h="247">
                  <a:moveTo>
                    <a:pt x="0" y="0"/>
                  </a:moveTo>
                  <a:cubicBezTo>
                    <a:pt x="87" y="16"/>
                    <a:pt x="270" y="55"/>
                    <a:pt x="521" y="96"/>
                  </a:cubicBezTo>
                  <a:cubicBezTo>
                    <a:pt x="772" y="137"/>
                    <a:pt x="1303" y="216"/>
                    <a:pt x="1509" y="247"/>
                  </a:cubicBezTo>
                </a:path>
              </a:pathLst>
            </a:custGeom>
            <a:noFill/>
            <a:ln w="22225" cmpd="sng">
              <a:solidFill>
                <a:srgbClr val="0000FF"/>
              </a:solidFill>
              <a:round/>
              <a:headEnd/>
              <a:tailEnd type="none" w="sm" len="lg"/>
            </a:ln>
            <a:effectLst/>
          </p:spPr>
          <p:txBody>
            <a:bodyPr wrap="none" anchor="ctr"/>
            <a:lstStyle/>
            <a:p>
              <a:endParaRPr lang="zh-CN" altLang="en-US" sz="2800"/>
            </a:p>
          </p:txBody>
        </p:sp>
        <p:sp>
          <p:nvSpPr>
            <p:cNvPr id="158741" name="Line 21"/>
            <p:cNvSpPr>
              <a:spLocks noChangeShapeType="1"/>
            </p:cNvSpPr>
            <p:nvPr/>
          </p:nvSpPr>
          <p:spPr bwMode="auto">
            <a:xfrm>
              <a:off x="5050" y="3210"/>
              <a:ext cx="367" cy="91"/>
            </a:xfrm>
            <a:prstGeom prst="line">
              <a:avLst/>
            </a:prstGeom>
            <a:noFill/>
            <a:ln w="38100">
              <a:solidFill>
                <a:srgbClr val="FF0000"/>
              </a:solidFill>
              <a:round/>
              <a:headEnd/>
              <a:tailEnd type="triangle" w="sm" len="lg"/>
            </a:ln>
            <a:effectLst/>
          </p:spPr>
          <p:txBody>
            <a:bodyPr wrap="none" anchor="ctr"/>
            <a:lstStyle/>
            <a:p>
              <a:endParaRPr lang="zh-CN" altLang="en-US" sz="2800"/>
            </a:p>
          </p:txBody>
        </p:sp>
        <p:graphicFrame>
          <p:nvGraphicFramePr>
            <p:cNvPr id="158742" name="Object 22"/>
            <p:cNvGraphicFramePr>
              <a:graphicFrameLocks noChangeAspect="1"/>
            </p:cNvGraphicFramePr>
            <p:nvPr/>
          </p:nvGraphicFramePr>
          <p:xfrm>
            <a:off x="5299" y="2992"/>
            <a:ext cx="131" cy="241"/>
          </p:xfrm>
          <a:graphic>
            <a:graphicData uri="http://schemas.openxmlformats.org/presentationml/2006/ole">
              <p:oleObj spid="_x0000_s986119" name="Equation" r:id="rId9" imgW="164880" imgH="228600" progId="Equation.3">
                <p:embed/>
              </p:oleObj>
            </a:graphicData>
          </a:graphic>
        </p:graphicFrame>
      </p:grpSp>
      <p:grpSp>
        <p:nvGrpSpPr>
          <p:cNvPr id="5" name="Group 23"/>
          <p:cNvGrpSpPr>
            <a:grpSpLocks/>
          </p:cNvGrpSpPr>
          <p:nvPr/>
        </p:nvGrpSpPr>
        <p:grpSpPr bwMode="auto">
          <a:xfrm>
            <a:off x="998538" y="806450"/>
            <a:ext cx="7078662" cy="641350"/>
            <a:chOff x="629" y="700"/>
            <a:chExt cx="4459" cy="404"/>
          </a:xfrm>
        </p:grpSpPr>
        <p:sp>
          <p:nvSpPr>
            <p:cNvPr id="158744" name="Text Box 24"/>
            <p:cNvSpPr txBox="1">
              <a:spLocks noChangeArrowheads="1"/>
            </p:cNvSpPr>
            <p:nvPr/>
          </p:nvSpPr>
          <p:spPr bwMode="auto">
            <a:xfrm>
              <a:off x="2367" y="757"/>
              <a:ext cx="2721" cy="327"/>
            </a:xfrm>
            <a:prstGeom prst="rect">
              <a:avLst/>
            </a:prstGeom>
            <a:noFill/>
            <a:ln w="9525">
              <a:noFill/>
              <a:miter lim="800000"/>
              <a:headEnd/>
              <a:tailEnd/>
            </a:ln>
            <a:effectLst/>
          </p:spPr>
          <p:txBody>
            <a:bodyPr>
              <a:spAutoFit/>
            </a:bodyPr>
            <a:lstStyle/>
            <a:p>
              <a:pPr>
                <a:spcBef>
                  <a:spcPct val="50000"/>
                </a:spcBef>
              </a:pPr>
              <a:r>
                <a:rPr lang="zh-CN" altLang="en-US" sz="2800"/>
                <a:t>该点</a:t>
              </a:r>
              <a:r>
                <a:rPr lang="zh-CN" altLang="en-US" sz="2800">
                  <a:solidFill>
                    <a:srgbClr val="CC0000"/>
                  </a:solidFill>
                </a:rPr>
                <a:t>正</a:t>
              </a:r>
              <a:r>
                <a:rPr lang="zh-CN" altLang="en-US" sz="2800">
                  <a:solidFill>
                    <a:srgbClr val="333333"/>
                  </a:solidFill>
                </a:rPr>
                <a:t>电荷</a:t>
              </a:r>
              <a:r>
                <a:rPr lang="zh-CN" altLang="en-US" sz="2800"/>
                <a:t>运动方向</a:t>
              </a:r>
            </a:p>
          </p:txBody>
        </p:sp>
        <p:graphicFrame>
          <p:nvGraphicFramePr>
            <p:cNvPr id="158745" name="Object 25"/>
            <p:cNvGraphicFramePr>
              <a:graphicFrameLocks noChangeAspect="1"/>
            </p:cNvGraphicFramePr>
            <p:nvPr/>
          </p:nvGraphicFramePr>
          <p:xfrm>
            <a:off x="1743" y="700"/>
            <a:ext cx="335" cy="404"/>
          </p:xfrm>
          <a:graphic>
            <a:graphicData uri="http://schemas.openxmlformats.org/presentationml/2006/ole">
              <p:oleObj spid="_x0000_s986118" name="公式" r:id="rId10" imgW="139680" imgH="215640" progId="Equation.3">
                <p:embed/>
              </p:oleObj>
            </a:graphicData>
          </a:graphic>
        </p:graphicFrame>
        <p:sp>
          <p:nvSpPr>
            <p:cNvPr id="158746" name="Line 26"/>
            <p:cNvSpPr>
              <a:spLocks noChangeShapeType="1"/>
            </p:cNvSpPr>
            <p:nvPr/>
          </p:nvSpPr>
          <p:spPr bwMode="auto">
            <a:xfrm>
              <a:off x="2031" y="940"/>
              <a:ext cx="336" cy="0"/>
            </a:xfrm>
            <a:prstGeom prst="line">
              <a:avLst/>
            </a:prstGeom>
            <a:noFill/>
            <a:ln w="41275">
              <a:solidFill>
                <a:srgbClr val="CC00CC"/>
              </a:solidFill>
              <a:round/>
              <a:headEnd/>
              <a:tailEnd type="triangle" w="sm" len="lg"/>
            </a:ln>
            <a:effectLst/>
          </p:spPr>
          <p:txBody>
            <a:bodyPr wrap="none" anchor="ctr"/>
            <a:lstStyle/>
            <a:p>
              <a:endParaRPr lang="zh-CN" altLang="en-US" sz="2800"/>
            </a:p>
          </p:txBody>
        </p:sp>
        <p:sp>
          <p:nvSpPr>
            <p:cNvPr id="158747" name="Text Box 27"/>
            <p:cNvSpPr txBox="1">
              <a:spLocks noChangeArrowheads="1"/>
            </p:cNvSpPr>
            <p:nvPr/>
          </p:nvSpPr>
          <p:spPr bwMode="auto">
            <a:xfrm>
              <a:off x="629" y="776"/>
              <a:ext cx="1627" cy="327"/>
            </a:xfrm>
            <a:prstGeom prst="rect">
              <a:avLst/>
            </a:prstGeom>
            <a:noFill/>
            <a:ln w="9525">
              <a:noFill/>
              <a:miter lim="800000"/>
              <a:headEnd/>
              <a:tailEnd/>
            </a:ln>
            <a:effectLst/>
          </p:spPr>
          <p:txBody>
            <a:bodyPr>
              <a:spAutoFit/>
            </a:bodyPr>
            <a:lstStyle/>
            <a:p>
              <a:r>
                <a:rPr lang="zh-CN" altLang="en-US" sz="2800">
                  <a:solidFill>
                    <a:srgbClr val="CC0000"/>
                  </a:solidFill>
                </a:rPr>
                <a:t>方向</a:t>
              </a:r>
              <a:r>
                <a:rPr lang="zh-CN" altLang="en-US" sz="2800">
                  <a:solidFill>
                    <a:srgbClr val="1C1C1C"/>
                  </a:solidFill>
                </a:rPr>
                <a:t>规定：</a:t>
              </a:r>
            </a:p>
          </p:txBody>
        </p:sp>
      </p:grpSp>
      <p:sp>
        <p:nvSpPr>
          <p:cNvPr id="158748" name="Text Box 28"/>
          <p:cNvSpPr txBox="1">
            <a:spLocks noChangeArrowheads="1"/>
          </p:cNvSpPr>
          <p:nvPr/>
        </p:nvSpPr>
        <p:spPr bwMode="auto">
          <a:xfrm>
            <a:off x="304800" y="1447800"/>
            <a:ext cx="8534400" cy="1117600"/>
          </a:xfrm>
          <a:prstGeom prst="rect">
            <a:avLst/>
          </a:prstGeom>
          <a:noFill/>
          <a:ln w="9525">
            <a:noFill/>
            <a:miter lim="800000"/>
            <a:headEnd/>
            <a:tailEnd/>
          </a:ln>
          <a:effectLst/>
        </p:spPr>
        <p:txBody>
          <a:bodyPr>
            <a:spAutoFit/>
          </a:bodyPr>
          <a:lstStyle/>
          <a:p>
            <a:pPr>
              <a:lnSpc>
                <a:spcPct val="120000"/>
              </a:lnSpc>
            </a:pPr>
            <a:r>
              <a:rPr lang="zh-CN" altLang="en-US" sz="2800">
                <a:solidFill>
                  <a:srgbClr val="CC0000"/>
                </a:solidFill>
              </a:rPr>
              <a:t>        大小</a:t>
            </a:r>
            <a:r>
              <a:rPr lang="zh-CN" altLang="en-US" sz="2800"/>
              <a:t>规定：等于在单位时间内过该点附近垂直于正电荷运动方向的单位面积的电荷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8748"/>
                                        </p:tgtEl>
                                        <p:attrNameLst>
                                          <p:attrName>style.visibility</p:attrName>
                                        </p:attrNameLst>
                                      </p:cBhvr>
                                      <p:to>
                                        <p:strVal val="visible"/>
                                      </p:to>
                                    </p:set>
                                    <p:animEffect transition="in" filter="blinds(horizontal)">
                                      <p:cBhvr>
                                        <p:cTn id="12" dur="500"/>
                                        <p:tgtEl>
                                          <p:spTgt spid="15874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8727"/>
                                        </p:tgtEl>
                                        <p:attrNameLst>
                                          <p:attrName>style.visibility</p:attrName>
                                        </p:attrNameLst>
                                      </p:cBhvr>
                                      <p:to>
                                        <p:strVal val="visible"/>
                                      </p:to>
                                    </p:set>
                                    <p:animEffect transition="in" filter="box(in)">
                                      <p:cBhvr>
                                        <p:cTn id="22" dur="500"/>
                                        <p:tgtEl>
                                          <p:spTgt spid="15872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trips(upRigh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strips(downRigh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1587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58726"/>
                                        </p:tgtEl>
                                        <p:attrNameLst>
                                          <p:attrName>style.visibility</p:attrName>
                                        </p:attrNameLst>
                                      </p:cBhvr>
                                      <p:to>
                                        <p:strVal val="visible"/>
                                      </p:to>
                                    </p:set>
                                    <p:animEffect transition="in" filter="box(out)">
                                      <p:cBhvr>
                                        <p:cTn id="41" dur="500"/>
                                        <p:tgtEl>
                                          <p:spTgt spid="15872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58724"/>
                                        </p:tgtEl>
                                        <p:attrNameLst>
                                          <p:attrName>style.visibility</p:attrName>
                                        </p:attrNameLst>
                                      </p:cBhvr>
                                      <p:to>
                                        <p:strVal val="visible"/>
                                      </p:to>
                                    </p:set>
                                    <p:animEffect transition="in" filter="blinds(horizontal)">
                                      <p:cBhvr>
                                        <p:cTn id="46" dur="500"/>
                                        <p:tgtEl>
                                          <p:spTgt spid="158724"/>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58723"/>
                                        </p:tgtEl>
                                        <p:attrNameLst>
                                          <p:attrName>style.visibility</p:attrName>
                                        </p:attrNameLst>
                                      </p:cBhvr>
                                      <p:to>
                                        <p:strVal val="visible"/>
                                      </p:to>
                                    </p:set>
                                    <p:animEffect transition="in" filter="blinds(horizontal)">
                                      <p:cBhvr>
                                        <p:cTn id="51" dur="500"/>
                                        <p:tgtEl>
                                          <p:spTgt spid="15872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499"/>
                                          </p:stCondLst>
                                        </p:cTn>
                                        <p:tgtEl>
                                          <p:spTgt spid="1587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6" grpId="0" animBg="1"/>
      <p:bldP spid="158727" grpId="0" animBg="1"/>
      <p:bldP spid="15874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04800" y="700088"/>
            <a:ext cx="8382000" cy="2347912"/>
            <a:chOff x="240" y="432"/>
            <a:chExt cx="5280" cy="1479"/>
          </a:xfrm>
        </p:grpSpPr>
        <p:sp>
          <p:nvSpPr>
            <p:cNvPr id="161795" name="Text Box 3"/>
            <p:cNvSpPr txBox="1">
              <a:spLocks noChangeArrowheads="1"/>
            </p:cNvSpPr>
            <p:nvPr/>
          </p:nvSpPr>
          <p:spPr bwMode="auto">
            <a:xfrm>
              <a:off x="288" y="432"/>
              <a:ext cx="5232" cy="596"/>
            </a:xfrm>
            <a:prstGeom prst="rect">
              <a:avLst/>
            </a:prstGeom>
            <a:noFill/>
            <a:ln w="9525">
              <a:noFill/>
              <a:miter lim="800000"/>
              <a:headEnd/>
              <a:tailEnd/>
            </a:ln>
            <a:effectLst/>
          </p:spPr>
          <p:txBody>
            <a:bodyPr>
              <a:spAutoFit/>
            </a:bodyPr>
            <a:lstStyle/>
            <a:p>
              <a:r>
                <a:rPr lang="zh-CN" altLang="en-US" sz="2800">
                  <a:solidFill>
                    <a:srgbClr val="CC0000"/>
                  </a:solidFill>
                </a:rPr>
                <a:t>         例 </a:t>
              </a:r>
              <a:r>
                <a:rPr lang="zh-CN" altLang="en-US" sz="2800">
                  <a:solidFill>
                    <a:srgbClr val="333333"/>
                  </a:solidFill>
                </a:rPr>
                <a:t>（</a:t>
              </a:r>
              <a:r>
                <a:rPr lang="zh-CN" altLang="en-US" sz="2800">
                  <a:solidFill>
                    <a:srgbClr val="CC0000"/>
                  </a:solidFill>
                </a:rPr>
                <a:t>1</a:t>
              </a:r>
              <a:r>
                <a:rPr lang="zh-CN" altLang="en-US" sz="2800">
                  <a:solidFill>
                    <a:srgbClr val="333333"/>
                  </a:solidFill>
                </a:rPr>
                <a:t>）若</a:t>
              </a:r>
              <a:r>
                <a:rPr lang="zh-CN" altLang="en-US" sz="2800">
                  <a:solidFill>
                    <a:srgbClr val="1C1C1C"/>
                  </a:solidFill>
                </a:rPr>
                <a:t>每个铜原子贡献一个自由电子 ，问铜导线中自由电子 数密 度为多少？</a:t>
              </a:r>
            </a:p>
          </p:txBody>
        </p:sp>
        <p:sp>
          <p:nvSpPr>
            <p:cNvPr id="161796" name="Text Box 4"/>
            <p:cNvSpPr txBox="1">
              <a:spLocks noChangeArrowheads="1"/>
            </p:cNvSpPr>
            <p:nvPr/>
          </p:nvSpPr>
          <p:spPr bwMode="auto">
            <a:xfrm>
              <a:off x="240" y="1008"/>
              <a:ext cx="5280" cy="596"/>
            </a:xfrm>
            <a:prstGeom prst="rect">
              <a:avLst/>
            </a:prstGeom>
            <a:noFill/>
            <a:ln w="9525">
              <a:noFill/>
              <a:miter lim="800000"/>
              <a:headEnd/>
              <a:tailEnd/>
            </a:ln>
            <a:effectLst/>
          </p:spPr>
          <p:txBody>
            <a:bodyPr>
              <a:spAutoFit/>
            </a:bodyPr>
            <a:lstStyle/>
            <a:p>
              <a:r>
                <a:rPr lang="zh-CN" altLang="en-US" sz="2800">
                  <a:solidFill>
                    <a:srgbClr val="1C1C1C"/>
                  </a:solidFill>
                </a:rPr>
                <a:t>       </a:t>
              </a:r>
              <a:r>
                <a:rPr lang="zh-CN" altLang="en-US" sz="2800">
                  <a:solidFill>
                    <a:srgbClr val="333333"/>
                  </a:solidFill>
                </a:rPr>
                <a:t>（</a:t>
              </a:r>
              <a:r>
                <a:rPr lang="zh-CN" altLang="en-US" sz="2800">
                  <a:solidFill>
                    <a:srgbClr val="CC0000"/>
                  </a:solidFill>
                </a:rPr>
                <a:t>2</a:t>
              </a:r>
              <a:r>
                <a:rPr lang="zh-CN" altLang="en-US" sz="2800">
                  <a:solidFill>
                    <a:srgbClr val="333333"/>
                  </a:solidFill>
                </a:rPr>
                <a:t>）</a:t>
              </a:r>
              <a:r>
                <a:rPr lang="zh-CN" altLang="en-US" sz="2800">
                  <a:solidFill>
                    <a:srgbClr val="1C1C1C"/>
                  </a:solidFill>
                </a:rPr>
                <a:t>家用线路电流最大值  </a:t>
              </a:r>
              <a:r>
                <a:rPr lang="zh-CN" altLang="en-US" sz="2800" b="0">
                  <a:solidFill>
                    <a:srgbClr val="1C1C1C"/>
                  </a:solidFill>
                </a:rPr>
                <a:t>15</a:t>
              </a:r>
              <a:r>
                <a:rPr lang="en-US" altLang="zh-CN" sz="2800" b="0">
                  <a:solidFill>
                    <a:srgbClr val="1C1C1C"/>
                  </a:solidFill>
                </a:rPr>
                <a:t>A</a:t>
              </a:r>
              <a:r>
                <a:rPr lang="en-US" altLang="zh-CN" sz="2800">
                  <a:solidFill>
                    <a:srgbClr val="1C1C1C"/>
                  </a:solidFill>
                </a:rPr>
                <a:t>，  </a:t>
              </a:r>
              <a:r>
                <a:rPr lang="zh-CN" altLang="en-US" sz="2800">
                  <a:solidFill>
                    <a:srgbClr val="1C1C1C"/>
                  </a:solidFill>
                </a:rPr>
                <a:t>铜 导 线半径</a:t>
              </a:r>
              <a:r>
                <a:rPr lang="zh-CN" altLang="en-US" sz="2800" b="0">
                  <a:solidFill>
                    <a:srgbClr val="1C1C1C"/>
                  </a:solidFill>
                </a:rPr>
                <a:t>0.81</a:t>
              </a:r>
              <a:r>
                <a:rPr lang="en-US" altLang="zh-CN" sz="2800" b="0">
                  <a:solidFill>
                    <a:srgbClr val="1C1C1C"/>
                  </a:solidFill>
                </a:rPr>
                <a:t>mm</a:t>
              </a:r>
              <a:r>
                <a:rPr lang="zh-CN" altLang="en-US" sz="2800">
                  <a:solidFill>
                    <a:srgbClr val="1C1C1C"/>
                  </a:solidFill>
                </a:rPr>
                <a:t>此时电子漂移速率多少？ </a:t>
              </a:r>
            </a:p>
          </p:txBody>
        </p:sp>
        <p:sp>
          <p:nvSpPr>
            <p:cNvPr id="161797" name="Text Box 5"/>
            <p:cNvSpPr txBox="1">
              <a:spLocks noChangeArrowheads="1"/>
            </p:cNvSpPr>
            <p:nvPr/>
          </p:nvSpPr>
          <p:spPr bwMode="auto">
            <a:xfrm>
              <a:off x="288" y="1584"/>
              <a:ext cx="5158" cy="327"/>
            </a:xfrm>
            <a:prstGeom prst="rect">
              <a:avLst/>
            </a:prstGeom>
            <a:noFill/>
            <a:ln w="9525">
              <a:noFill/>
              <a:miter lim="800000"/>
              <a:headEnd/>
              <a:tailEnd/>
            </a:ln>
            <a:effectLst/>
          </p:spPr>
          <p:txBody>
            <a:bodyPr>
              <a:spAutoFit/>
            </a:bodyPr>
            <a:lstStyle/>
            <a:p>
              <a:r>
                <a:rPr lang="zh-CN" altLang="en-US" sz="2800">
                  <a:solidFill>
                    <a:srgbClr val="333333"/>
                  </a:solidFill>
                </a:rPr>
                <a:t>      （</a:t>
              </a:r>
              <a:r>
                <a:rPr lang="zh-CN" altLang="en-US" sz="2800">
                  <a:solidFill>
                    <a:srgbClr val="CC0000"/>
                  </a:solidFill>
                </a:rPr>
                <a:t>3</a:t>
              </a:r>
              <a:r>
                <a:rPr lang="zh-CN" altLang="en-US" sz="2800">
                  <a:solidFill>
                    <a:srgbClr val="333333"/>
                  </a:solidFill>
                </a:rPr>
                <a:t>）</a:t>
              </a:r>
              <a:r>
                <a:rPr lang="zh-CN" altLang="en-US" sz="2800">
                  <a:solidFill>
                    <a:srgbClr val="1C1C1C"/>
                  </a:solidFill>
                </a:rPr>
                <a:t>铜导线中电流密度均匀，电流密度值多少？</a:t>
              </a:r>
            </a:p>
          </p:txBody>
        </p:sp>
      </p:grpSp>
      <p:sp>
        <p:nvSpPr>
          <p:cNvPr id="161798" name="Text Box 6"/>
          <p:cNvSpPr txBox="1">
            <a:spLocks noChangeArrowheads="1"/>
          </p:cNvSpPr>
          <p:nvPr/>
        </p:nvSpPr>
        <p:spPr bwMode="auto">
          <a:xfrm>
            <a:off x="381000" y="3352800"/>
            <a:ext cx="1384300" cy="519113"/>
          </a:xfrm>
          <a:prstGeom prst="rect">
            <a:avLst/>
          </a:prstGeom>
          <a:noFill/>
          <a:ln w="9525">
            <a:noFill/>
            <a:miter lim="800000"/>
            <a:headEnd/>
            <a:tailEnd/>
          </a:ln>
          <a:effectLst/>
        </p:spPr>
        <p:txBody>
          <a:bodyPr>
            <a:spAutoFit/>
          </a:bodyPr>
          <a:lstStyle/>
          <a:p>
            <a:r>
              <a:rPr lang="zh-CN" altLang="en-US" sz="2800">
                <a:solidFill>
                  <a:srgbClr val="CC0000"/>
                </a:solidFill>
              </a:rPr>
              <a:t>解</a:t>
            </a:r>
          </a:p>
        </p:txBody>
      </p:sp>
      <p:grpSp>
        <p:nvGrpSpPr>
          <p:cNvPr id="3" name="Group 7"/>
          <p:cNvGrpSpPr>
            <a:grpSpLocks/>
          </p:cNvGrpSpPr>
          <p:nvPr/>
        </p:nvGrpSpPr>
        <p:grpSpPr bwMode="auto">
          <a:xfrm>
            <a:off x="979488" y="3124200"/>
            <a:ext cx="6300787" cy="1169988"/>
            <a:chOff x="617" y="1968"/>
            <a:chExt cx="3969" cy="737"/>
          </a:xfrm>
        </p:grpSpPr>
        <p:sp>
          <p:nvSpPr>
            <p:cNvPr id="161800" name="Text Box 8"/>
            <p:cNvSpPr txBox="1">
              <a:spLocks noChangeArrowheads="1"/>
            </p:cNvSpPr>
            <p:nvPr/>
          </p:nvSpPr>
          <p:spPr bwMode="auto">
            <a:xfrm>
              <a:off x="617" y="2112"/>
              <a:ext cx="727" cy="327"/>
            </a:xfrm>
            <a:prstGeom prst="rect">
              <a:avLst/>
            </a:prstGeom>
            <a:noFill/>
            <a:ln w="9525">
              <a:noFill/>
              <a:miter lim="800000"/>
              <a:headEnd/>
              <a:tailEnd/>
            </a:ln>
            <a:effectLst/>
          </p:spPr>
          <p:txBody>
            <a:bodyPr>
              <a:spAutoFit/>
            </a:bodyPr>
            <a:lstStyle/>
            <a:p>
              <a:r>
                <a:rPr lang="zh-CN" altLang="en-US" sz="2800">
                  <a:solidFill>
                    <a:srgbClr val="1C1C1C"/>
                  </a:solidFill>
                </a:rPr>
                <a:t>  (</a:t>
              </a:r>
              <a:r>
                <a:rPr lang="zh-CN" altLang="en-US" sz="2800">
                  <a:solidFill>
                    <a:srgbClr val="CC0000"/>
                  </a:solidFill>
                </a:rPr>
                <a:t>1</a:t>
              </a:r>
              <a:r>
                <a:rPr lang="zh-CN" altLang="en-US" sz="2800">
                  <a:solidFill>
                    <a:srgbClr val="1C1C1C"/>
                  </a:solidFill>
                </a:rPr>
                <a:t>)</a:t>
              </a:r>
            </a:p>
          </p:txBody>
        </p:sp>
        <p:graphicFrame>
          <p:nvGraphicFramePr>
            <p:cNvPr id="161801" name="Object 9"/>
            <p:cNvGraphicFramePr>
              <a:graphicFrameLocks noChangeAspect="1"/>
            </p:cNvGraphicFramePr>
            <p:nvPr/>
          </p:nvGraphicFramePr>
          <p:xfrm>
            <a:off x="2400" y="2112"/>
            <a:ext cx="2186" cy="370"/>
          </p:xfrm>
          <a:graphic>
            <a:graphicData uri="http://schemas.openxmlformats.org/presentationml/2006/ole">
              <p:oleObj spid="_x0000_s987142" name="Equation" r:id="rId3" imgW="2336760" imgH="368280" progId="Equation.3">
                <p:embed/>
              </p:oleObj>
            </a:graphicData>
          </a:graphic>
        </p:graphicFrame>
        <p:graphicFrame>
          <p:nvGraphicFramePr>
            <p:cNvPr id="161802" name="Object 10"/>
            <p:cNvGraphicFramePr>
              <a:graphicFrameLocks noChangeAspect="1"/>
            </p:cNvGraphicFramePr>
            <p:nvPr/>
          </p:nvGraphicFramePr>
          <p:xfrm>
            <a:off x="1344" y="1968"/>
            <a:ext cx="1001" cy="737"/>
          </p:xfrm>
          <a:graphic>
            <a:graphicData uri="http://schemas.openxmlformats.org/presentationml/2006/ole">
              <p:oleObj spid="_x0000_s987143" name="Equation" r:id="rId4" imgW="609480" imgH="393480" progId="Equation.3">
                <p:embed/>
              </p:oleObj>
            </a:graphicData>
          </a:graphic>
        </p:graphicFrame>
      </p:grpSp>
      <p:grpSp>
        <p:nvGrpSpPr>
          <p:cNvPr id="4" name="Group 11"/>
          <p:cNvGrpSpPr>
            <a:grpSpLocks/>
          </p:cNvGrpSpPr>
          <p:nvPr/>
        </p:nvGrpSpPr>
        <p:grpSpPr bwMode="auto">
          <a:xfrm>
            <a:off x="381000" y="4191000"/>
            <a:ext cx="7620000" cy="1168400"/>
            <a:chOff x="528" y="2669"/>
            <a:chExt cx="4800" cy="736"/>
          </a:xfrm>
        </p:grpSpPr>
        <p:sp>
          <p:nvSpPr>
            <p:cNvPr id="161804" name="Text Box 12"/>
            <p:cNvSpPr txBox="1">
              <a:spLocks noChangeArrowheads="1"/>
            </p:cNvSpPr>
            <p:nvPr/>
          </p:nvSpPr>
          <p:spPr bwMode="auto">
            <a:xfrm>
              <a:off x="528" y="2880"/>
              <a:ext cx="624" cy="327"/>
            </a:xfrm>
            <a:prstGeom prst="rect">
              <a:avLst/>
            </a:prstGeom>
            <a:noFill/>
            <a:ln w="9525">
              <a:noFill/>
              <a:miter lim="800000"/>
              <a:headEnd/>
              <a:tailEnd/>
            </a:ln>
            <a:effectLst/>
          </p:spPr>
          <p:txBody>
            <a:bodyPr>
              <a:spAutoFit/>
            </a:bodyPr>
            <a:lstStyle/>
            <a:p>
              <a:r>
                <a:rPr lang="zh-CN" altLang="en-US" sz="2800">
                  <a:solidFill>
                    <a:srgbClr val="1C1C1C"/>
                  </a:solidFill>
                </a:rPr>
                <a:t>(</a:t>
              </a:r>
              <a:r>
                <a:rPr lang="zh-CN" altLang="en-US" sz="2800">
                  <a:solidFill>
                    <a:srgbClr val="CC0000"/>
                  </a:solidFill>
                </a:rPr>
                <a:t>2</a:t>
              </a:r>
              <a:r>
                <a:rPr lang="zh-CN" altLang="en-US" sz="2800">
                  <a:solidFill>
                    <a:srgbClr val="1C1C1C"/>
                  </a:solidFill>
                </a:rPr>
                <a:t>)</a:t>
              </a:r>
            </a:p>
          </p:txBody>
        </p:sp>
        <p:grpSp>
          <p:nvGrpSpPr>
            <p:cNvPr id="5" name="Group 13"/>
            <p:cNvGrpSpPr>
              <a:grpSpLocks/>
            </p:cNvGrpSpPr>
            <p:nvPr/>
          </p:nvGrpSpPr>
          <p:grpSpPr bwMode="auto">
            <a:xfrm>
              <a:off x="1008" y="2669"/>
              <a:ext cx="4320" cy="736"/>
              <a:chOff x="1008" y="2669"/>
              <a:chExt cx="4320" cy="736"/>
            </a:xfrm>
          </p:grpSpPr>
          <p:graphicFrame>
            <p:nvGraphicFramePr>
              <p:cNvPr id="161806" name="Object 14"/>
              <p:cNvGraphicFramePr>
                <a:graphicFrameLocks noChangeAspect="1"/>
              </p:cNvGraphicFramePr>
              <p:nvPr/>
            </p:nvGraphicFramePr>
            <p:xfrm>
              <a:off x="2304" y="2839"/>
              <a:ext cx="3024" cy="325"/>
            </p:xfrm>
            <a:graphic>
              <a:graphicData uri="http://schemas.openxmlformats.org/presentationml/2006/ole">
                <p:oleObj spid="_x0000_s987140" name="Equation" r:id="rId5" imgW="3365280" imgH="342720" progId="Equation.3">
                  <p:embed/>
                </p:oleObj>
              </a:graphicData>
            </a:graphic>
          </p:graphicFrame>
          <p:graphicFrame>
            <p:nvGraphicFramePr>
              <p:cNvPr id="161807" name="Object 15"/>
              <p:cNvGraphicFramePr>
                <a:graphicFrameLocks noChangeAspect="1"/>
              </p:cNvGraphicFramePr>
              <p:nvPr/>
            </p:nvGraphicFramePr>
            <p:xfrm>
              <a:off x="1008" y="2669"/>
              <a:ext cx="1200" cy="736"/>
            </p:xfrm>
            <a:graphic>
              <a:graphicData uri="http://schemas.openxmlformats.org/presentationml/2006/ole">
                <p:oleObj spid="_x0000_s987141" name="Equation" r:id="rId6" imgW="596880" imgH="393480" progId="Equation.3">
                  <p:embed/>
                </p:oleObj>
              </a:graphicData>
            </a:graphic>
          </p:graphicFrame>
        </p:grpSp>
      </p:grpSp>
      <p:grpSp>
        <p:nvGrpSpPr>
          <p:cNvPr id="6" name="Group 16"/>
          <p:cNvGrpSpPr>
            <a:grpSpLocks/>
          </p:cNvGrpSpPr>
          <p:nvPr/>
        </p:nvGrpSpPr>
        <p:grpSpPr bwMode="auto">
          <a:xfrm>
            <a:off x="381000" y="5334000"/>
            <a:ext cx="8305800" cy="1066800"/>
            <a:chOff x="240" y="3360"/>
            <a:chExt cx="5232" cy="672"/>
          </a:xfrm>
        </p:grpSpPr>
        <p:sp>
          <p:nvSpPr>
            <p:cNvPr id="161809" name="Text Box 17"/>
            <p:cNvSpPr txBox="1">
              <a:spLocks noChangeArrowheads="1"/>
            </p:cNvSpPr>
            <p:nvPr/>
          </p:nvSpPr>
          <p:spPr bwMode="auto">
            <a:xfrm>
              <a:off x="240" y="3504"/>
              <a:ext cx="1370" cy="327"/>
            </a:xfrm>
            <a:prstGeom prst="rect">
              <a:avLst/>
            </a:prstGeom>
            <a:noFill/>
            <a:ln w="9525">
              <a:noFill/>
              <a:miter lim="800000"/>
              <a:headEnd/>
              <a:tailEnd/>
            </a:ln>
            <a:effectLst/>
          </p:spPr>
          <p:txBody>
            <a:bodyPr>
              <a:spAutoFit/>
            </a:bodyPr>
            <a:lstStyle/>
            <a:p>
              <a:r>
                <a:rPr lang="zh-CN" altLang="en-US" sz="2800">
                  <a:solidFill>
                    <a:srgbClr val="1C1C1C"/>
                  </a:solidFill>
                </a:rPr>
                <a:t>(</a:t>
              </a:r>
              <a:r>
                <a:rPr lang="zh-CN" altLang="en-US" sz="2800">
                  <a:solidFill>
                    <a:srgbClr val="CC0000"/>
                  </a:solidFill>
                </a:rPr>
                <a:t>3</a:t>
              </a:r>
              <a:r>
                <a:rPr lang="zh-CN" altLang="en-US" sz="2800">
                  <a:solidFill>
                    <a:srgbClr val="1C1C1C"/>
                  </a:solidFill>
                </a:rPr>
                <a:t>)</a:t>
              </a:r>
            </a:p>
          </p:txBody>
        </p:sp>
        <p:graphicFrame>
          <p:nvGraphicFramePr>
            <p:cNvPr id="161810" name="Object 18"/>
            <p:cNvGraphicFramePr>
              <a:graphicFrameLocks noChangeAspect="1"/>
            </p:cNvGraphicFramePr>
            <p:nvPr/>
          </p:nvGraphicFramePr>
          <p:xfrm>
            <a:off x="1200" y="3393"/>
            <a:ext cx="4272" cy="639"/>
          </p:xfrm>
          <a:graphic>
            <a:graphicData uri="http://schemas.openxmlformats.org/presentationml/2006/ole">
              <p:oleObj spid="_x0000_s987138" name="Equation" r:id="rId7" imgW="5511600" imgH="787320" progId="Equation.3">
                <p:embed/>
              </p:oleObj>
            </a:graphicData>
          </a:graphic>
        </p:graphicFrame>
        <p:graphicFrame>
          <p:nvGraphicFramePr>
            <p:cNvPr id="161811" name="Object 19"/>
            <p:cNvGraphicFramePr>
              <a:graphicFrameLocks noChangeAspect="1"/>
            </p:cNvGraphicFramePr>
            <p:nvPr/>
          </p:nvGraphicFramePr>
          <p:xfrm>
            <a:off x="672" y="3360"/>
            <a:ext cx="510" cy="672"/>
          </p:xfrm>
          <a:graphic>
            <a:graphicData uri="http://schemas.openxmlformats.org/presentationml/2006/ole">
              <p:oleObj spid="_x0000_s987139" name="Equation" r:id="rId8" imgW="393480" imgH="39348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6"/>
          <p:cNvSpPr>
            <a:spLocks noChangeArrowheads="1"/>
          </p:cNvSpPr>
          <p:nvPr/>
        </p:nvSpPr>
        <p:spPr bwMode="auto">
          <a:xfrm>
            <a:off x="152400" y="152400"/>
            <a:ext cx="51816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-2 </a:t>
            </a:r>
            <a:r>
              <a:rPr lang="zh-CN" altLang="en-US" sz="3600" b="1" dirty="0" smtClean="0">
                <a:solidFill>
                  <a:srgbClr val="000066"/>
                </a:solidFill>
                <a:latin typeface="+mj-ea"/>
                <a:ea typeface="+mj-ea"/>
                <a:cs typeface="Times New Roman"/>
              </a:rPr>
              <a:t>电源 电动势</a:t>
            </a:r>
            <a:endParaRPr lang="en-US" altLang="zh-CN" sz="3600" b="1" dirty="0">
              <a:solidFill>
                <a:srgbClr val="000066"/>
              </a:solidFill>
              <a:latin typeface="+mj-ea"/>
              <a:ea typeface="+mj-ea"/>
            </a:endParaRPr>
          </a:p>
        </p:txBody>
      </p:sp>
    </p:spTree>
    <p:controls>
      <p:control spid="988162" name="ShockwaveFlash1" r:id="rId2" imgW="7849696" imgH="5180952"/>
    </p:controls>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762000" y="304800"/>
            <a:ext cx="184150" cy="519113"/>
          </a:xfrm>
          <a:prstGeom prst="rect">
            <a:avLst/>
          </a:prstGeom>
          <a:noFill/>
          <a:ln w="9525">
            <a:noFill/>
            <a:miter lim="800000"/>
            <a:headEnd/>
            <a:tailEnd/>
          </a:ln>
          <a:effectLst/>
        </p:spPr>
        <p:txBody>
          <a:bodyPr wrap="none">
            <a:spAutoFit/>
          </a:bodyPr>
          <a:lstStyle/>
          <a:p>
            <a:pPr>
              <a:spcBef>
                <a:spcPct val="50000"/>
              </a:spcBef>
            </a:pPr>
            <a:endParaRPr lang="zh-CN" altLang="en-US" sz="2800">
              <a:solidFill>
                <a:srgbClr val="333333"/>
              </a:solidFill>
            </a:endParaRPr>
          </a:p>
        </p:txBody>
      </p:sp>
      <p:sp>
        <p:nvSpPr>
          <p:cNvPr id="158723" name="Text Box 3"/>
          <p:cNvSpPr txBox="1">
            <a:spLocks noChangeArrowheads="1"/>
          </p:cNvSpPr>
          <p:nvPr/>
        </p:nvSpPr>
        <p:spPr bwMode="auto">
          <a:xfrm>
            <a:off x="228600" y="609600"/>
            <a:ext cx="5638800" cy="1031875"/>
          </a:xfrm>
          <a:prstGeom prst="rect">
            <a:avLst/>
          </a:prstGeom>
          <a:noFill/>
          <a:ln w="9525">
            <a:noFill/>
            <a:miter lim="800000"/>
            <a:headEnd/>
            <a:tailEnd/>
          </a:ln>
          <a:effectLst/>
        </p:spPr>
        <p:txBody>
          <a:bodyPr>
            <a:spAutoFit/>
          </a:bodyPr>
          <a:lstStyle/>
          <a:p>
            <a:pPr>
              <a:lnSpc>
                <a:spcPct val="110000"/>
              </a:lnSpc>
              <a:spcBef>
                <a:spcPct val="50000"/>
              </a:spcBef>
            </a:pPr>
            <a:r>
              <a:rPr lang="zh-CN" altLang="en-US" sz="2800">
                <a:solidFill>
                  <a:srgbClr val="CC0000"/>
                </a:solidFill>
              </a:rPr>
              <a:t>       非静电力</a:t>
            </a:r>
            <a:r>
              <a:rPr lang="zh-CN" altLang="en-US" sz="2800">
                <a:solidFill>
                  <a:srgbClr val="333333"/>
                </a:solidFill>
              </a:rPr>
              <a:t>: 能不断分离正负电荷使正电荷逆静电场力方向运动.</a:t>
            </a:r>
          </a:p>
        </p:txBody>
      </p:sp>
      <p:sp>
        <p:nvSpPr>
          <p:cNvPr id="158724" name="Text Box 4"/>
          <p:cNvSpPr txBox="1">
            <a:spLocks noChangeArrowheads="1"/>
          </p:cNvSpPr>
          <p:nvPr/>
        </p:nvSpPr>
        <p:spPr bwMode="auto">
          <a:xfrm>
            <a:off x="838200" y="1752600"/>
            <a:ext cx="4876800"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电源</a:t>
            </a:r>
            <a:r>
              <a:rPr lang="zh-CN" altLang="en-US" sz="2800">
                <a:solidFill>
                  <a:srgbClr val="333333"/>
                </a:solidFill>
              </a:rPr>
              <a:t>：提供非静电力的装置.</a:t>
            </a:r>
          </a:p>
        </p:txBody>
      </p:sp>
      <p:grpSp>
        <p:nvGrpSpPr>
          <p:cNvPr id="2" name="Group 39"/>
          <p:cNvGrpSpPr>
            <a:grpSpLocks/>
          </p:cNvGrpSpPr>
          <p:nvPr/>
        </p:nvGrpSpPr>
        <p:grpSpPr bwMode="auto">
          <a:xfrm>
            <a:off x="152400" y="2362200"/>
            <a:ext cx="5334000" cy="1031875"/>
            <a:chOff x="144" y="1488"/>
            <a:chExt cx="3360" cy="650"/>
          </a:xfrm>
        </p:grpSpPr>
        <p:sp>
          <p:nvSpPr>
            <p:cNvPr id="158726" name="Text Box 6"/>
            <p:cNvSpPr txBox="1">
              <a:spLocks noChangeArrowheads="1"/>
            </p:cNvSpPr>
            <p:nvPr/>
          </p:nvSpPr>
          <p:spPr bwMode="auto">
            <a:xfrm>
              <a:off x="144" y="1488"/>
              <a:ext cx="3360" cy="650"/>
            </a:xfrm>
            <a:prstGeom prst="rect">
              <a:avLst/>
            </a:prstGeom>
            <a:noFill/>
            <a:ln w="9525">
              <a:noFill/>
              <a:miter lim="800000"/>
              <a:headEnd/>
              <a:tailEnd/>
            </a:ln>
            <a:effectLst/>
          </p:spPr>
          <p:txBody>
            <a:bodyPr>
              <a:spAutoFit/>
            </a:bodyPr>
            <a:lstStyle/>
            <a:p>
              <a:pPr>
                <a:lnSpc>
                  <a:spcPct val="110000"/>
                </a:lnSpc>
                <a:spcBef>
                  <a:spcPct val="50000"/>
                </a:spcBef>
                <a:buFontTx/>
                <a:buBlip>
                  <a:blip r:embed="rId3"/>
                </a:buBlip>
              </a:pPr>
              <a:r>
                <a:rPr lang="zh-CN" altLang="en-US" sz="2800">
                  <a:solidFill>
                    <a:srgbClr val="333333"/>
                  </a:solidFill>
                </a:rPr>
                <a:t>     非静电</a:t>
              </a:r>
              <a:r>
                <a:rPr lang="zh-CN" altLang="en-US" sz="2800">
                  <a:solidFill>
                    <a:srgbClr val="CC0000"/>
                  </a:solidFill>
                </a:rPr>
                <a:t>电场强度</a:t>
              </a:r>
              <a:r>
                <a:rPr lang="zh-CN" altLang="en-US" sz="2800">
                  <a:solidFill>
                    <a:srgbClr val="333333"/>
                  </a:solidFill>
                </a:rPr>
                <a:t>       : 为单位正电荷所受的非静电力.</a:t>
              </a:r>
            </a:p>
          </p:txBody>
        </p:sp>
        <p:graphicFrame>
          <p:nvGraphicFramePr>
            <p:cNvPr id="158727" name="Object 7"/>
            <p:cNvGraphicFramePr>
              <a:graphicFrameLocks noChangeAspect="1"/>
            </p:cNvGraphicFramePr>
            <p:nvPr/>
          </p:nvGraphicFramePr>
          <p:xfrm>
            <a:off x="2252" y="1513"/>
            <a:ext cx="361" cy="407"/>
          </p:xfrm>
          <a:graphic>
            <a:graphicData uri="http://schemas.openxmlformats.org/presentationml/2006/ole">
              <p:oleObj spid="_x0000_s989192" name="Equation" r:id="rId4" imgW="304560" imgH="342720" progId="Equation.3">
                <p:embed/>
              </p:oleObj>
            </a:graphicData>
          </a:graphic>
        </p:graphicFrame>
      </p:grpSp>
      <p:graphicFrame>
        <p:nvGraphicFramePr>
          <p:cNvPr id="158728" name="Object 8"/>
          <p:cNvGraphicFramePr>
            <a:graphicFrameLocks noChangeAspect="1"/>
          </p:cNvGraphicFramePr>
          <p:nvPr/>
        </p:nvGraphicFramePr>
        <p:xfrm>
          <a:off x="1676400" y="3468688"/>
          <a:ext cx="5486400" cy="798512"/>
        </p:xfrm>
        <a:graphic>
          <a:graphicData uri="http://schemas.openxmlformats.org/presentationml/2006/ole">
            <p:oleObj spid="_x0000_s989186" name="Equation" r:id="rId5" imgW="3225600" imgH="431640" progId="Equation.3">
              <p:embed/>
            </p:oleObj>
          </a:graphicData>
        </a:graphic>
      </p:graphicFrame>
      <p:sp>
        <p:nvSpPr>
          <p:cNvPr id="158729" name="Text Box 9"/>
          <p:cNvSpPr txBox="1">
            <a:spLocks noChangeArrowheads="1"/>
          </p:cNvSpPr>
          <p:nvPr/>
        </p:nvSpPr>
        <p:spPr bwMode="auto">
          <a:xfrm>
            <a:off x="304800" y="4306888"/>
            <a:ext cx="8458200" cy="1031875"/>
          </a:xfrm>
          <a:prstGeom prst="rect">
            <a:avLst/>
          </a:prstGeom>
          <a:noFill/>
          <a:ln w="9525">
            <a:noFill/>
            <a:miter lim="800000"/>
            <a:headEnd/>
            <a:tailEnd/>
          </a:ln>
          <a:effectLst/>
        </p:spPr>
        <p:txBody>
          <a:bodyPr>
            <a:spAutoFit/>
          </a:bodyPr>
          <a:lstStyle/>
          <a:p>
            <a:pPr>
              <a:lnSpc>
                <a:spcPct val="110000"/>
              </a:lnSpc>
              <a:spcBef>
                <a:spcPct val="50000"/>
              </a:spcBef>
              <a:buFontTx/>
              <a:buBlip>
                <a:blip r:embed="rId3"/>
              </a:buBlip>
            </a:pPr>
            <a:r>
              <a:rPr lang="zh-CN" altLang="en-US" sz="2800">
                <a:solidFill>
                  <a:srgbClr val="CC0000"/>
                </a:solidFill>
              </a:rPr>
              <a:t>     电动势的定义：</a:t>
            </a:r>
            <a:r>
              <a:rPr lang="zh-CN" altLang="en-US" sz="2800">
                <a:solidFill>
                  <a:srgbClr val="333333"/>
                </a:solidFill>
              </a:rPr>
              <a:t>单位正电荷绕闭合回路运动一周，非静电力所做的功.</a:t>
            </a:r>
          </a:p>
        </p:txBody>
      </p:sp>
      <p:grpSp>
        <p:nvGrpSpPr>
          <p:cNvPr id="3" name="Group 10"/>
          <p:cNvGrpSpPr>
            <a:grpSpLocks/>
          </p:cNvGrpSpPr>
          <p:nvPr/>
        </p:nvGrpSpPr>
        <p:grpSpPr bwMode="auto">
          <a:xfrm>
            <a:off x="5715000" y="801688"/>
            <a:ext cx="2971800" cy="2514600"/>
            <a:chOff x="3600" y="528"/>
            <a:chExt cx="1872" cy="1584"/>
          </a:xfrm>
        </p:grpSpPr>
        <p:sp>
          <p:nvSpPr>
            <p:cNvPr id="158731" name="Rectangle 11"/>
            <p:cNvSpPr>
              <a:spLocks noChangeArrowheads="1"/>
            </p:cNvSpPr>
            <p:nvPr/>
          </p:nvSpPr>
          <p:spPr bwMode="auto">
            <a:xfrm>
              <a:off x="3600" y="528"/>
              <a:ext cx="1872" cy="1584"/>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grpSp>
          <p:nvGrpSpPr>
            <p:cNvPr id="4" name="Group 12"/>
            <p:cNvGrpSpPr>
              <a:grpSpLocks/>
            </p:cNvGrpSpPr>
            <p:nvPr/>
          </p:nvGrpSpPr>
          <p:grpSpPr bwMode="auto">
            <a:xfrm>
              <a:off x="4368" y="1104"/>
              <a:ext cx="336" cy="288"/>
              <a:chOff x="3936" y="1776"/>
              <a:chExt cx="336" cy="288"/>
            </a:xfrm>
          </p:grpSpPr>
          <p:sp>
            <p:nvSpPr>
              <p:cNvPr id="158733" name="Line 13"/>
              <p:cNvSpPr>
                <a:spLocks noChangeShapeType="1"/>
              </p:cNvSpPr>
              <p:nvPr/>
            </p:nvSpPr>
            <p:spPr bwMode="auto">
              <a:xfrm>
                <a:off x="3936" y="2064"/>
                <a:ext cx="336" cy="0"/>
              </a:xfrm>
              <a:prstGeom prst="line">
                <a:avLst/>
              </a:prstGeom>
              <a:noFill/>
              <a:ln w="19050">
                <a:solidFill>
                  <a:srgbClr val="FF0000"/>
                </a:solidFill>
                <a:round/>
                <a:headEnd/>
                <a:tailEnd type="triangle" w="sm" len="lg"/>
              </a:ln>
              <a:effectLst/>
            </p:spPr>
            <p:txBody>
              <a:bodyPr wrap="none" anchor="ctr"/>
              <a:lstStyle/>
              <a:p>
                <a:endParaRPr lang="zh-CN" altLang="en-US" sz="2800"/>
              </a:p>
            </p:txBody>
          </p:sp>
          <p:graphicFrame>
            <p:nvGraphicFramePr>
              <p:cNvPr id="158734" name="Object 14"/>
              <p:cNvGraphicFramePr>
                <a:graphicFrameLocks noChangeAspect="1"/>
              </p:cNvGraphicFramePr>
              <p:nvPr/>
            </p:nvGraphicFramePr>
            <p:xfrm>
              <a:off x="3984" y="1776"/>
              <a:ext cx="223" cy="276"/>
            </p:xfrm>
            <a:graphic>
              <a:graphicData uri="http://schemas.openxmlformats.org/presentationml/2006/ole">
                <p:oleObj spid="_x0000_s989191" name="Equation" r:id="rId6" imgW="215640" imgH="266400" progId="Equation.3">
                  <p:embed/>
                </p:oleObj>
              </a:graphicData>
            </a:graphic>
          </p:graphicFrame>
        </p:grpSp>
        <p:sp>
          <p:nvSpPr>
            <p:cNvPr id="158735" name="Rectangle 15"/>
            <p:cNvSpPr>
              <a:spLocks noChangeArrowheads="1"/>
            </p:cNvSpPr>
            <p:nvPr/>
          </p:nvSpPr>
          <p:spPr bwMode="auto">
            <a:xfrm>
              <a:off x="4224" y="816"/>
              <a:ext cx="528" cy="96"/>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miter lim="800000"/>
              <a:headEnd/>
              <a:tailEnd/>
            </a:ln>
            <a:effectLst/>
          </p:spPr>
          <p:txBody>
            <a:bodyPr wrap="none" anchor="ctr"/>
            <a:lstStyle/>
            <a:p>
              <a:endParaRPr lang="zh-CN" altLang="en-US" sz="2800"/>
            </a:p>
          </p:txBody>
        </p:sp>
        <p:sp>
          <p:nvSpPr>
            <p:cNvPr id="158736" name="Rectangle 16"/>
            <p:cNvSpPr>
              <a:spLocks noChangeArrowheads="1"/>
            </p:cNvSpPr>
            <p:nvPr/>
          </p:nvSpPr>
          <p:spPr bwMode="auto">
            <a:xfrm flipH="1">
              <a:off x="4224" y="1343"/>
              <a:ext cx="48" cy="576"/>
            </a:xfrm>
            <a:prstGeom prst="rect">
              <a:avLst/>
            </a:prstGeom>
            <a:solidFill>
              <a:srgbClr val="3399FF"/>
            </a:solidFill>
            <a:ln w="9525">
              <a:solidFill>
                <a:schemeClr val="tx1"/>
              </a:solidFill>
              <a:miter lim="800000"/>
              <a:headEnd/>
              <a:tailEnd/>
            </a:ln>
            <a:effectLst/>
          </p:spPr>
          <p:txBody>
            <a:bodyPr wrap="none" anchor="ctr"/>
            <a:lstStyle/>
            <a:p>
              <a:endParaRPr lang="zh-CN" altLang="en-US" sz="2800"/>
            </a:p>
          </p:txBody>
        </p:sp>
        <p:sp>
          <p:nvSpPr>
            <p:cNvPr id="158737" name="Rectangle 17"/>
            <p:cNvSpPr>
              <a:spLocks noChangeArrowheads="1"/>
            </p:cNvSpPr>
            <p:nvPr/>
          </p:nvSpPr>
          <p:spPr bwMode="auto">
            <a:xfrm>
              <a:off x="4800" y="1343"/>
              <a:ext cx="48" cy="576"/>
            </a:xfrm>
            <a:prstGeom prst="rect">
              <a:avLst/>
            </a:prstGeom>
            <a:solidFill>
              <a:srgbClr val="3399FF"/>
            </a:solidFill>
            <a:ln w="9525">
              <a:solidFill>
                <a:schemeClr val="tx1"/>
              </a:solidFill>
              <a:miter lim="800000"/>
              <a:headEnd/>
              <a:tailEnd/>
            </a:ln>
            <a:effectLst/>
          </p:spPr>
          <p:txBody>
            <a:bodyPr wrap="none" anchor="ctr"/>
            <a:lstStyle/>
            <a:p>
              <a:endParaRPr lang="zh-CN" altLang="en-US" sz="2800"/>
            </a:p>
          </p:txBody>
        </p:sp>
        <p:sp>
          <p:nvSpPr>
            <p:cNvPr id="158738" name="Line 18"/>
            <p:cNvSpPr>
              <a:spLocks noChangeShapeType="1"/>
            </p:cNvSpPr>
            <p:nvPr/>
          </p:nvSpPr>
          <p:spPr bwMode="auto">
            <a:xfrm>
              <a:off x="4752" y="864"/>
              <a:ext cx="576" cy="0"/>
            </a:xfrm>
            <a:prstGeom prst="line">
              <a:avLst/>
            </a:prstGeom>
            <a:noFill/>
            <a:ln w="19050">
              <a:solidFill>
                <a:srgbClr val="CC00CC"/>
              </a:solidFill>
              <a:round/>
              <a:headEnd/>
              <a:tailEnd type="none" w="sm" len="lg"/>
            </a:ln>
            <a:effectLst/>
          </p:spPr>
          <p:txBody>
            <a:bodyPr wrap="none" anchor="ctr"/>
            <a:lstStyle/>
            <a:p>
              <a:endParaRPr lang="zh-CN" altLang="en-US" sz="2800"/>
            </a:p>
          </p:txBody>
        </p:sp>
        <p:sp>
          <p:nvSpPr>
            <p:cNvPr id="158739" name="Line 19"/>
            <p:cNvSpPr>
              <a:spLocks noChangeShapeType="1"/>
            </p:cNvSpPr>
            <p:nvPr/>
          </p:nvSpPr>
          <p:spPr bwMode="auto">
            <a:xfrm flipH="1">
              <a:off x="3744" y="864"/>
              <a:ext cx="480" cy="0"/>
            </a:xfrm>
            <a:prstGeom prst="line">
              <a:avLst/>
            </a:prstGeom>
            <a:noFill/>
            <a:ln w="19050">
              <a:solidFill>
                <a:srgbClr val="CC00CC"/>
              </a:solidFill>
              <a:round/>
              <a:headEnd/>
              <a:tailEnd type="none" w="sm" len="lg"/>
            </a:ln>
            <a:effectLst/>
          </p:spPr>
          <p:txBody>
            <a:bodyPr wrap="none" anchor="ctr"/>
            <a:lstStyle/>
            <a:p>
              <a:endParaRPr lang="zh-CN" altLang="en-US" sz="2800"/>
            </a:p>
          </p:txBody>
        </p:sp>
        <p:sp>
          <p:nvSpPr>
            <p:cNvPr id="158740" name="Line 20"/>
            <p:cNvSpPr>
              <a:spLocks noChangeShapeType="1"/>
            </p:cNvSpPr>
            <p:nvPr/>
          </p:nvSpPr>
          <p:spPr bwMode="auto">
            <a:xfrm>
              <a:off x="3744" y="864"/>
              <a:ext cx="0" cy="767"/>
            </a:xfrm>
            <a:prstGeom prst="line">
              <a:avLst/>
            </a:prstGeom>
            <a:noFill/>
            <a:ln w="19050">
              <a:solidFill>
                <a:srgbClr val="CC00CC"/>
              </a:solidFill>
              <a:round/>
              <a:headEnd/>
              <a:tailEnd type="none" w="sm" len="lg"/>
            </a:ln>
            <a:effectLst/>
          </p:spPr>
          <p:txBody>
            <a:bodyPr wrap="none" anchor="ctr"/>
            <a:lstStyle/>
            <a:p>
              <a:endParaRPr lang="zh-CN" altLang="en-US" sz="2800"/>
            </a:p>
          </p:txBody>
        </p:sp>
        <p:sp>
          <p:nvSpPr>
            <p:cNvPr id="158741" name="Line 21"/>
            <p:cNvSpPr>
              <a:spLocks noChangeShapeType="1"/>
            </p:cNvSpPr>
            <p:nvPr/>
          </p:nvSpPr>
          <p:spPr bwMode="auto">
            <a:xfrm>
              <a:off x="3744" y="1631"/>
              <a:ext cx="480" cy="0"/>
            </a:xfrm>
            <a:prstGeom prst="line">
              <a:avLst/>
            </a:prstGeom>
            <a:noFill/>
            <a:ln w="19050">
              <a:solidFill>
                <a:srgbClr val="CC00CC"/>
              </a:solidFill>
              <a:round/>
              <a:headEnd/>
              <a:tailEnd type="none" w="sm" len="lg"/>
            </a:ln>
            <a:effectLst/>
          </p:spPr>
          <p:txBody>
            <a:bodyPr wrap="none" anchor="ctr"/>
            <a:lstStyle/>
            <a:p>
              <a:endParaRPr lang="zh-CN" altLang="en-US" sz="2800"/>
            </a:p>
          </p:txBody>
        </p:sp>
        <p:sp>
          <p:nvSpPr>
            <p:cNvPr id="158742" name="Line 22"/>
            <p:cNvSpPr>
              <a:spLocks noChangeShapeType="1"/>
            </p:cNvSpPr>
            <p:nvPr/>
          </p:nvSpPr>
          <p:spPr bwMode="auto">
            <a:xfrm>
              <a:off x="5328" y="864"/>
              <a:ext cx="0" cy="767"/>
            </a:xfrm>
            <a:prstGeom prst="line">
              <a:avLst/>
            </a:prstGeom>
            <a:noFill/>
            <a:ln w="19050">
              <a:solidFill>
                <a:srgbClr val="CC00CC"/>
              </a:solidFill>
              <a:round/>
              <a:headEnd/>
              <a:tailEnd type="none" w="sm" len="lg"/>
            </a:ln>
            <a:effectLst/>
          </p:spPr>
          <p:txBody>
            <a:bodyPr wrap="none" anchor="ctr"/>
            <a:lstStyle/>
            <a:p>
              <a:endParaRPr lang="zh-CN" altLang="en-US" sz="2800"/>
            </a:p>
          </p:txBody>
        </p:sp>
        <p:sp>
          <p:nvSpPr>
            <p:cNvPr id="158743" name="Line 23"/>
            <p:cNvSpPr>
              <a:spLocks noChangeShapeType="1"/>
            </p:cNvSpPr>
            <p:nvPr/>
          </p:nvSpPr>
          <p:spPr bwMode="auto">
            <a:xfrm>
              <a:off x="4848" y="1631"/>
              <a:ext cx="480" cy="0"/>
            </a:xfrm>
            <a:prstGeom prst="line">
              <a:avLst/>
            </a:prstGeom>
            <a:noFill/>
            <a:ln w="19050">
              <a:solidFill>
                <a:srgbClr val="CC00CC"/>
              </a:solidFill>
              <a:round/>
              <a:headEnd/>
              <a:tailEnd type="none" w="sm" len="lg"/>
            </a:ln>
            <a:effectLst/>
          </p:spPr>
          <p:txBody>
            <a:bodyPr wrap="none" anchor="ctr"/>
            <a:lstStyle/>
            <a:p>
              <a:endParaRPr lang="zh-CN" altLang="en-US" sz="2800"/>
            </a:p>
          </p:txBody>
        </p:sp>
        <p:sp>
          <p:nvSpPr>
            <p:cNvPr id="158744" name="Line 24"/>
            <p:cNvSpPr>
              <a:spLocks noChangeShapeType="1"/>
            </p:cNvSpPr>
            <p:nvPr/>
          </p:nvSpPr>
          <p:spPr bwMode="auto">
            <a:xfrm flipV="1">
              <a:off x="3744" y="1151"/>
              <a:ext cx="0" cy="144"/>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58745" name="Text Box 25"/>
            <p:cNvSpPr txBox="1">
              <a:spLocks noChangeArrowheads="1"/>
            </p:cNvSpPr>
            <p:nvPr/>
          </p:nvSpPr>
          <p:spPr bwMode="auto">
            <a:xfrm>
              <a:off x="4224" y="1199"/>
              <a:ext cx="192" cy="865"/>
            </a:xfrm>
            <a:prstGeom prst="rect">
              <a:avLst/>
            </a:prstGeom>
            <a:noFill/>
            <a:ln w="9525">
              <a:noFill/>
              <a:miter lim="800000"/>
              <a:headEnd/>
              <a:tailEnd/>
            </a:ln>
            <a:effectLst/>
          </p:spPr>
          <p:txBody>
            <a:bodyPr>
              <a:spAutoFit/>
            </a:bodyPr>
            <a:lstStyle/>
            <a:p>
              <a:pPr>
                <a:spcBef>
                  <a:spcPct val="50000"/>
                </a:spcBef>
              </a:pPr>
              <a:r>
                <a:rPr lang="zh-CN" altLang="en-US" sz="2800">
                  <a:solidFill>
                    <a:srgbClr val="333333"/>
                  </a:solidFill>
                </a:rPr>
                <a:t>+++</a:t>
              </a:r>
            </a:p>
          </p:txBody>
        </p:sp>
        <p:sp>
          <p:nvSpPr>
            <p:cNvPr id="158746" name="Text Box 26"/>
            <p:cNvSpPr txBox="1">
              <a:spLocks noChangeArrowheads="1"/>
            </p:cNvSpPr>
            <p:nvPr/>
          </p:nvSpPr>
          <p:spPr bwMode="auto">
            <a:xfrm>
              <a:off x="4656" y="1175"/>
              <a:ext cx="240" cy="865"/>
            </a:xfrm>
            <a:prstGeom prst="rect">
              <a:avLst/>
            </a:prstGeom>
            <a:noFill/>
            <a:ln w="9525">
              <a:noFill/>
              <a:miter lim="800000"/>
              <a:headEnd/>
              <a:tailEnd/>
            </a:ln>
            <a:effectLst/>
          </p:spPr>
          <p:txBody>
            <a:bodyPr>
              <a:spAutoFit/>
            </a:bodyPr>
            <a:lstStyle/>
            <a:p>
              <a:pPr>
                <a:spcBef>
                  <a:spcPct val="50000"/>
                </a:spcBef>
              </a:pPr>
              <a:r>
                <a:rPr lang="zh-CN" altLang="en-US" sz="2800" dirty="0">
                  <a:solidFill>
                    <a:srgbClr val="333333"/>
                  </a:solidFill>
                </a:rPr>
                <a:t>---</a:t>
              </a:r>
            </a:p>
          </p:txBody>
        </p:sp>
        <p:graphicFrame>
          <p:nvGraphicFramePr>
            <p:cNvPr id="158747" name="Object 27"/>
            <p:cNvGraphicFramePr>
              <a:graphicFrameLocks noChangeAspect="1"/>
            </p:cNvGraphicFramePr>
            <p:nvPr/>
          </p:nvGraphicFramePr>
          <p:xfrm>
            <a:off x="4320" y="576"/>
            <a:ext cx="272" cy="240"/>
          </p:xfrm>
          <a:graphic>
            <a:graphicData uri="http://schemas.openxmlformats.org/presentationml/2006/ole">
              <p:oleObj spid="_x0000_s989189" name="Equation" r:id="rId7" imgW="215640" imgH="228600" progId="Equation.3">
                <p:embed/>
              </p:oleObj>
            </a:graphicData>
          </a:graphic>
        </p:graphicFrame>
        <p:graphicFrame>
          <p:nvGraphicFramePr>
            <p:cNvPr id="158748" name="Object 28"/>
            <p:cNvGraphicFramePr>
              <a:graphicFrameLocks noChangeAspect="1"/>
            </p:cNvGraphicFramePr>
            <p:nvPr/>
          </p:nvGraphicFramePr>
          <p:xfrm>
            <a:off x="3792" y="1103"/>
            <a:ext cx="173" cy="240"/>
          </p:xfrm>
          <a:graphic>
            <a:graphicData uri="http://schemas.openxmlformats.org/presentationml/2006/ole">
              <p:oleObj spid="_x0000_s989190" name="Equation" r:id="rId8" imgW="164880" imgH="228600" progId="Equation.3">
                <p:embed/>
              </p:oleObj>
            </a:graphicData>
          </a:graphic>
        </p:graphicFrame>
      </p:grpSp>
      <p:grpSp>
        <p:nvGrpSpPr>
          <p:cNvPr id="5" name="Group 40"/>
          <p:cNvGrpSpPr>
            <a:grpSpLocks/>
          </p:cNvGrpSpPr>
          <p:nvPr/>
        </p:nvGrpSpPr>
        <p:grpSpPr bwMode="auto">
          <a:xfrm>
            <a:off x="381000" y="5105400"/>
            <a:ext cx="6858000" cy="1457325"/>
            <a:chOff x="240" y="3216"/>
            <a:chExt cx="4320" cy="918"/>
          </a:xfrm>
        </p:grpSpPr>
        <p:graphicFrame>
          <p:nvGraphicFramePr>
            <p:cNvPr id="158750" name="Object 30"/>
            <p:cNvGraphicFramePr>
              <a:graphicFrameLocks noChangeAspect="1"/>
            </p:cNvGraphicFramePr>
            <p:nvPr/>
          </p:nvGraphicFramePr>
          <p:xfrm>
            <a:off x="2448" y="3216"/>
            <a:ext cx="2112" cy="918"/>
          </p:xfrm>
          <a:graphic>
            <a:graphicData uri="http://schemas.openxmlformats.org/presentationml/2006/ole">
              <p:oleObj spid="_x0000_s989188" name="Equation" r:id="rId9" imgW="1193760" imgH="507960" progId="Equation.3">
                <p:embed/>
              </p:oleObj>
            </a:graphicData>
          </a:graphic>
        </p:graphicFrame>
        <p:sp>
          <p:nvSpPr>
            <p:cNvPr id="158751" name="Text Box 31"/>
            <p:cNvSpPr txBox="1">
              <a:spLocks noChangeArrowheads="1"/>
            </p:cNvSpPr>
            <p:nvPr/>
          </p:nvSpPr>
          <p:spPr bwMode="auto">
            <a:xfrm>
              <a:off x="240" y="3552"/>
              <a:ext cx="1728" cy="327"/>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Char char="Ø"/>
              </a:pPr>
              <a:r>
                <a:rPr lang="zh-CN" altLang="en-US" sz="2800"/>
                <a:t>      电动势</a:t>
              </a:r>
            </a:p>
          </p:txBody>
        </p:sp>
      </p:grpSp>
      <p:grpSp>
        <p:nvGrpSpPr>
          <p:cNvPr id="6" name="Group 32"/>
          <p:cNvGrpSpPr>
            <a:grpSpLocks/>
          </p:cNvGrpSpPr>
          <p:nvPr/>
        </p:nvGrpSpPr>
        <p:grpSpPr bwMode="auto">
          <a:xfrm>
            <a:off x="6927857" y="2187577"/>
            <a:ext cx="515938" cy="523876"/>
            <a:chOff x="4320" y="1152"/>
            <a:chExt cx="325" cy="330"/>
          </a:xfrm>
        </p:grpSpPr>
        <p:sp>
          <p:nvSpPr>
            <p:cNvPr id="158753" name="Oval 33"/>
            <p:cNvSpPr>
              <a:spLocks noChangeArrowheads="1"/>
            </p:cNvSpPr>
            <p:nvPr/>
          </p:nvSpPr>
          <p:spPr bwMode="auto">
            <a:xfrm>
              <a:off x="4464" y="1248"/>
              <a:ext cx="144" cy="144"/>
            </a:xfrm>
            <a:prstGeom prst="ellipse">
              <a:avLst/>
            </a:prstGeom>
            <a:solidFill>
              <a:srgbClr val="FFDDFF"/>
            </a:solidFill>
            <a:ln w="9525">
              <a:solidFill>
                <a:schemeClr val="tx1"/>
              </a:solidFill>
              <a:round/>
              <a:headEnd/>
              <a:tailEnd/>
            </a:ln>
            <a:effectLst/>
          </p:spPr>
          <p:txBody>
            <a:bodyPr wrap="none" anchor="ctr"/>
            <a:lstStyle/>
            <a:p>
              <a:endParaRPr lang="zh-CN" altLang="en-US" sz="2800"/>
            </a:p>
          </p:txBody>
        </p:sp>
        <p:sp>
          <p:nvSpPr>
            <p:cNvPr id="158754" name="Text Box 34"/>
            <p:cNvSpPr txBox="1">
              <a:spLocks noChangeArrowheads="1"/>
            </p:cNvSpPr>
            <p:nvPr/>
          </p:nvSpPr>
          <p:spPr bwMode="auto">
            <a:xfrm>
              <a:off x="4416" y="1152"/>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333333"/>
                  </a:solidFill>
                </a:rPr>
                <a:t>+</a:t>
              </a:r>
            </a:p>
          </p:txBody>
        </p:sp>
        <p:sp>
          <p:nvSpPr>
            <p:cNvPr id="158755" name="Line 35"/>
            <p:cNvSpPr>
              <a:spLocks noChangeShapeType="1"/>
            </p:cNvSpPr>
            <p:nvPr/>
          </p:nvSpPr>
          <p:spPr bwMode="auto">
            <a:xfrm flipH="1">
              <a:off x="4320" y="1344"/>
              <a:ext cx="144" cy="0"/>
            </a:xfrm>
            <a:prstGeom prst="line">
              <a:avLst/>
            </a:prstGeom>
            <a:noFill/>
            <a:ln w="19050">
              <a:solidFill>
                <a:srgbClr val="CC00CC"/>
              </a:solidFill>
              <a:round/>
              <a:headEnd/>
              <a:tailEnd type="triangle" w="sm" len="lg"/>
            </a:ln>
            <a:effectLst/>
          </p:spPr>
          <p:txBody>
            <a:bodyPr wrap="none" anchor="ctr"/>
            <a:lstStyle/>
            <a:p>
              <a:endParaRPr lang="zh-CN" altLang="en-US" sz="2800"/>
            </a:p>
          </p:txBody>
        </p:sp>
      </p:grpSp>
      <p:grpSp>
        <p:nvGrpSpPr>
          <p:cNvPr id="7" name="Group 36"/>
          <p:cNvGrpSpPr>
            <a:grpSpLocks/>
          </p:cNvGrpSpPr>
          <p:nvPr/>
        </p:nvGrpSpPr>
        <p:grpSpPr bwMode="auto">
          <a:xfrm>
            <a:off x="6934200" y="2706688"/>
            <a:ext cx="457200" cy="533400"/>
            <a:chOff x="4512" y="1488"/>
            <a:chExt cx="288" cy="336"/>
          </a:xfrm>
        </p:grpSpPr>
        <p:sp>
          <p:nvSpPr>
            <p:cNvPr id="158757" name="Line 37"/>
            <p:cNvSpPr>
              <a:spLocks noChangeShapeType="1"/>
            </p:cNvSpPr>
            <p:nvPr/>
          </p:nvSpPr>
          <p:spPr bwMode="auto">
            <a:xfrm flipH="1">
              <a:off x="4512" y="1488"/>
              <a:ext cx="288" cy="0"/>
            </a:xfrm>
            <a:prstGeom prst="line">
              <a:avLst/>
            </a:prstGeom>
            <a:noFill/>
            <a:ln w="19050">
              <a:solidFill>
                <a:srgbClr val="FF6600"/>
              </a:solidFill>
              <a:round/>
              <a:headEnd/>
              <a:tailEnd type="triangle" w="sm" len="lg"/>
            </a:ln>
            <a:effectLst/>
          </p:spPr>
          <p:txBody>
            <a:bodyPr wrap="none" anchor="ctr"/>
            <a:lstStyle/>
            <a:p>
              <a:endParaRPr lang="zh-CN" altLang="en-US" sz="2800"/>
            </a:p>
          </p:txBody>
        </p:sp>
        <p:graphicFrame>
          <p:nvGraphicFramePr>
            <p:cNvPr id="158758" name="Object 38"/>
            <p:cNvGraphicFramePr>
              <a:graphicFrameLocks noChangeAspect="1"/>
            </p:cNvGraphicFramePr>
            <p:nvPr/>
          </p:nvGraphicFramePr>
          <p:xfrm>
            <a:off x="4512" y="1488"/>
            <a:ext cx="273" cy="336"/>
          </p:xfrm>
          <a:graphic>
            <a:graphicData uri="http://schemas.openxmlformats.org/presentationml/2006/ole">
              <p:oleObj spid="_x0000_s989187" name="Equation" r:id="rId10" imgW="279360" imgH="34272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8723"/>
                                        </p:tgtEl>
                                        <p:attrNameLst>
                                          <p:attrName>style.visibility</p:attrName>
                                        </p:attrNameLst>
                                      </p:cBhvr>
                                      <p:to>
                                        <p:strVal val="visible"/>
                                      </p:to>
                                    </p:set>
                                    <p:animEffect transition="in" filter="blinds(horizontal)">
                                      <p:cBhvr>
                                        <p:cTn id="12" dur="500"/>
                                        <p:tgtEl>
                                          <p:spTgt spid="1587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58724"/>
                                        </p:tgtEl>
                                        <p:attrNameLst>
                                          <p:attrName>style.visibility</p:attrName>
                                        </p:attrNameLst>
                                      </p:cBhvr>
                                      <p:to>
                                        <p:strVal val="visible"/>
                                      </p:to>
                                    </p:set>
                                    <p:animEffect transition="in" filter="blinds(vertical)">
                                      <p:cBhvr>
                                        <p:cTn id="17" dur="500"/>
                                        <p:tgtEl>
                                          <p:spTgt spid="1587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2"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ppt_x</p:attrName>
                                        </p:attrNameLst>
                                      </p:cBhvr>
                                      <p:tavLst>
                                        <p:tav tm="0">
                                          <p:val>
                                            <p:strVal val="#ppt_x+#ppt_w/2"/>
                                          </p:val>
                                        </p:tav>
                                        <p:tav tm="100000">
                                          <p:val>
                                            <p:strVal val="#ppt_x"/>
                                          </p:val>
                                        </p:tav>
                                      </p:tavLst>
                                    </p:anim>
                                    <p:anim calcmode="lin" valueType="num">
                                      <p:cBhvr>
                                        <p:cTn id="28" dur="500" fill="hold"/>
                                        <p:tgtEl>
                                          <p:spTgt spid="7"/>
                                        </p:tgtEl>
                                        <p:attrNameLst>
                                          <p:attrName>ppt_y</p:attrName>
                                        </p:attrNameLst>
                                      </p:cBhvr>
                                      <p:tavLst>
                                        <p:tav tm="0">
                                          <p:val>
                                            <p:strVal val="#ppt_y"/>
                                          </p:val>
                                        </p:tav>
                                        <p:tav tm="100000">
                                          <p:val>
                                            <p:strVal val="#ppt_y"/>
                                          </p:val>
                                        </p:tav>
                                      </p:tavLst>
                                    </p:anim>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nodeType="clickEffect">
                                  <p:stCondLst>
                                    <p:cond delay="0"/>
                                  </p:stCondLst>
                                  <p:childTnLst>
                                    <p:set>
                                      <p:cBhvr>
                                        <p:cTn id="34" dur="1" fill="hold">
                                          <p:stCondLst>
                                            <p:cond delay="0"/>
                                          </p:stCondLst>
                                        </p:cTn>
                                        <p:tgtEl>
                                          <p:spTgt spid="158728"/>
                                        </p:tgtEl>
                                        <p:attrNameLst>
                                          <p:attrName>style.visibility</p:attrName>
                                        </p:attrNameLst>
                                      </p:cBhvr>
                                      <p:to>
                                        <p:strVal val="visible"/>
                                      </p:to>
                                    </p:set>
                                    <p:animEffect transition="in" filter="blinds(vertical)">
                                      <p:cBhvr>
                                        <p:cTn id="35" dur="500"/>
                                        <p:tgtEl>
                                          <p:spTgt spid="15872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58729"/>
                                        </p:tgtEl>
                                        <p:attrNameLst>
                                          <p:attrName>style.visibility</p:attrName>
                                        </p:attrNameLst>
                                      </p:cBhvr>
                                      <p:to>
                                        <p:strVal val="visible"/>
                                      </p:to>
                                    </p:set>
                                    <p:animEffect transition="in" filter="blinds(horizontal)">
                                      <p:cBhvr>
                                        <p:cTn id="40" dur="500"/>
                                        <p:tgtEl>
                                          <p:spTgt spid="15872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linds(horizontal)">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autoUpdateAnimBg="0"/>
      <p:bldP spid="158724" grpId="0" autoUpdateAnimBg="0"/>
      <p:bldP spid="15872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36"/>
          <p:cNvGrpSpPr>
            <a:grpSpLocks/>
          </p:cNvGrpSpPr>
          <p:nvPr/>
        </p:nvGrpSpPr>
        <p:grpSpPr bwMode="auto">
          <a:xfrm>
            <a:off x="1828800" y="3581400"/>
            <a:ext cx="5715000" cy="2908300"/>
            <a:chOff x="1152" y="2256"/>
            <a:chExt cx="3600" cy="1832"/>
          </a:xfrm>
        </p:grpSpPr>
        <p:sp>
          <p:nvSpPr>
            <p:cNvPr id="159751" name="Rectangle 7"/>
            <p:cNvSpPr>
              <a:spLocks noChangeArrowheads="1"/>
            </p:cNvSpPr>
            <p:nvPr/>
          </p:nvSpPr>
          <p:spPr bwMode="auto">
            <a:xfrm>
              <a:off x="1152" y="2256"/>
              <a:ext cx="3408" cy="1824"/>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grpSp>
          <p:nvGrpSpPr>
            <p:cNvPr id="3" name="Group 35"/>
            <p:cNvGrpSpPr>
              <a:grpSpLocks/>
            </p:cNvGrpSpPr>
            <p:nvPr/>
          </p:nvGrpSpPr>
          <p:grpSpPr bwMode="auto">
            <a:xfrm>
              <a:off x="1152" y="3750"/>
              <a:ext cx="3408" cy="338"/>
              <a:chOff x="1152" y="3750"/>
              <a:chExt cx="3408" cy="338"/>
            </a:xfrm>
          </p:grpSpPr>
          <p:sp>
            <p:nvSpPr>
              <p:cNvPr id="159748" name="Text Box 4"/>
              <p:cNvSpPr txBox="1">
                <a:spLocks noChangeArrowheads="1"/>
              </p:cNvSpPr>
              <p:nvPr/>
            </p:nvSpPr>
            <p:spPr bwMode="auto">
              <a:xfrm>
                <a:off x="1152" y="3753"/>
                <a:ext cx="3408" cy="333"/>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r>
                  <a:rPr lang="zh-CN" altLang="en-US" sz="2800">
                    <a:solidFill>
                      <a:srgbClr val="040000"/>
                    </a:solidFill>
                  </a:rPr>
                  <a:t>       电源的电动势     和内阻</a:t>
                </a:r>
                <a:r>
                  <a:rPr lang="zh-CN" altLang="en-US" sz="2800">
                    <a:solidFill>
                      <a:srgbClr val="1C1C1C"/>
                    </a:solidFill>
                  </a:rPr>
                  <a:t>   </a:t>
                </a:r>
              </a:p>
            </p:txBody>
          </p:sp>
          <p:graphicFrame>
            <p:nvGraphicFramePr>
              <p:cNvPr id="159749" name="Object 5"/>
              <p:cNvGraphicFramePr>
                <a:graphicFrameLocks noChangeAspect="1"/>
              </p:cNvGraphicFramePr>
              <p:nvPr/>
            </p:nvGraphicFramePr>
            <p:xfrm>
              <a:off x="2976" y="3792"/>
              <a:ext cx="288" cy="266"/>
            </p:xfrm>
            <a:graphic>
              <a:graphicData uri="http://schemas.openxmlformats.org/presentationml/2006/ole">
                <p:oleObj spid="_x0000_s990215" name="Equation" r:id="rId3" imgW="203040" imgH="215640" progId="Equation.3">
                  <p:embed/>
                </p:oleObj>
              </a:graphicData>
            </a:graphic>
          </p:graphicFrame>
          <p:graphicFrame>
            <p:nvGraphicFramePr>
              <p:cNvPr id="159750" name="Object 6"/>
              <p:cNvGraphicFramePr>
                <a:graphicFrameLocks noChangeAspect="1"/>
              </p:cNvGraphicFramePr>
              <p:nvPr/>
            </p:nvGraphicFramePr>
            <p:xfrm>
              <a:off x="3936" y="3750"/>
              <a:ext cx="336" cy="338"/>
            </p:xfrm>
            <a:graphic>
              <a:graphicData uri="http://schemas.openxmlformats.org/presentationml/2006/ole">
                <p:oleObj spid="_x0000_s990216" name="Equation" r:id="rId4" imgW="253800" imgH="330120" progId="Equation.3">
                  <p:embed/>
                </p:oleObj>
              </a:graphicData>
            </a:graphic>
          </p:graphicFrame>
        </p:grpSp>
        <p:graphicFrame>
          <p:nvGraphicFramePr>
            <p:cNvPr id="159752" name="Object 8"/>
            <p:cNvGraphicFramePr>
              <a:graphicFrameLocks noChangeAspect="1"/>
            </p:cNvGraphicFramePr>
            <p:nvPr/>
          </p:nvGraphicFramePr>
          <p:xfrm>
            <a:off x="2496" y="2400"/>
            <a:ext cx="308" cy="284"/>
          </p:xfrm>
          <a:graphic>
            <a:graphicData uri="http://schemas.openxmlformats.org/presentationml/2006/ole">
              <p:oleObj spid="_x0000_s990213" name="Equation" r:id="rId5" imgW="203040" imgH="215640" progId="Equation.3">
                <p:embed/>
              </p:oleObj>
            </a:graphicData>
          </a:graphic>
        </p:graphicFrame>
        <p:sp>
          <p:nvSpPr>
            <p:cNvPr id="159753" name="Oval 9"/>
            <p:cNvSpPr>
              <a:spLocks noChangeArrowheads="1"/>
            </p:cNvSpPr>
            <p:nvPr/>
          </p:nvSpPr>
          <p:spPr bwMode="auto">
            <a:xfrm>
              <a:off x="2112" y="2352"/>
              <a:ext cx="1584" cy="1008"/>
            </a:xfrm>
            <a:prstGeom prst="ellipse">
              <a:avLst/>
            </a:prstGeom>
            <a:noFill/>
            <a:ln w="22225">
              <a:solidFill>
                <a:srgbClr val="6666FF"/>
              </a:solidFill>
              <a:round/>
              <a:headEnd/>
              <a:tailEnd/>
            </a:ln>
            <a:effectLst/>
          </p:spPr>
          <p:txBody>
            <a:bodyPr wrap="none" anchor="ctr"/>
            <a:lstStyle/>
            <a:p>
              <a:endParaRPr lang="zh-CN" altLang="en-US" sz="2800"/>
            </a:p>
          </p:txBody>
        </p:sp>
        <p:sp>
          <p:nvSpPr>
            <p:cNvPr id="159754" name="Line 10"/>
            <p:cNvSpPr>
              <a:spLocks noChangeShapeType="1"/>
            </p:cNvSpPr>
            <p:nvPr/>
          </p:nvSpPr>
          <p:spPr bwMode="auto">
            <a:xfrm flipH="1">
              <a:off x="2496" y="2688"/>
              <a:ext cx="0" cy="528"/>
            </a:xfrm>
            <a:prstGeom prst="line">
              <a:avLst/>
            </a:prstGeom>
            <a:noFill/>
            <a:ln w="34925">
              <a:solidFill>
                <a:srgbClr val="FF0000"/>
              </a:solidFill>
              <a:round/>
              <a:headEnd/>
              <a:tailEnd/>
            </a:ln>
            <a:effectLst/>
          </p:spPr>
          <p:txBody>
            <a:bodyPr wrap="none"/>
            <a:lstStyle/>
            <a:p>
              <a:endParaRPr lang="zh-CN" altLang="en-US" sz="2800"/>
            </a:p>
          </p:txBody>
        </p:sp>
        <p:sp>
          <p:nvSpPr>
            <p:cNvPr id="159755" name="Line 11"/>
            <p:cNvSpPr>
              <a:spLocks noChangeShapeType="1"/>
            </p:cNvSpPr>
            <p:nvPr/>
          </p:nvSpPr>
          <p:spPr bwMode="auto">
            <a:xfrm>
              <a:off x="2784" y="2784"/>
              <a:ext cx="0" cy="336"/>
            </a:xfrm>
            <a:prstGeom prst="line">
              <a:avLst/>
            </a:prstGeom>
            <a:noFill/>
            <a:ln w="34925">
              <a:solidFill>
                <a:srgbClr val="FF0000"/>
              </a:solidFill>
              <a:round/>
              <a:headEnd/>
              <a:tailEnd/>
            </a:ln>
            <a:effectLst/>
          </p:spPr>
          <p:txBody>
            <a:bodyPr wrap="none"/>
            <a:lstStyle/>
            <a:p>
              <a:endParaRPr lang="zh-CN" altLang="en-US" sz="2800"/>
            </a:p>
          </p:txBody>
        </p:sp>
        <p:sp>
          <p:nvSpPr>
            <p:cNvPr id="159756" name="Line 12"/>
            <p:cNvSpPr>
              <a:spLocks noChangeShapeType="1"/>
            </p:cNvSpPr>
            <p:nvPr/>
          </p:nvSpPr>
          <p:spPr bwMode="auto">
            <a:xfrm>
              <a:off x="2688" y="2688"/>
              <a:ext cx="0" cy="528"/>
            </a:xfrm>
            <a:prstGeom prst="line">
              <a:avLst/>
            </a:prstGeom>
            <a:noFill/>
            <a:ln w="34925">
              <a:solidFill>
                <a:srgbClr val="FF0000"/>
              </a:solidFill>
              <a:round/>
              <a:headEnd/>
              <a:tailEnd/>
            </a:ln>
            <a:effectLst/>
          </p:spPr>
          <p:txBody>
            <a:bodyPr wrap="none"/>
            <a:lstStyle/>
            <a:p>
              <a:endParaRPr lang="zh-CN" altLang="en-US" sz="2800"/>
            </a:p>
          </p:txBody>
        </p:sp>
        <p:sp>
          <p:nvSpPr>
            <p:cNvPr id="159757" name="Line 13"/>
            <p:cNvSpPr>
              <a:spLocks noChangeShapeType="1"/>
            </p:cNvSpPr>
            <p:nvPr/>
          </p:nvSpPr>
          <p:spPr bwMode="auto">
            <a:xfrm>
              <a:off x="2592" y="2784"/>
              <a:ext cx="0" cy="336"/>
            </a:xfrm>
            <a:prstGeom prst="line">
              <a:avLst/>
            </a:prstGeom>
            <a:noFill/>
            <a:ln w="34925">
              <a:solidFill>
                <a:srgbClr val="FF0000"/>
              </a:solidFill>
              <a:round/>
              <a:headEnd/>
              <a:tailEnd/>
            </a:ln>
            <a:effectLst/>
          </p:spPr>
          <p:txBody>
            <a:bodyPr wrap="none"/>
            <a:lstStyle/>
            <a:p>
              <a:endParaRPr lang="zh-CN" altLang="en-US" sz="2800"/>
            </a:p>
          </p:txBody>
        </p:sp>
        <p:sp>
          <p:nvSpPr>
            <p:cNvPr id="159758" name="Line 14"/>
            <p:cNvSpPr>
              <a:spLocks noChangeShapeType="1"/>
            </p:cNvSpPr>
            <p:nvPr/>
          </p:nvSpPr>
          <p:spPr bwMode="auto">
            <a:xfrm>
              <a:off x="2784" y="2928"/>
              <a:ext cx="240" cy="0"/>
            </a:xfrm>
            <a:prstGeom prst="line">
              <a:avLst/>
            </a:prstGeom>
            <a:noFill/>
            <a:ln w="19050">
              <a:solidFill>
                <a:srgbClr val="008000"/>
              </a:solidFill>
              <a:round/>
              <a:headEnd/>
              <a:tailEnd/>
            </a:ln>
            <a:effectLst/>
          </p:spPr>
          <p:txBody>
            <a:bodyPr wrap="none"/>
            <a:lstStyle/>
            <a:p>
              <a:endParaRPr lang="zh-CN" altLang="en-US" sz="2800"/>
            </a:p>
          </p:txBody>
        </p:sp>
        <p:sp>
          <p:nvSpPr>
            <p:cNvPr id="159759" name="Rectangle 15"/>
            <p:cNvSpPr>
              <a:spLocks noChangeArrowheads="1"/>
            </p:cNvSpPr>
            <p:nvPr/>
          </p:nvSpPr>
          <p:spPr bwMode="auto">
            <a:xfrm>
              <a:off x="3024" y="2832"/>
              <a:ext cx="432" cy="192"/>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9525">
              <a:solidFill>
                <a:srgbClr val="333333"/>
              </a:solidFill>
              <a:miter lim="800000"/>
              <a:headEnd/>
              <a:tailEnd/>
            </a:ln>
            <a:effectLst/>
          </p:spPr>
          <p:txBody>
            <a:bodyPr wrap="none" anchor="ctr"/>
            <a:lstStyle/>
            <a:p>
              <a:endParaRPr lang="zh-CN" altLang="en-US" sz="2800"/>
            </a:p>
          </p:txBody>
        </p:sp>
        <p:sp>
          <p:nvSpPr>
            <p:cNvPr id="159760" name="Line 16"/>
            <p:cNvSpPr>
              <a:spLocks noChangeShapeType="1"/>
            </p:cNvSpPr>
            <p:nvPr/>
          </p:nvSpPr>
          <p:spPr bwMode="auto">
            <a:xfrm>
              <a:off x="3456" y="2928"/>
              <a:ext cx="960" cy="0"/>
            </a:xfrm>
            <a:prstGeom prst="line">
              <a:avLst/>
            </a:prstGeom>
            <a:noFill/>
            <a:ln w="19050">
              <a:solidFill>
                <a:srgbClr val="008000"/>
              </a:solidFill>
              <a:round/>
              <a:headEnd/>
              <a:tailEnd/>
            </a:ln>
            <a:effectLst/>
          </p:spPr>
          <p:txBody>
            <a:bodyPr wrap="none"/>
            <a:lstStyle/>
            <a:p>
              <a:endParaRPr lang="zh-CN" altLang="en-US" sz="2800"/>
            </a:p>
          </p:txBody>
        </p:sp>
        <p:sp>
          <p:nvSpPr>
            <p:cNvPr id="159761" name="Line 17"/>
            <p:cNvSpPr>
              <a:spLocks noChangeShapeType="1"/>
            </p:cNvSpPr>
            <p:nvPr/>
          </p:nvSpPr>
          <p:spPr bwMode="auto">
            <a:xfrm flipH="1">
              <a:off x="1440" y="2928"/>
              <a:ext cx="1056" cy="0"/>
            </a:xfrm>
            <a:prstGeom prst="line">
              <a:avLst/>
            </a:prstGeom>
            <a:noFill/>
            <a:ln w="19050">
              <a:solidFill>
                <a:srgbClr val="008000"/>
              </a:solidFill>
              <a:round/>
              <a:headEnd/>
              <a:tailEnd/>
            </a:ln>
            <a:effectLst/>
          </p:spPr>
          <p:txBody>
            <a:bodyPr wrap="none"/>
            <a:lstStyle/>
            <a:p>
              <a:endParaRPr lang="zh-CN" altLang="en-US" sz="2800"/>
            </a:p>
          </p:txBody>
        </p:sp>
        <p:sp>
          <p:nvSpPr>
            <p:cNvPr id="159762" name="Text Box 18"/>
            <p:cNvSpPr txBox="1">
              <a:spLocks noChangeArrowheads="1"/>
            </p:cNvSpPr>
            <p:nvPr/>
          </p:nvSpPr>
          <p:spPr bwMode="auto">
            <a:xfrm>
              <a:off x="2160" y="2816"/>
              <a:ext cx="229" cy="330"/>
            </a:xfrm>
            <a:prstGeom prst="rect">
              <a:avLst/>
            </a:prstGeom>
            <a:noFill/>
            <a:ln w="19050">
              <a:noFill/>
              <a:miter lim="800000"/>
              <a:headEnd/>
              <a:tailEnd/>
            </a:ln>
            <a:effectLst/>
          </p:spPr>
          <p:txBody>
            <a:bodyPr wrap="none">
              <a:spAutoFit/>
            </a:bodyPr>
            <a:lstStyle/>
            <a:p>
              <a:r>
                <a:rPr lang="zh-CN" altLang="en-US" sz="2800">
                  <a:solidFill>
                    <a:srgbClr val="FF0066"/>
                  </a:solidFill>
                </a:rPr>
                <a:t>*</a:t>
              </a:r>
            </a:p>
          </p:txBody>
        </p:sp>
        <p:sp>
          <p:nvSpPr>
            <p:cNvPr id="159763" name="Text Box 19"/>
            <p:cNvSpPr txBox="1">
              <a:spLocks noChangeArrowheads="1"/>
            </p:cNvSpPr>
            <p:nvPr/>
          </p:nvSpPr>
          <p:spPr bwMode="auto">
            <a:xfrm>
              <a:off x="3504" y="2784"/>
              <a:ext cx="229" cy="330"/>
            </a:xfrm>
            <a:prstGeom prst="rect">
              <a:avLst/>
            </a:prstGeom>
            <a:noFill/>
            <a:ln w="9525">
              <a:noFill/>
              <a:miter lim="800000"/>
              <a:headEnd/>
              <a:tailEnd/>
            </a:ln>
            <a:effectLst/>
          </p:spPr>
          <p:txBody>
            <a:bodyPr wrap="none">
              <a:spAutoFit/>
            </a:bodyPr>
            <a:lstStyle/>
            <a:p>
              <a:r>
                <a:rPr lang="zh-CN" altLang="en-US" sz="2800">
                  <a:solidFill>
                    <a:srgbClr val="FF0066"/>
                  </a:solidFill>
                </a:rPr>
                <a:t>*</a:t>
              </a:r>
            </a:p>
          </p:txBody>
        </p:sp>
        <p:sp>
          <p:nvSpPr>
            <p:cNvPr id="159764" name="Line 20"/>
            <p:cNvSpPr>
              <a:spLocks noChangeShapeType="1"/>
            </p:cNvSpPr>
            <p:nvPr/>
          </p:nvSpPr>
          <p:spPr bwMode="auto">
            <a:xfrm>
              <a:off x="2928" y="3360"/>
              <a:ext cx="384" cy="200"/>
            </a:xfrm>
            <a:prstGeom prst="line">
              <a:avLst/>
            </a:prstGeom>
            <a:noFill/>
            <a:ln w="19050">
              <a:solidFill>
                <a:srgbClr val="FF0066"/>
              </a:solidFill>
              <a:round/>
              <a:headEnd type="triangle" w="sm" len="lg"/>
              <a:tailEnd/>
            </a:ln>
            <a:effectLst/>
          </p:spPr>
          <p:txBody>
            <a:bodyPr wrap="none"/>
            <a:lstStyle/>
            <a:p>
              <a:endParaRPr lang="zh-CN" altLang="en-US" sz="2800"/>
            </a:p>
          </p:txBody>
        </p:sp>
        <p:sp>
          <p:nvSpPr>
            <p:cNvPr id="159765" name="Text Box 21"/>
            <p:cNvSpPr txBox="1">
              <a:spLocks noChangeArrowheads="1"/>
            </p:cNvSpPr>
            <p:nvPr/>
          </p:nvSpPr>
          <p:spPr bwMode="auto">
            <a:xfrm>
              <a:off x="1296" y="3176"/>
              <a:ext cx="856" cy="327"/>
            </a:xfrm>
            <a:prstGeom prst="rect">
              <a:avLst/>
            </a:prstGeom>
            <a:noFill/>
            <a:ln w="9525">
              <a:noFill/>
              <a:miter lim="800000"/>
              <a:headEnd/>
              <a:tailEnd/>
            </a:ln>
            <a:effectLst/>
          </p:spPr>
          <p:txBody>
            <a:bodyPr>
              <a:spAutoFit/>
            </a:bodyPr>
            <a:lstStyle/>
            <a:p>
              <a:r>
                <a:rPr lang="zh-CN" altLang="en-US" sz="2800">
                  <a:solidFill>
                    <a:srgbClr val="CC0000"/>
                  </a:solidFill>
                </a:rPr>
                <a:t>正</a:t>
              </a:r>
              <a:r>
                <a:rPr lang="zh-CN" altLang="en-US" sz="2800">
                  <a:solidFill>
                    <a:srgbClr val="040000"/>
                  </a:solidFill>
                </a:rPr>
                <a:t>极</a:t>
              </a:r>
            </a:p>
          </p:txBody>
        </p:sp>
        <p:sp>
          <p:nvSpPr>
            <p:cNvPr id="159766" name="Text Box 22"/>
            <p:cNvSpPr txBox="1">
              <a:spLocks noChangeArrowheads="1"/>
            </p:cNvSpPr>
            <p:nvPr/>
          </p:nvSpPr>
          <p:spPr bwMode="auto">
            <a:xfrm>
              <a:off x="3926" y="3080"/>
              <a:ext cx="826" cy="327"/>
            </a:xfrm>
            <a:prstGeom prst="rect">
              <a:avLst/>
            </a:prstGeom>
            <a:noFill/>
            <a:ln w="9525">
              <a:noFill/>
              <a:miter lim="800000"/>
              <a:headEnd/>
              <a:tailEnd/>
            </a:ln>
            <a:effectLst/>
          </p:spPr>
          <p:txBody>
            <a:bodyPr>
              <a:spAutoFit/>
            </a:bodyPr>
            <a:lstStyle/>
            <a:p>
              <a:r>
                <a:rPr lang="zh-CN" altLang="en-US" sz="2800">
                  <a:solidFill>
                    <a:srgbClr val="0000FF"/>
                  </a:solidFill>
                </a:rPr>
                <a:t>负</a:t>
              </a:r>
              <a:r>
                <a:rPr lang="zh-CN" altLang="en-US" sz="2800">
                  <a:solidFill>
                    <a:srgbClr val="040000"/>
                  </a:solidFill>
                </a:rPr>
                <a:t>极</a:t>
              </a:r>
            </a:p>
          </p:txBody>
        </p:sp>
        <p:sp>
          <p:nvSpPr>
            <p:cNvPr id="159767" name="Text Box 23"/>
            <p:cNvSpPr txBox="1">
              <a:spLocks noChangeArrowheads="1"/>
            </p:cNvSpPr>
            <p:nvPr/>
          </p:nvSpPr>
          <p:spPr bwMode="auto">
            <a:xfrm>
              <a:off x="3264" y="3360"/>
              <a:ext cx="960" cy="327"/>
            </a:xfrm>
            <a:prstGeom prst="rect">
              <a:avLst/>
            </a:prstGeom>
            <a:noFill/>
            <a:ln w="9525">
              <a:noFill/>
              <a:miter lim="800000"/>
              <a:headEnd/>
              <a:tailEnd/>
            </a:ln>
            <a:effectLst/>
          </p:spPr>
          <p:txBody>
            <a:bodyPr>
              <a:spAutoFit/>
            </a:bodyPr>
            <a:lstStyle/>
            <a:p>
              <a:r>
                <a:rPr lang="zh-CN" altLang="en-US" sz="2800">
                  <a:solidFill>
                    <a:srgbClr val="CC0000"/>
                  </a:solidFill>
                </a:rPr>
                <a:t>电源</a:t>
              </a:r>
            </a:p>
          </p:txBody>
        </p:sp>
        <p:sp>
          <p:nvSpPr>
            <p:cNvPr id="159768" name="Text Box 24"/>
            <p:cNvSpPr txBox="1">
              <a:spLocks noChangeArrowheads="1"/>
            </p:cNvSpPr>
            <p:nvPr/>
          </p:nvSpPr>
          <p:spPr bwMode="auto">
            <a:xfrm>
              <a:off x="2256" y="2688"/>
              <a:ext cx="229" cy="330"/>
            </a:xfrm>
            <a:prstGeom prst="rect">
              <a:avLst/>
            </a:prstGeom>
            <a:noFill/>
            <a:ln w="9525">
              <a:noFill/>
              <a:miter lim="800000"/>
              <a:headEnd/>
              <a:tailEnd/>
            </a:ln>
            <a:effectLst/>
          </p:spPr>
          <p:txBody>
            <a:bodyPr wrap="none">
              <a:spAutoFit/>
            </a:bodyPr>
            <a:lstStyle/>
            <a:p>
              <a:r>
                <a:rPr lang="zh-CN" altLang="en-US" sz="2800">
                  <a:solidFill>
                    <a:srgbClr val="1C1C1C"/>
                  </a:solidFill>
                </a:rPr>
                <a:t>+</a:t>
              </a:r>
            </a:p>
          </p:txBody>
        </p:sp>
        <p:sp>
          <p:nvSpPr>
            <p:cNvPr id="159769" name="Text Box 25"/>
            <p:cNvSpPr txBox="1">
              <a:spLocks noChangeArrowheads="1"/>
            </p:cNvSpPr>
            <p:nvPr/>
          </p:nvSpPr>
          <p:spPr bwMode="auto">
            <a:xfrm>
              <a:off x="2784" y="2544"/>
              <a:ext cx="228" cy="327"/>
            </a:xfrm>
            <a:prstGeom prst="rect">
              <a:avLst/>
            </a:prstGeom>
            <a:noFill/>
            <a:ln w="9525">
              <a:noFill/>
              <a:miter lim="800000"/>
              <a:headEnd/>
              <a:tailEnd/>
            </a:ln>
            <a:effectLst/>
          </p:spPr>
          <p:txBody>
            <a:bodyPr wrap="none">
              <a:spAutoFit/>
            </a:bodyPr>
            <a:lstStyle/>
            <a:p>
              <a:r>
                <a:rPr lang="zh-CN" altLang="en-US" sz="2800">
                  <a:solidFill>
                    <a:srgbClr val="1C1C1C"/>
                  </a:solidFill>
                </a:rPr>
                <a:t>_</a:t>
              </a:r>
            </a:p>
          </p:txBody>
        </p:sp>
        <p:graphicFrame>
          <p:nvGraphicFramePr>
            <p:cNvPr id="159770" name="Object 26"/>
            <p:cNvGraphicFramePr>
              <a:graphicFrameLocks noChangeAspect="1"/>
            </p:cNvGraphicFramePr>
            <p:nvPr/>
          </p:nvGraphicFramePr>
          <p:xfrm>
            <a:off x="3120" y="2496"/>
            <a:ext cx="265" cy="344"/>
          </p:xfrm>
          <a:graphic>
            <a:graphicData uri="http://schemas.openxmlformats.org/presentationml/2006/ole">
              <p:oleObj spid="_x0000_s990214" name="Equation" r:id="rId6" imgW="253800" imgH="330120" progId="Equation.3">
                <p:embed/>
              </p:oleObj>
            </a:graphicData>
          </a:graphic>
        </p:graphicFrame>
        <p:sp>
          <p:nvSpPr>
            <p:cNvPr id="159771" name="Line 27"/>
            <p:cNvSpPr>
              <a:spLocks noChangeShapeType="1"/>
            </p:cNvSpPr>
            <p:nvPr/>
          </p:nvSpPr>
          <p:spPr bwMode="auto">
            <a:xfrm flipH="1">
              <a:off x="1776" y="2936"/>
              <a:ext cx="480" cy="384"/>
            </a:xfrm>
            <a:prstGeom prst="line">
              <a:avLst/>
            </a:prstGeom>
            <a:noFill/>
            <a:ln w="19050">
              <a:solidFill>
                <a:srgbClr val="D60093"/>
              </a:solidFill>
              <a:round/>
              <a:headEnd type="triangle" w="sm" len="lg"/>
              <a:tailEnd/>
            </a:ln>
            <a:effectLst/>
          </p:spPr>
          <p:txBody>
            <a:bodyPr wrap="none"/>
            <a:lstStyle/>
            <a:p>
              <a:endParaRPr lang="zh-CN" altLang="en-US" sz="2800"/>
            </a:p>
          </p:txBody>
        </p:sp>
        <p:sp>
          <p:nvSpPr>
            <p:cNvPr id="159772" name="Line 28"/>
            <p:cNvSpPr>
              <a:spLocks noChangeShapeType="1"/>
            </p:cNvSpPr>
            <p:nvPr/>
          </p:nvSpPr>
          <p:spPr bwMode="auto">
            <a:xfrm>
              <a:off x="3648" y="2928"/>
              <a:ext cx="336" cy="336"/>
            </a:xfrm>
            <a:prstGeom prst="line">
              <a:avLst/>
            </a:prstGeom>
            <a:noFill/>
            <a:ln w="19050">
              <a:solidFill>
                <a:srgbClr val="0000FF"/>
              </a:solidFill>
              <a:round/>
              <a:headEnd type="triangle" w="sm" len="lg"/>
              <a:tailEnd/>
            </a:ln>
            <a:effectLst/>
          </p:spPr>
          <p:txBody>
            <a:bodyPr wrap="none"/>
            <a:lstStyle/>
            <a:p>
              <a:endParaRPr lang="zh-CN" altLang="en-US" sz="2800"/>
            </a:p>
          </p:txBody>
        </p:sp>
      </p:grpSp>
      <p:graphicFrame>
        <p:nvGraphicFramePr>
          <p:cNvPr id="159773" name="Object 29"/>
          <p:cNvGraphicFramePr>
            <a:graphicFrameLocks noChangeAspect="1"/>
          </p:cNvGraphicFramePr>
          <p:nvPr/>
        </p:nvGraphicFramePr>
        <p:xfrm>
          <a:off x="803275" y="685800"/>
          <a:ext cx="4260850" cy="950913"/>
        </p:xfrm>
        <a:graphic>
          <a:graphicData uri="http://schemas.openxmlformats.org/presentationml/2006/ole">
            <p:oleObj spid="_x0000_s990210" name="Equation" r:id="rId7" imgW="1536480" imgH="304560" progId="Equation.3">
              <p:embed/>
            </p:oleObj>
          </a:graphicData>
        </a:graphic>
      </p:graphicFrame>
      <p:graphicFrame>
        <p:nvGraphicFramePr>
          <p:cNvPr id="159774" name="Object 30"/>
          <p:cNvGraphicFramePr>
            <a:graphicFrameLocks noChangeAspect="1"/>
          </p:cNvGraphicFramePr>
          <p:nvPr/>
        </p:nvGraphicFramePr>
        <p:xfrm>
          <a:off x="5638800" y="685800"/>
          <a:ext cx="2743200" cy="763588"/>
        </p:xfrm>
        <a:graphic>
          <a:graphicData uri="http://schemas.openxmlformats.org/presentationml/2006/ole">
            <p:oleObj spid="_x0000_s990211" name="Equation" r:id="rId8" imgW="939600" imgH="253800" progId="Equation.3">
              <p:embed/>
            </p:oleObj>
          </a:graphicData>
        </a:graphic>
      </p:graphicFrame>
      <p:sp>
        <p:nvSpPr>
          <p:cNvPr id="159775" name="Text Box 31"/>
          <p:cNvSpPr txBox="1">
            <a:spLocks noChangeArrowheads="1"/>
          </p:cNvSpPr>
          <p:nvPr/>
        </p:nvSpPr>
        <p:spPr bwMode="auto">
          <a:xfrm>
            <a:off x="533400" y="2463800"/>
            <a:ext cx="8382000" cy="1117600"/>
          </a:xfrm>
          <a:prstGeom prst="rect">
            <a:avLst/>
          </a:prstGeom>
          <a:noFill/>
          <a:ln w="9525">
            <a:noFill/>
            <a:miter lim="800000"/>
            <a:headEnd/>
            <a:tailEnd/>
          </a:ln>
          <a:effectLst/>
        </p:spPr>
        <p:txBody>
          <a:bodyPr>
            <a:spAutoFit/>
          </a:bodyPr>
          <a:lstStyle/>
          <a:p>
            <a:pPr>
              <a:lnSpc>
                <a:spcPct val="120000"/>
              </a:lnSpc>
              <a:spcBef>
                <a:spcPct val="50000"/>
              </a:spcBef>
              <a:buFontTx/>
              <a:buBlip>
                <a:blip r:embed="rId9"/>
              </a:buBlip>
            </a:pPr>
            <a:r>
              <a:rPr lang="zh-CN" altLang="en-US" sz="2800">
                <a:solidFill>
                  <a:srgbClr val="1C1C1C"/>
                </a:solidFill>
              </a:rPr>
              <a:t>     </a:t>
            </a:r>
            <a:r>
              <a:rPr lang="zh-CN" altLang="en-US" sz="2800"/>
              <a:t>电源电动势大小</a:t>
            </a:r>
            <a:r>
              <a:rPr lang="zh-CN" altLang="en-US" sz="2800">
                <a:solidFill>
                  <a:srgbClr val="1C1C1C"/>
                </a:solidFill>
              </a:rPr>
              <a:t>等于将单位正电荷从负极经电源内部移至正极时非静电力所作的功.</a:t>
            </a:r>
          </a:p>
        </p:txBody>
      </p:sp>
      <p:grpSp>
        <p:nvGrpSpPr>
          <p:cNvPr id="4" name="Group 32"/>
          <p:cNvGrpSpPr>
            <a:grpSpLocks/>
          </p:cNvGrpSpPr>
          <p:nvPr/>
        </p:nvGrpSpPr>
        <p:grpSpPr bwMode="auto">
          <a:xfrm>
            <a:off x="877888" y="1600200"/>
            <a:ext cx="7007225" cy="914400"/>
            <a:chOff x="553" y="912"/>
            <a:chExt cx="4414" cy="576"/>
          </a:xfrm>
        </p:grpSpPr>
        <p:graphicFrame>
          <p:nvGraphicFramePr>
            <p:cNvPr id="159777" name="Object 33"/>
            <p:cNvGraphicFramePr>
              <a:graphicFrameLocks noChangeAspect="1"/>
            </p:cNvGraphicFramePr>
            <p:nvPr/>
          </p:nvGraphicFramePr>
          <p:xfrm>
            <a:off x="553" y="912"/>
            <a:ext cx="4414" cy="576"/>
          </p:xfrm>
          <a:graphic>
            <a:graphicData uri="http://schemas.openxmlformats.org/presentationml/2006/ole">
              <p:oleObj spid="_x0000_s990212" name="Equation" r:id="rId10" imgW="2425680" imgH="304560" progId="Equation.3">
                <p:embed/>
              </p:oleObj>
            </a:graphicData>
          </a:graphic>
        </p:graphicFrame>
        <p:sp>
          <p:nvSpPr>
            <p:cNvPr id="159778" name="Rectangle 34"/>
            <p:cNvSpPr>
              <a:spLocks noChangeArrowheads="1"/>
            </p:cNvSpPr>
            <p:nvPr/>
          </p:nvSpPr>
          <p:spPr bwMode="auto">
            <a:xfrm>
              <a:off x="867" y="1019"/>
              <a:ext cx="1942" cy="327"/>
            </a:xfrm>
            <a:prstGeom prst="rect">
              <a:avLst/>
            </a:prstGeom>
            <a:noFill/>
            <a:ln w="9525">
              <a:noFill/>
              <a:miter lim="800000"/>
              <a:headEnd/>
              <a:tailEnd/>
            </a:ln>
            <a:effectLst/>
          </p:spPr>
          <p:txBody>
            <a:bodyPr>
              <a:spAutoFit/>
            </a:bodyPr>
            <a:lstStyle/>
            <a:p>
              <a:r>
                <a:rPr lang="zh-CN" altLang="en-US" sz="2800">
                  <a:solidFill>
                    <a:srgbClr val="CC0000"/>
                  </a:solidFill>
                </a:rPr>
                <a:t>电源电动势</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9774"/>
                                        </p:tgtEl>
                                        <p:attrNameLst>
                                          <p:attrName>style.visibility</p:attrName>
                                        </p:attrNameLst>
                                      </p:cBhvr>
                                      <p:to>
                                        <p:strVal val="visible"/>
                                      </p:to>
                                    </p:set>
                                    <p:animEffect transition="in" filter="blinds(horizontal)">
                                      <p:cBhvr>
                                        <p:cTn id="7" dur="500"/>
                                        <p:tgtEl>
                                          <p:spTgt spid="1597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9775"/>
                                        </p:tgtEl>
                                        <p:attrNameLst>
                                          <p:attrName>style.visibility</p:attrName>
                                        </p:attrNameLst>
                                      </p:cBhvr>
                                      <p:to>
                                        <p:strVal val="visible"/>
                                      </p:to>
                                    </p:set>
                                    <p:animEffect transition="in" filter="blinds(horizontal)">
                                      <p:cBhvr>
                                        <p:cTn id="17" dur="500"/>
                                        <p:tgtEl>
                                          <p:spTgt spid="15977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7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8" name="Text Box 12"/>
          <p:cNvSpPr txBox="1">
            <a:spLocks noChangeArrowheads="1"/>
          </p:cNvSpPr>
          <p:nvPr/>
        </p:nvSpPr>
        <p:spPr bwMode="auto">
          <a:xfrm>
            <a:off x="457200" y="1233487"/>
            <a:ext cx="2743200"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一   磁 场</a:t>
            </a:r>
          </a:p>
        </p:txBody>
      </p:sp>
      <p:sp>
        <p:nvSpPr>
          <p:cNvPr id="157709" name="Rectangle 13"/>
          <p:cNvSpPr>
            <a:spLocks noChangeArrowheads="1"/>
          </p:cNvSpPr>
          <p:nvPr/>
        </p:nvSpPr>
        <p:spPr bwMode="auto">
          <a:xfrm>
            <a:off x="6553200" y="2133600"/>
            <a:ext cx="1447800" cy="528637"/>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wrap="square">
            <a:spAutoFit/>
          </a:bodyPr>
          <a:lstStyle/>
          <a:p>
            <a:pPr algn="ctr">
              <a:spcBef>
                <a:spcPct val="50000"/>
              </a:spcBef>
            </a:pPr>
            <a:r>
              <a:rPr lang="zh-CN" altLang="en-US" sz="2800" dirty="0" smtClean="0">
                <a:solidFill>
                  <a:schemeClr val="tx1"/>
                </a:solidFill>
              </a:rPr>
              <a:t>电</a:t>
            </a:r>
            <a:r>
              <a:rPr lang="zh-CN" altLang="en-US" sz="2800" dirty="0">
                <a:solidFill>
                  <a:schemeClr val="tx1"/>
                </a:solidFill>
              </a:rPr>
              <a:t>荷</a:t>
            </a:r>
          </a:p>
        </p:txBody>
      </p:sp>
      <p:sp>
        <p:nvSpPr>
          <p:cNvPr id="157710" name="Rectangle 14"/>
          <p:cNvSpPr>
            <a:spLocks noChangeArrowheads="1"/>
          </p:cNvSpPr>
          <p:nvPr/>
        </p:nvSpPr>
        <p:spPr bwMode="auto">
          <a:xfrm>
            <a:off x="1371600" y="2133600"/>
            <a:ext cx="1447800" cy="528637"/>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wrap="square">
            <a:spAutoFit/>
          </a:bodyPr>
          <a:lstStyle/>
          <a:p>
            <a:pPr algn="ctr">
              <a:spcBef>
                <a:spcPct val="50000"/>
              </a:spcBef>
            </a:pPr>
            <a:r>
              <a:rPr lang="zh-CN" altLang="en-US" sz="2800" dirty="0" smtClean="0">
                <a:solidFill>
                  <a:schemeClr val="tx1"/>
                </a:solidFill>
              </a:rPr>
              <a:t>电</a:t>
            </a:r>
            <a:r>
              <a:rPr lang="zh-CN" altLang="en-US" sz="2800" dirty="0">
                <a:solidFill>
                  <a:schemeClr val="tx1"/>
                </a:solidFill>
              </a:rPr>
              <a:t>荷</a:t>
            </a:r>
          </a:p>
        </p:txBody>
      </p:sp>
      <p:grpSp>
        <p:nvGrpSpPr>
          <p:cNvPr id="6" name="Group 46"/>
          <p:cNvGrpSpPr>
            <a:grpSpLocks/>
          </p:cNvGrpSpPr>
          <p:nvPr/>
        </p:nvGrpSpPr>
        <p:grpSpPr bwMode="auto">
          <a:xfrm>
            <a:off x="3124200" y="2133600"/>
            <a:ext cx="3200400" cy="609600"/>
            <a:chOff x="2016" y="912"/>
            <a:chExt cx="2016" cy="384"/>
          </a:xfrm>
        </p:grpSpPr>
        <p:sp>
          <p:nvSpPr>
            <p:cNvPr id="157712" name="Rectangle 16"/>
            <p:cNvSpPr>
              <a:spLocks noChangeArrowheads="1"/>
            </p:cNvSpPr>
            <p:nvPr/>
          </p:nvSpPr>
          <p:spPr bwMode="auto">
            <a:xfrm>
              <a:off x="2544" y="912"/>
              <a:ext cx="960" cy="384"/>
            </a:xfrm>
            <a:prstGeom prst="rect">
              <a:avLst/>
            </a:prstGeom>
            <a:gradFill rotWithShape="0">
              <a:gsLst>
                <a:gs pos="0">
                  <a:srgbClr val="FFF7FD"/>
                </a:gs>
                <a:gs pos="50000">
                  <a:srgbClr val="FFFFFF"/>
                </a:gs>
                <a:gs pos="100000">
                  <a:srgbClr val="FFF7FD"/>
                </a:gs>
              </a:gsLst>
              <a:lin ang="5400000" scaled="1"/>
            </a:gradFill>
            <a:ln w="9525">
              <a:solidFill>
                <a:srgbClr val="D60093"/>
              </a:solidFill>
              <a:miter lim="800000"/>
              <a:headEnd/>
              <a:tailEnd/>
            </a:ln>
            <a:effectLst/>
          </p:spPr>
          <p:txBody>
            <a:bodyPr wrap="none" anchor="ctr"/>
            <a:lstStyle/>
            <a:p>
              <a:endParaRPr lang="zh-CN" altLang="en-US" sz="2800"/>
            </a:p>
          </p:txBody>
        </p:sp>
        <p:sp>
          <p:nvSpPr>
            <p:cNvPr id="157713" name="Text Box 17"/>
            <p:cNvSpPr txBox="1">
              <a:spLocks noChangeArrowheads="1"/>
            </p:cNvSpPr>
            <p:nvPr/>
          </p:nvSpPr>
          <p:spPr bwMode="auto">
            <a:xfrm>
              <a:off x="2640" y="921"/>
              <a:ext cx="912" cy="327"/>
            </a:xfrm>
            <a:prstGeom prst="rect">
              <a:avLst/>
            </a:prstGeom>
            <a:noFill/>
            <a:ln w="9525">
              <a:noFill/>
              <a:miter lim="800000"/>
              <a:headEnd/>
              <a:tailEnd/>
            </a:ln>
            <a:effectLst/>
          </p:spPr>
          <p:txBody>
            <a:bodyPr>
              <a:spAutoFit/>
            </a:bodyPr>
            <a:lstStyle/>
            <a:p>
              <a:pPr>
                <a:spcBef>
                  <a:spcPct val="50000"/>
                </a:spcBef>
              </a:pPr>
              <a:r>
                <a:rPr lang="zh-CN" altLang="en-US" sz="2800" dirty="0" smtClean="0"/>
                <a:t>静电</a:t>
              </a:r>
              <a:r>
                <a:rPr lang="zh-CN" altLang="en-US" sz="2800" dirty="0" smtClean="0">
                  <a:solidFill>
                    <a:schemeClr val="tx1"/>
                  </a:solidFill>
                </a:rPr>
                <a:t>场</a:t>
              </a:r>
              <a:endParaRPr lang="zh-CN" altLang="en-US" sz="2800" dirty="0">
                <a:solidFill>
                  <a:schemeClr val="tx1"/>
                </a:solidFill>
              </a:endParaRPr>
            </a:p>
          </p:txBody>
        </p:sp>
        <p:sp>
          <p:nvSpPr>
            <p:cNvPr id="157714" name="AutoShape 18"/>
            <p:cNvSpPr>
              <a:spLocks noChangeArrowheads="1"/>
            </p:cNvSpPr>
            <p:nvPr/>
          </p:nvSpPr>
          <p:spPr bwMode="auto">
            <a:xfrm>
              <a:off x="3600" y="1056"/>
              <a:ext cx="432" cy="96"/>
            </a:xfrm>
            <a:prstGeom prst="leftRightArrow">
              <a:avLst>
                <a:gd name="adj1" fmla="val 50000"/>
                <a:gd name="adj2" fmla="val 90000"/>
              </a:avLst>
            </a:prstGeom>
            <a:solidFill>
              <a:schemeClr val="folHlink"/>
            </a:solidFill>
            <a:ln w="38100">
              <a:solidFill>
                <a:srgbClr val="FF0000"/>
              </a:solidFill>
              <a:miter lim="800000"/>
              <a:headEnd/>
              <a:tailEnd/>
            </a:ln>
            <a:effectLst/>
          </p:spPr>
          <p:txBody>
            <a:bodyPr wrap="none" anchor="ctr"/>
            <a:lstStyle/>
            <a:p>
              <a:endParaRPr lang="zh-CN" altLang="en-US" sz="2800"/>
            </a:p>
          </p:txBody>
        </p:sp>
        <p:sp>
          <p:nvSpPr>
            <p:cNvPr id="157715" name="AutoShape 19"/>
            <p:cNvSpPr>
              <a:spLocks noChangeArrowheads="1"/>
            </p:cNvSpPr>
            <p:nvPr/>
          </p:nvSpPr>
          <p:spPr bwMode="auto">
            <a:xfrm>
              <a:off x="2016" y="1056"/>
              <a:ext cx="432" cy="96"/>
            </a:xfrm>
            <a:prstGeom prst="leftRightArrow">
              <a:avLst>
                <a:gd name="adj1" fmla="val 50000"/>
                <a:gd name="adj2" fmla="val 90000"/>
              </a:avLst>
            </a:prstGeom>
            <a:solidFill>
              <a:schemeClr val="folHlink"/>
            </a:solidFill>
            <a:ln w="38100">
              <a:solidFill>
                <a:srgbClr val="FF0000"/>
              </a:solidFill>
              <a:miter lim="800000"/>
              <a:headEnd/>
              <a:tailEnd/>
            </a:ln>
            <a:effectLst/>
          </p:spPr>
          <p:txBody>
            <a:bodyPr wrap="none" anchor="ctr"/>
            <a:lstStyle/>
            <a:p>
              <a:endParaRPr lang="zh-CN" altLang="en-US" sz="2800"/>
            </a:p>
          </p:txBody>
        </p:sp>
      </p:grpSp>
      <p:sp>
        <p:nvSpPr>
          <p:cNvPr id="52" name="Rectangle 16"/>
          <p:cNvSpPr>
            <a:spLocks noChangeArrowheads="1"/>
          </p:cNvSpPr>
          <p:nvPr/>
        </p:nvSpPr>
        <p:spPr bwMode="auto">
          <a:xfrm>
            <a:off x="152400" y="381000"/>
            <a:ext cx="51816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-3 </a:t>
            </a:r>
            <a:r>
              <a:rPr lang="zh-CN" altLang="en-US" sz="3600" b="1" dirty="0" smtClean="0">
                <a:solidFill>
                  <a:srgbClr val="000066"/>
                </a:solidFill>
                <a:latin typeface="+mj-ea"/>
                <a:ea typeface="+mj-ea"/>
                <a:cs typeface="Times New Roman"/>
              </a:rPr>
              <a:t>磁场 磁感强度</a:t>
            </a:r>
            <a:endParaRPr lang="en-US" altLang="zh-CN" sz="3600" b="1" dirty="0">
              <a:solidFill>
                <a:srgbClr val="000066"/>
              </a:solidFill>
              <a:latin typeface="+mj-ea"/>
              <a:ea typeface="+mj-ea"/>
            </a:endParaRPr>
          </a:p>
        </p:txBody>
      </p:sp>
      <p:sp>
        <p:nvSpPr>
          <p:cNvPr id="53" name="Rectangle 13"/>
          <p:cNvSpPr>
            <a:spLocks noChangeArrowheads="1"/>
          </p:cNvSpPr>
          <p:nvPr/>
        </p:nvSpPr>
        <p:spPr bwMode="auto">
          <a:xfrm>
            <a:off x="6172200" y="3657600"/>
            <a:ext cx="1828800" cy="528637"/>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a:spcBef>
                <a:spcPct val="50000"/>
              </a:spcBef>
            </a:pPr>
            <a:r>
              <a:rPr lang="zh-CN" altLang="en-US" sz="2800">
                <a:solidFill>
                  <a:schemeClr val="tx1"/>
                </a:solidFill>
              </a:rPr>
              <a:t>运动电荷</a:t>
            </a:r>
          </a:p>
        </p:txBody>
      </p:sp>
      <p:sp>
        <p:nvSpPr>
          <p:cNvPr id="54" name="Rectangle 14"/>
          <p:cNvSpPr>
            <a:spLocks noChangeArrowheads="1"/>
          </p:cNvSpPr>
          <p:nvPr/>
        </p:nvSpPr>
        <p:spPr bwMode="auto">
          <a:xfrm>
            <a:off x="1371600" y="3657600"/>
            <a:ext cx="1828800" cy="528637"/>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a:spcBef>
                <a:spcPct val="50000"/>
              </a:spcBef>
            </a:pPr>
            <a:r>
              <a:rPr lang="zh-CN" altLang="en-US" sz="2800" dirty="0">
                <a:solidFill>
                  <a:schemeClr val="tx1"/>
                </a:solidFill>
              </a:rPr>
              <a:t>运动电荷</a:t>
            </a:r>
          </a:p>
        </p:txBody>
      </p:sp>
      <p:grpSp>
        <p:nvGrpSpPr>
          <p:cNvPr id="55" name="Group 46"/>
          <p:cNvGrpSpPr>
            <a:grpSpLocks/>
          </p:cNvGrpSpPr>
          <p:nvPr/>
        </p:nvGrpSpPr>
        <p:grpSpPr bwMode="auto">
          <a:xfrm>
            <a:off x="3352800" y="3657600"/>
            <a:ext cx="2667000" cy="609600"/>
            <a:chOff x="2112" y="912"/>
            <a:chExt cx="1680" cy="384"/>
          </a:xfrm>
        </p:grpSpPr>
        <p:sp>
          <p:nvSpPr>
            <p:cNvPr id="56" name="Rectangle 16"/>
            <p:cNvSpPr>
              <a:spLocks noChangeArrowheads="1"/>
            </p:cNvSpPr>
            <p:nvPr/>
          </p:nvSpPr>
          <p:spPr bwMode="auto">
            <a:xfrm>
              <a:off x="2640" y="912"/>
              <a:ext cx="624" cy="384"/>
            </a:xfrm>
            <a:prstGeom prst="rect">
              <a:avLst/>
            </a:prstGeom>
            <a:gradFill rotWithShape="0">
              <a:gsLst>
                <a:gs pos="0">
                  <a:srgbClr val="FFF7FD"/>
                </a:gs>
                <a:gs pos="50000">
                  <a:srgbClr val="FFFFFF"/>
                </a:gs>
                <a:gs pos="100000">
                  <a:srgbClr val="FFF7FD"/>
                </a:gs>
              </a:gsLst>
              <a:lin ang="5400000" scaled="1"/>
            </a:gradFill>
            <a:ln w="9525">
              <a:solidFill>
                <a:srgbClr val="D60093"/>
              </a:solidFill>
              <a:miter lim="800000"/>
              <a:headEnd/>
              <a:tailEnd/>
            </a:ln>
            <a:effectLst/>
          </p:spPr>
          <p:txBody>
            <a:bodyPr wrap="none" anchor="ctr"/>
            <a:lstStyle/>
            <a:p>
              <a:endParaRPr lang="zh-CN" altLang="en-US" sz="2800"/>
            </a:p>
          </p:txBody>
        </p:sp>
        <p:sp>
          <p:nvSpPr>
            <p:cNvPr id="57" name="Text Box 17"/>
            <p:cNvSpPr txBox="1">
              <a:spLocks noChangeArrowheads="1"/>
            </p:cNvSpPr>
            <p:nvPr/>
          </p:nvSpPr>
          <p:spPr bwMode="auto">
            <a:xfrm>
              <a:off x="2688" y="921"/>
              <a:ext cx="912" cy="327"/>
            </a:xfrm>
            <a:prstGeom prst="rect">
              <a:avLst/>
            </a:prstGeom>
            <a:noFill/>
            <a:ln w="9525">
              <a:noFill/>
              <a:miter lim="800000"/>
              <a:headEnd/>
              <a:tailEnd/>
            </a:ln>
            <a:effectLst/>
          </p:spPr>
          <p:txBody>
            <a:bodyPr>
              <a:spAutoFit/>
            </a:bodyPr>
            <a:lstStyle/>
            <a:p>
              <a:pPr>
                <a:spcBef>
                  <a:spcPct val="50000"/>
                </a:spcBef>
              </a:pPr>
              <a:r>
                <a:rPr lang="zh-CN" altLang="en-US" sz="2800" dirty="0">
                  <a:solidFill>
                    <a:schemeClr val="tx1"/>
                  </a:solidFill>
                </a:rPr>
                <a:t>磁场</a:t>
              </a:r>
            </a:p>
          </p:txBody>
        </p:sp>
        <p:sp>
          <p:nvSpPr>
            <p:cNvPr id="58" name="AutoShape 18"/>
            <p:cNvSpPr>
              <a:spLocks noChangeArrowheads="1"/>
            </p:cNvSpPr>
            <p:nvPr/>
          </p:nvSpPr>
          <p:spPr bwMode="auto">
            <a:xfrm>
              <a:off x="3360" y="1056"/>
              <a:ext cx="432" cy="96"/>
            </a:xfrm>
            <a:prstGeom prst="leftRightArrow">
              <a:avLst>
                <a:gd name="adj1" fmla="val 50000"/>
                <a:gd name="adj2" fmla="val 90000"/>
              </a:avLst>
            </a:prstGeom>
            <a:solidFill>
              <a:schemeClr val="folHlink"/>
            </a:solidFill>
            <a:ln w="38100">
              <a:solidFill>
                <a:srgbClr val="FF0000"/>
              </a:solidFill>
              <a:miter lim="800000"/>
              <a:headEnd/>
              <a:tailEnd/>
            </a:ln>
            <a:effectLst/>
          </p:spPr>
          <p:txBody>
            <a:bodyPr wrap="none" anchor="ctr"/>
            <a:lstStyle/>
            <a:p>
              <a:endParaRPr lang="zh-CN" altLang="en-US" sz="2800"/>
            </a:p>
          </p:txBody>
        </p:sp>
        <p:sp>
          <p:nvSpPr>
            <p:cNvPr id="59" name="AutoShape 19"/>
            <p:cNvSpPr>
              <a:spLocks noChangeArrowheads="1"/>
            </p:cNvSpPr>
            <p:nvPr/>
          </p:nvSpPr>
          <p:spPr bwMode="auto">
            <a:xfrm>
              <a:off x="2112" y="1056"/>
              <a:ext cx="432" cy="96"/>
            </a:xfrm>
            <a:prstGeom prst="leftRightArrow">
              <a:avLst>
                <a:gd name="adj1" fmla="val 50000"/>
                <a:gd name="adj2" fmla="val 90000"/>
              </a:avLst>
            </a:prstGeom>
            <a:solidFill>
              <a:schemeClr val="folHlink"/>
            </a:solidFill>
            <a:ln w="38100">
              <a:solidFill>
                <a:srgbClr val="FF0000"/>
              </a:solidFill>
              <a:miter lim="800000"/>
              <a:headEnd/>
              <a:tailEnd/>
            </a:ln>
            <a:effectLst/>
          </p:spPr>
          <p:txBody>
            <a:bodyPr wrap="none" anchor="ctr"/>
            <a:lstStyle/>
            <a:p>
              <a:endParaRPr lang="zh-CN" altLang="en-US" sz="2800"/>
            </a:p>
          </p:txBody>
        </p:sp>
      </p:grpSp>
      <p:sp>
        <p:nvSpPr>
          <p:cNvPr id="60" name="Rectangle 2"/>
          <p:cNvSpPr>
            <a:spLocks noChangeArrowheads="1"/>
          </p:cNvSpPr>
          <p:nvPr/>
        </p:nvSpPr>
        <p:spPr bwMode="auto">
          <a:xfrm>
            <a:off x="1143000" y="4881771"/>
            <a:ext cx="6934200" cy="1061829"/>
          </a:xfrm>
          <a:prstGeom prst="rect">
            <a:avLst/>
          </a:prstGeom>
          <a:noFill/>
          <a:ln w="9525">
            <a:noFill/>
            <a:miter lim="800000"/>
            <a:headEnd/>
            <a:tailEnd/>
          </a:ln>
        </p:spPr>
        <p:txBody>
          <a:bodyPr wrap="square">
            <a:spAutoFit/>
          </a:bodyPr>
          <a:lstStyle/>
          <a:p>
            <a:pPr marL="514350" indent="-514350">
              <a:spcBef>
                <a:spcPct val="50000"/>
              </a:spcBef>
              <a:buAutoNum type="arabicPeriod"/>
            </a:pPr>
            <a:r>
              <a:rPr kumimoji="1" lang="zh-CN" altLang="en-US" dirty="0" smtClean="0">
                <a:solidFill>
                  <a:srgbClr val="00B050"/>
                </a:solidFill>
              </a:rPr>
              <a:t>电荷激发静电场，静电场对电荷有作用力；</a:t>
            </a:r>
            <a:endParaRPr kumimoji="1" lang="en-US" altLang="zh-CN" dirty="0" smtClean="0">
              <a:solidFill>
                <a:srgbClr val="00B050"/>
              </a:solidFill>
            </a:endParaRPr>
          </a:p>
          <a:p>
            <a:pPr marL="514350" indent="-514350">
              <a:spcBef>
                <a:spcPct val="50000"/>
              </a:spcBef>
              <a:buAutoNum type="arabicPeriod"/>
            </a:pPr>
            <a:r>
              <a:rPr kumimoji="1" lang="zh-CN" altLang="en-US" dirty="0" smtClean="0">
                <a:solidFill>
                  <a:srgbClr val="00B050"/>
                </a:solidFill>
              </a:rPr>
              <a:t>运动电荷（电流）激发磁场，磁场对运动电荷（电流有作用力）；</a:t>
            </a:r>
            <a:endParaRPr kumimoji="1" lang="en-US" altLang="zh-CN" dirty="0" smtClean="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7709"/>
                                        </p:tgtEl>
                                        <p:attrNameLst>
                                          <p:attrName>style.visibility</p:attrName>
                                        </p:attrNameLst>
                                      </p:cBhvr>
                                      <p:to>
                                        <p:strVal val="visible"/>
                                      </p:to>
                                    </p:set>
                                    <p:animEffect transition="in" filter="blinds(horizontal)">
                                      <p:cBhvr>
                                        <p:cTn id="7" dur="500"/>
                                        <p:tgtEl>
                                          <p:spTgt spid="15770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7710"/>
                                        </p:tgtEl>
                                        <p:attrNameLst>
                                          <p:attrName>style.visibility</p:attrName>
                                        </p:attrNameLst>
                                      </p:cBhvr>
                                      <p:to>
                                        <p:strVal val="visible"/>
                                      </p:to>
                                    </p:set>
                                    <p:animEffect transition="in" filter="blinds(horizontal)">
                                      <p:cBhvr>
                                        <p:cTn id="10" dur="500"/>
                                        <p:tgtEl>
                                          <p:spTgt spid="157710"/>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blinds(horizontal)">
                                      <p:cBhvr>
                                        <p:cTn id="18" dur="500"/>
                                        <p:tgtEl>
                                          <p:spTgt spid="54"/>
                                        </p:tgtEl>
                                      </p:cBhvr>
                                    </p:animEffect>
                                  </p:childTnLst>
                                </p:cTn>
                              </p:par>
                              <p:par>
                                <p:cTn id="19" presetID="3" presetClass="entr" presetSubtype="1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blinds(horizontal)">
                                      <p:cBhvr>
                                        <p:cTn id="21" dur="500"/>
                                        <p:tgtEl>
                                          <p:spTgt spid="5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blinds(horizontal)">
                                      <p:cBhvr>
                                        <p:cTn id="24" dur="500"/>
                                        <p:tgtEl>
                                          <p:spTgt spid="5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blinds(horizontal)">
                                      <p:cBhvr>
                                        <p:cTn id="2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9" grpId="0" animBg="1"/>
      <p:bldP spid="157710" grpId="0" animBg="1"/>
      <p:bldP spid="53" grpId="0" animBg="1"/>
      <p:bldP spid="54" grpId="0" animBg="1"/>
      <p:bldP spid="6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21"/>
          <p:cNvGrpSpPr>
            <a:grpSpLocks/>
          </p:cNvGrpSpPr>
          <p:nvPr/>
        </p:nvGrpSpPr>
        <p:grpSpPr bwMode="auto">
          <a:xfrm>
            <a:off x="304800" y="304800"/>
            <a:ext cx="5029200" cy="595313"/>
            <a:chOff x="960" y="1008"/>
            <a:chExt cx="3168" cy="375"/>
          </a:xfrm>
        </p:grpSpPr>
        <p:sp>
          <p:nvSpPr>
            <p:cNvPr id="157718" name="Text Box 22"/>
            <p:cNvSpPr txBox="1">
              <a:spLocks noChangeArrowheads="1"/>
            </p:cNvSpPr>
            <p:nvPr/>
          </p:nvSpPr>
          <p:spPr bwMode="auto">
            <a:xfrm>
              <a:off x="960" y="1056"/>
              <a:ext cx="3168" cy="327"/>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二   磁 感 强 度      的 定 义</a:t>
              </a:r>
            </a:p>
          </p:txBody>
        </p:sp>
        <p:graphicFrame>
          <p:nvGraphicFramePr>
            <p:cNvPr id="157719" name="Object 23"/>
            <p:cNvGraphicFramePr>
              <a:graphicFrameLocks noChangeAspect="1"/>
            </p:cNvGraphicFramePr>
            <p:nvPr/>
          </p:nvGraphicFramePr>
          <p:xfrm>
            <a:off x="2448" y="1008"/>
            <a:ext cx="285" cy="360"/>
          </p:xfrm>
          <a:graphic>
            <a:graphicData uri="http://schemas.openxmlformats.org/presentationml/2006/ole">
              <p:oleObj spid="_x0000_s1110023" name="公式" r:id="rId3" imgW="152280" imgH="190440" progId="Equation.3">
                <p:embed/>
              </p:oleObj>
            </a:graphicData>
          </a:graphic>
        </p:graphicFrame>
      </p:grpSp>
      <p:sp>
        <p:nvSpPr>
          <p:cNvPr id="157725" name="Text Box 29"/>
          <p:cNvSpPr txBox="1">
            <a:spLocks noChangeArrowheads="1"/>
          </p:cNvSpPr>
          <p:nvPr/>
        </p:nvSpPr>
        <p:spPr bwMode="auto">
          <a:xfrm>
            <a:off x="533400" y="990600"/>
            <a:ext cx="8458200" cy="604838"/>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800" dirty="0">
                <a:solidFill>
                  <a:schemeClr val="tx1"/>
                </a:solidFill>
                <a:latin typeface="Arial" charset="0"/>
              </a:rPr>
              <a:t>       带电粒子在磁场中运动所受的力与运动方向有关.</a:t>
            </a:r>
          </a:p>
        </p:txBody>
      </p:sp>
      <p:grpSp>
        <p:nvGrpSpPr>
          <p:cNvPr id="53" name="Group 26"/>
          <p:cNvGrpSpPr>
            <a:grpSpLocks/>
          </p:cNvGrpSpPr>
          <p:nvPr/>
        </p:nvGrpSpPr>
        <p:grpSpPr bwMode="auto">
          <a:xfrm>
            <a:off x="1219200" y="1752600"/>
            <a:ext cx="4191000" cy="1217612"/>
            <a:chOff x="3120" y="2736"/>
            <a:chExt cx="2640" cy="767"/>
          </a:xfrm>
        </p:grpSpPr>
        <p:sp>
          <p:nvSpPr>
            <p:cNvPr id="54" name="Text Box 27"/>
            <p:cNvSpPr txBox="1">
              <a:spLocks noChangeArrowheads="1"/>
            </p:cNvSpPr>
            <p:nvPr/>
          </p:nvSpPr>
          <p:spPr bwMode="auto">
            <a:xfrm>
              <a:off x="3120" y="2736"/>
              <a:ext cx="2640" cy="327"/>
            </a:xfrm>
            <a:prstGeom prst="rect">
              <a:avLst/>
            </a:prstGeom>
            <a:noFill/>
            <a:ln w="9525">
              <a:noFill/>
              <a:miter lim="800000"/>
              <a:headEnd/>
              <a:tailEnd/>
            </a:ln>
            <a:effectLst/>
          </p:spPr>
          <p:txBody>
            <a:bodyPr>
              <a:spAutoFit/>
            </a:bodyPr>
            <a:lstStyle/>
            <a:p>
              <a:pPr>
                <a:spcBef>
                  <a:spcPct val="50000"/>
                </a:spcBef>
              </a:pPr>
              <a:r>
                <a:rPr lang="zh-CN" altLang="en-US" sz="2800" dirty="0"/>
                <a:t>运动电荷在磁场中受力</a:t>
              </a:r>
            </a:p>
          </p:txBody>
        </p:sp>
        <p:graphicFrame>
          <p:nvGraphicFramePr>
            <p:cNvPr id="55" name="Object 28"/>
            <p:cNvGraphicFramePr>
              <a:graphicFrameLocks noChangeAspect="1"/>
            </p:cNvGraphicFramePr>
            <p:nvPr/>
          </p:nvGraphicFramePr>
          <p:xfrm>
            <a:off x="4464" y="3120"/>
            <a:ext cx="1296" cy="383"/>
          </p:xfrm>
          <a:graphic>
            <a:graphicData uri="http://schemas.openxmlformats.org/presentationml/2006/ole">
              <p:oleObj spid="_x0000_s1110028" name="Equation" r:id="rId4" imgW="1117440" imgH="330120" progId="Equation.3">
                <p:embed/>
              </p:oleObj>
            </a:graphicData>
          </a:graphic>
        </p:graphicFrame>
      </p:grpSp>
      <p:sp>
        <p:nvSpPr>
          <p:cNvPr id="56" name="Rectangle 2"/>
          <p:cNvSpPr>
            <a:spLocks noChangeArrowheads="1"/>
          </p:cNvSpPr>
          <p:nvPr/>
        </p:nvSpPr>
        <p:spPr bwMode="auto">
          <a:xfrm>
            <a:off x="6324600" y="533400"/>
            <a:ext cx="2819400" cy="646331"/>
          </a:xfrm>
          <a:prstGeom prst="rect">
            <a:avLst/>
          </a:prstGeom>
          <a:noFill/>
          <a:ln w="9525">
            <a:noFill/>
            <a:miter lim="800000"/>
            <a:headEnd/>
            <a:tailEnd/>
          </a:ln>
        </p:spPr>
        <p:txBody>
          <a:bodyPr wrap="square">
            <a:spAutoFit/>
          </a:bodyPr>
          <a:lstStyle/>
          <a:p>
            <a:pPr marL="514350" indent="-514350">
              <a:spcBef>
                <a:spcPct val="50000"/>
              </a:spcBef>
              <a:buAutoNum type="arabicPeriod"/>
            </a:pPr>
            <a:r>
              <a:rPr kumimoji="1" lang="zh-CN" altLang="en-US" dirty="0" smtClean="0">
                <a:solidFill>
                  <a:srgbClr val="00B050"/>
                </a:solidFill>
              </a:rPr>
              <a:t>电场强度</a:t>
            </a:r>
            <a:r>
              <a:rPr kumimoji="1" lang="en-US" altLang="zh-CN" dirty="0" smtClean="0">
                <a:solidFill>
                  <a:srgbClr val="00B050"/>
                </a:solidFill>
              </a:rPr>
              <a:t>E</a:t>
            </a:r>
            <a:r>
              <a:rPr kumimoji="1" lang="zh-CN" altLang="en-US" dirty="0" smtClean="0">
                <a:solidFill>
                  <a:srgbClr val="00B050"/>
                </a:solidFill>
              </a:rPr>
              <a:t>的定义：</a:t>
            </a:r>
            <a:r>
              <a:rPr kumimoji="1" lang="en-US" altLang="zh-CN" dirty="0" smtClean="0">
                <a:solidFill>
                  <a:srgbClr val="00B050"/>
                </a:solidFill>
              </a:rPr>
              <a:t>F=</a:t>
            </a:r>
            <a:r>
              <a:rPr kumimoji="1" lang="en-US" altLang="zh-CN" dirty="0" err="1" smtClean="0">
                <a:solidFill>
                  <a:srgbClr val="00B050"/>
                </a:solidFill>
              </a:rPr>
              <a:t>qE</a:t>
            </a:r>
            <a:endParaRPr kumimoji="1" lang="en-US" altLang="zh-CN" dirty="0" smtClean="0">
              <a:solidFill>
                <a:srgbClr val="00B050"/>
              </a:solidFill>
            </a:endParaRPr>
          </a:p>
        </p:txBody>
      </p:sp>
      <p:grpSp>
        <p:nvGrpSpPr>
          <p:cNvPr id="57" name="Group 31"/>
          <p:cNvGrpSpPr>
            <a:grpSpLocks/>
          </p:cNvGrpSpPr>
          <p:nvPr/>
        </p:nvGrpSpPr>
        <p:grpSpPr bwMode="auto">
          <a:xfrm>
            <a:off x="457200" y="3048000"/>
            <a:ext cx="7772400" cy="1643063"/>
            <a:chOff x="2640" y="384"/>
            <a:chExt cx="3072" cy="1035"/>
          </a:xfrm>
        </p:grpSpPr>
        <p:sp>
          <p:nvSpPr>
            <p:cNvPr id="58" name="Rectangle 17"/>
            <p:cNvSpPr>
              <a:spLocks noChangeArrowheads="1"/>
            </p:cNvSpPr>
            <p:nvPr/>
          </p:nvSpPr>
          <p:spPr bwMode="auto">
            <a:xfrm>
              <a:off x="2640" y="384"/>
              <a:ext cx="3072" cy="1035"/>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800" dirty="0" smtClean="0">
                  <a:solidFill>
                    <a:schemeClr val="tx1"/>
                  </a:solidFill>
                </a:rPr>
                <a:t>         若</a:t>
              </a:r>
              <a:r>
                <a:rPr lang="zh-CN" altLang="en-US" sz="2800" dirty="0">
                  <a:solidFill>
                    <a:schemeClr val="tx1"/>
                  </a:solidFill>
                  <a:latin typeface="Arial" charset="0"/>
                </a:rPr>
                <a:t>带电粒子在磁场中某点向某方向运动不受力，且该方向与小磁针在该点指向一致，此</a:t>
              </a:r>
              <a:r>
                <a:rPr lang="zh-CN" altLang="en-US" sz="2800" dirty="0">
                  <a:solidFill>
                    <a:srgbClr val="CC0000"/>
                  </a:solidFill>
                  <a:latin typeface="Arial" charset="0"/>
                </a:rPr>
                <a:t>特定</a:t>
              </a:r>
              <a:r>
                <a:rPr lang="zh-CN" altLang="en-US" sz="2800" dirty="0">
                  <a:solidFill>
                    <a:schemeClr val="tx1"/>
                  </a:solidFill>
                  <a:latin typeface="Arial" charset="0"/>
                </a:rPr>
                <a:t>方向</a:t>
              </a:r>
              <a:r>
                <a:rPr lang="zh-CN" altLang="en-US" sz="2800" dirty="0">
                  <a:solidFill>
                    <a:schemeClr val="tx1"/>
                  </a:solidFill>
                </a:rPr>
                <a:t>定义为该点的     的方向. </a:t>
              </a:r>
              <a:r>
                <a:rPr lang="zh-CN" altLang="en-US" sz="2800" dirty="0">
                  <a:solidFill>
                    <a:srgbClr val="CC0000"/>
                  </a:solidFill>
                </a:rPr>
                <a:t>      </a:t>
              </a:r>
            </a:p>
          </p:txBody>
        </p:sp>
        <p:graphicFrame>
          <p:nvGraphicFramePr>
            <p:cNvPr id="59" name="Object 18"/>
            <p:cNvGraphicFramePr>
              <a:graphicFrameLocks noChangeAspect="1"/>
            </p:cNvGraphicFramePr>
            <p:nvPr/>
          </p:nvGraphicFramePr>
          <p:xfrm>
            <a:off x="3784" y="1056"/>
            <a:ext cx="243" cy="288"/>
          </p:xfrm>
          <a:graphic>
            <a:graphicData uri="http://schemas.openxmlformats.org/presentationml/2006/ole">
              <p:oleObj spid="_x0000_s1110029" name="Equation" r:id="rId5" imgW="215640" imgH="266400" progId="Equation.3">
                <p:embed/>
              </p:oleObj>
            </a:graphicData>
          </a:graphic>
        </p:graphicFrame>
      </p:grpSp>
      <p:grpSp>
        <p:nvGrpSpPr>
          <p:cNvPr id="61" name="Group 22"/>
          <p:cNvGrpSpPr>
            <a:grpSpLocks/>
          </p:cNvGrpSpPr>
          <p:nvPr/>
        </p:nvGrpSpPr>
        <p:grpSpPr bwMode="auto">
          <a:xfrm>
            <a:off x="1143000" y="4740275"/>
            <a:ext cx="4343400" cy="1127125"/>
            <a:chOff x="2688" y="1872"/>
            <a:chExt cx="2736" cy="710"/>
          </a:xfrm>
        </p:grpSpPr>
        <p:graphicFrame>
          <p:nvGraphicFramePr>
            <p:cNvPr id="62" name="Object 23"/>
            <p:cNvGraphicFramePr>
              <a:graphicFrameLocks noChangeAspect="1"/>
            </p:cNvGraphicFramePr>
            <p:nvPr/>
          </p:nvGraphicFramePr>
          <p:xfrm>
            <a:off x="4368" y="1872"/>
            <a:ext cx="1056" cy="710"/>
          </p:xfrm>
          <a:graphic>
            <a:graphicData uri="http://schemas.openxmlformats.org/presentationml/2006/ole">
              <p:oleObj spid="_x0000_s1110031" name="Equation" r:id="rId6" imgW="977760" imgH="660240" progId="Equation.3">
                <p:embed/>
              </p:oleObj>
            </a:graphicData>
          </a:graphic>
        </p:graphicFrame>
        <p:sp>
          <p:nvSpPr>
            <p:cNvPr id="63" name="Rectangle 24"/>
            <p:cNvSpPr>
              <a:spLocks noChangeArrowheads="1"/>
            </p:cNvSpPr>
            <p:nvPr/>
          </p:nvSpPr>
          <p:spPr bwMode="auto">
            <a:xfrm>
              <a:off x="2688" y="2064"/>
              <a:ext cx="2352" cy="327"/>
            </a:xfrm>
            <a:prstGeom prst="rect">
              <a:avLst/>
            </a:prstGeom>
            <a:noFill/>
            <a:ln w="9525">
              <a:noFill/>
              <a:miter lim="800000"/>
              <a:headEnd/>
              <a:tailEnd/>
            </a:ln>
            <a:effectLst/>
          </p:spPr>
          <p:txBody>
            <a:bodyPr>
              <a:spAutoFit/>
            </a:bodyPr>
            <a:lstStyle/>
            <a:p>
              <a:r>
                <a:rPr lang="zh-CN" altLang="en-US" sz="2800">
                  <a:solidFill>
                    <a:schemeClr val="tx1"/>
                  </a:solidFill>
                </a:rPr>
                <a:t>磁感强度大小</a:t>
              </a:r>
            </a:p>
          </p:txBody>
        </p:sp>
      </p:grpSp>
      <p:grpSp>
        <p:nvGrpSpPr>
          <p:cNvPr id="64" name="Group 2"/>
          <p:cNvGrpSpPr>
            <a:grpSpLocks/>
          </p:cNvGrpSpPr>
          <p:nvPr/>
        </p:nvGrpSpPr>
        <p:grpSpPr bwMode="auto">
          <a:xfrm>
            <a:off x="6172200" y="4738689"/>
            <a:ext cx="2667000" cy="1204911"/>
            <a:chOff x="2736" y="3648"/>
            <a:chExt cx="1680" cy="759"/>
          </a:xfrm>
        </p:grpSpPr>
        <p:sp>
          <p:nvSpPr>
            <p:cNvPr id="65" name="Text Box 3"/>
            <p:cNvSpPr txBox="1">
              <a:spLocks noChangeArrowheads="1"/>
            </p:cNvSpPr>
            <p:nvPr/>
          </p:nvSpPr>
          <p:spPr bwMode="auto">
            <a:xfrm>
              <a:off x="2736" y="3648"/>
              <a:ext cx="1680" cy="327"/>
            </a:xfrm>
            <a:prstGeom prst="rect">
              <a:avLst/>
            </a:prstGeom>
            <a:noFill/>
            <a:ln w="9525">
              <a:noFill/>
              <a:miter lim="800000"/>
              <a:headEnd/>
              <a:tailEnd/>
            </a:ln>
            <a:effectLst/>
          </p:spPr>
          <p:txBody>
            <a:bodyPr>
              <a:spAutoFit/>
            </a:bodyPr>
            <a:lstStyle/>
            <a:p>
              <a:pPr>
                <a:spcBef>
                  <a:spcPct val="50000"/>
                </a:spcBef>
              </a:pPr>
              <a:r>
                <a:rPr lang="zh-CN" altLang="zh-CN" sz="2800" dirty="0">
                  <a:solidFill>
                    <a:schemeClr val="tx1"/>
                  </a:solidFill>
                </a:rPr>
                <a:t>单位</a:t>
              </a:r>
              <a:r>
                <a:rPr lang="zh-CN" altLang="en-US" sz="2800" dirty="0">
                  <a:solidFill>
                    <a:schemeClr val="tx1"/>
                  </a:solidFill>
                </a:rPr>
                <a:t>  </a:t>
              </a:r>
              <a:r>
                <a:rPr lang="zh-CN" altLang="zh-CN" sz="2800" dirty="0">
                  <a:solidFill>
                    <a:srgbClr val="CC0000"/>
                  </a:solidFill>
                </a:rPr>
                <a:t>特斯拉</a:t>
              </a:r>
              <a:endParaRPr lang="zh-CN" altLang="en-US" sz="2800" dirty="0">
                <a:solidFill>
                  <a:srgbClr val="CC0000"/>
                </a:solidFill>
              </a:endParaRPr>
            </a:p>
          </p:txBody>
        </p:sp>
        <p:graphicFrame>
          <p:nvGraphicFramePr>
            <p:cNvPr id="66" name="Object 4"/>
            <p:cNvGraphicFramePr>
              <a:graphicFrameLocks noChangeAspect="1"/>
            </p:cNvGraphicFramePr>
            <p:nvPr/>
          </p:nvGraphicFramePr>
          <p:xfrm>
            <a:off x="2832" y="4119"/>
            <a:ext cx="1488" cy="288"/>
          </p:xfrm>
          <a:graphic>
            <a:graphicData uri="http://schemas.openxmlformats.org/presentationml/2006/ole">
              <p:oleObj spid="_x0000_s1110032" name="公式" r:id="rId7" imgW="1574640" imgH="30456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57725"/>
                                        </p:tgtEl>
                                        <p:attrNameLst>
                                          <p:attrName>style.visibility</p:attrName>
                                        </p:attrNameLst>
                                      </p:cBhvr>
                                      <p:to>
                                        <p:strVal val="visible"/>
                                      </p:to>
                                    </p:set>
                                    <p:animEffect transition="in" filter="blinds(vertical)">
                                      <p:cBhvr>
                                        <p:cTn id="12" dur="500"/>
                                        <p:tgtEl>
                                          <p:spTgt spid="1577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blinds(horizontal)">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blinds(horizontal)">
                                      <p:cBhvr>
                                        <p:cTn id="22" dur="5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blinds(horizontal)">
                                      <p:cBhvr>
                                        <p:cTn id="27" dur="500"/>
                                        <p:tgtEl>
                                          <p:spTgt spid="6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6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blinds(horizontal)">
                                      <p:cBhvr>
                                        <p:cTn id="36"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25" grpId="0" autoUpdateAnimBg="0"/>
      <p:bldP spid="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800600" y="838200"/>
            <a:ext cx="4114800" cy="4038600"/>
            <a:chOff x="3216" y="528"/>
            <a:chExt cx="2592" cy="2544"/>
          </a:xfrm>
        </p:grpSpPr>
        <p:grpSp>
          <p:nvGrpSpPr>
            <p:cNvPr id="3" name="Group 3"/>
            <p:cNvGrpSpPr>
              <a:grpSpLocks/>
            </p:cNvGrpSpPr>
            <p:nvPr/>
          </p:nvGrpSpPr>
          <p:grpSpPr bwMode="auto">
            <a:xfrm>
              <a:off x="3216" y="528"/>
              <a:ext cx="2592" cy="2544"/>
              <a:chOff x="3120" y="528"/>
              <a:chExt cx="2592" cy="2544"/>
            </a:xfrm>
          </p:grpSpPr>
          <p:grpSp>
            <p:nvGrpSpPr>
              <p:cNvPr id="4" name="Group 4"/>
              <p:cNvGrpSpPr>
                <a:grpSpLocks/>
              </p:cNvGrpSpPr>
              <p:nvPr/>
            </p:nvGrpSpPr>
            <p:grpSpPr bwMode="auto">
              <a:xfrm>
                <a:off x="3120" y="528"/>
                <a:ext cx="2592" cy="2544"/>
                <a:chOff x="3120" y="528"/>
                <a:chExt cx="2592" cy="2544"/>
              </a:xfrm>
            </p:grpSpPr>
            <p:grpSp>
              <p:nvGrpSpPr>
                <p:cNvPr id="5" name="Group 5"/>
                <p:cNvGrpSpPr>
                  <a:grpSpLocks/>
                </p:cNvGrpSpPr>
                <p:nvPr/>
              </p:nvGrpSpPr>
              <p:grpSpPr bwMode="auto">
                <a:xfrm>
                  <a:off x="3120" y="528"/>
                  <a:ext cx="2592" cy="2544"/>
                  <a:chOff x="3120" y="528"/>
                  <a:chExt cx="2592" cy="2544"/>
                </a:xfrm>
              </p:grpSpPr>
              <p:sp>
                <p:nvSpPr>
                  <p:cNvPr id="157702" name="Rectangle 6"/>
                  <p:cNvSpPr>
                    <a:spLocks noChangeArrowheads="1"/>
                  </p:cNvSpPr>
                  <p:nvPr/>
                </p:nvSpPr>
                <p:spPr bwMode="auto">
                  <a:xfrm>
                    <a:off x="3120" y="528"/>
                    <a:ext cx="2592" cy="254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57703" name="Freeform 7"/>
                  <p:cNvSpPr>
                    <a:spLocks/>
                  </p:cNvSpPr>
                  <p:nvPr/>
                </p:nvSpPr>
                <p:spPr bwMode="auto">
                  <a:xfrm>
                    <a:off x="3168" y="864"/>
                    <a:ext cx="1056" cy="1872"/>
                  </a:xfrm>
                  <a:custGeom>
                    <a:avLst/>
                    <a:gdLst/>
                    <a:ahLst/>
                    <a:cxnLst>
                      <a:cxn ang="0">
                        <a:pos x="1056" y="816"/>
                      </a:cxn>
                      <a:cxn ang="0">
                        <a:pos x="1056" y="0"/>
                      </a:cxn>
                      <a:cxn ang="0">
                        <a:pos x="0" y="960"/>
                      </a:cxn>
                      <a:cxn ang="0">
                        <a:pos x="0" y="1872"/>
                      </a:cxn>
                      <a:cxn ang="0">
                        <a:pos x="1056" y="816"/>
                      </a:cxn>
                    </a:cxnLst>
                    <a:rect l="0" t="0" r="r" b="b"/>
                    <a:pathLst>
                      <a:path w="1056" h="1872">
                        <a:moveTo>
                          <a:pt x="1056" y="816"/>
                        </a:moveTo>
                        <a:lnTo>
                          <a:pt x="1056" y="0"/>
                        </a:lnTo>
                        <a:lnTo>
                          <a:pt x="0" y="960"/>
                        </a:lnTo>
                        <a:lnTo>
                          <a:pt x="0" y="1872"/>
                        </a:lnTo>
                        <a:lnTo>
                          <a:pt x="1056" y="816"/>
                        </a:lnTo>
                        <a:close/>
                      </a:path>
                    </a:pathLst>
                  </a:custGeom>
                  <a:solidFill>
                    <a:schemeClr val="accent2">
                      <a:alpha val="50000"/>
                    </a:schemeClr>
                  </a:solidFill>
                  <a:ln w="28575" cap="flat" cmpd="sng">
                    <a:solidFill>
                      <a:schemeClr val="tx2"/>
                    </a:solidFill>
                    <a:prstDash val="solid"/>
                    <a:round/>
                    <a:headEnd/>
                    <a:tailEnd/>
                  </a:ln>
                  <a:effectLst/>
                </p:spPr>
                <p:txBody>
                  <a:bodyPr/>
                  <a:lstStyle/>
                  <a:p>
                    <a:endParaRPr lang="zh-CN" altLang="en-US" sz="2800"/>
                  </a:p>
                </p:txBody>
              </p:sp>
              <p:sp>
                <p:nvSpPr>
                  <p:cNvPr id="157704" name="AutoShape 8"/>
                  <p:cNvSpPr>
                    <a:spLocks noChangeArrowheads="1"/>
                  </p:cNvSpPr>
                  <p:nvPr/>
                </p:nvSpPr>
                <p:spPr bwMode="auto">
                  <a:xfrm>
                    <a:off x="3168" y="1680"/>
                    <a:ext cx="2496" cy="1056"/>
                  </a:xfrm>
                  <a:prstGeom prst="parallelogram">
                    <a:avLst>
                      <a:gd name="adj" fmla="val 101045"/>
                    </a:avLst>
                  </a:prstGeom>
                  <a:solidFill>
                    <a:schemeClr val="accent2">
                      <a:alpha val="50000"/>
                    </a:schemeClr>
                  </a:solidFill>
                  <a:ln w="28575">
                    <a:solidFill>
                      <a:schemeClr val="tx2"/>
                    </a:solidFill>
                    <a:miter lim="800000"/>
                    <a:headEnd/>
                    <a:tailEnd/>
                  </a:ln>
                  <a:effectLst/>
                </p:spPr>
                <p:txBody>
                  <a:bodyPr wrap="none" anchor="ctr"/>
                  <a:lstStyle/>
                  <a:p>
                    <a:endParaRPr lang="zh-CN" altLang="en-US" sz="2800"/>
                  </a:p>
                </p:txBody>
              </p:sp>
            </p:grpSp>
            <p:sp>
              <p:nvSpPr>
                <p:cNvPr id="157705" name="Freeform 9"/>
                <p:cNvSpPr>
                  <a:spLocks/>
                </p:cNvSpPr>
                <p:nvPr/>
              </p:nvSpPr>
              <p:spPr bwMode="auto">
                <a:xfrm>
                  <a:off x="3648" y="1392"/>
                  <a:ext cx="1635" cy="1632"/>
                </a:xfrm>
                <a:custGeom>
                  <a:avLst/>
                  <a:gdLst/>
                  <a:ahLst/>
                  <a:cxnLst>
                    <a:cxn ang="0">
                      <a:pos x="5" y="1717"/>
                    </a:cxn>
                    <a:cxn ang="0">
                      <a:pos x="14" y="1662"/>
                    </a:cxn>
                    <a:cxn ang="0">
                      <a:pos x="88" y="1470"/>
                    </a:cxn>
                    <a:cxn ang="0">
                      <a:pos x="179" y="1342"/>
                    </a:cxn>
                    <a:cxn ang="0">
                      <a:pos x="586" y="1105"/>
                    </a:cxn>
                    <a:cxn ang="0">
                      <a:pos x="798" y="973"/>
                    </a:cxn>
                    <a:cxn ang="0">
                      <a:pos x="1010" y="796"/>
                    </a:cxn>
                    <a:cxn ang="0">
                      <a:pos x="1180" y="619"/>
                    </a:cxn>
                    <a:cxn ang="0">
                      <a:pos x="1731" y="0"/>
                    </a:cxn>
                  </a:cxnLst>
                  <a:rect l="0" t="0" r="r" b="b"/>
                  <a:pathLst>
                    <a:path w="1731" h="1717">
                      <a:moveTo>
                        <a:pt x="5" y="1717"/>
                      </a:moveTo>
                      <a:cubicBezTo>
                        <a:pt x="8" y="1708"/>
                        <a:pt x="0" y="1703"/>
                        <a:pt x="14" y="1662"/>
                      </a:cubicBezTo>
                      <a:cubicBezTo>
                        <a:pt x="28" y="1621"/>
                        <a:pt x="61" y="1523"/>
                        <a:pt x="88" y="1470"/>
                      </a:cubicBezTo>
                      <a:cubicBezTo>
                        <a:pt x="115" y="1417"/>
                        <a:pt x="96" y="1403"/>
                        <a:pt x="179" y="1342"/>
                      </a:cubicBezTo>
                      <a:cubicBezTo>
                        <a:pt x="262" y="1281"/>
                        <a:pt x="483" y="1166"/>
                        <a:pt x="586" y="1105"/>
                      </a:cubicBezTo>
                      <a:cubicBezTo>
                        <a:pt x="689" y="1044"/>
                        <a:pt x="727" y="1024"/>
                        <a:pt x="798" y="973"/>
                      </a:cubicBezTo>
                      <a:cubicBezTo>
                        <a:pt x="868" y="921"/>
                        <a:pt x="946" y="855"/>
                        <a:pt x="1010" y="796"/>
                      </a:cubicBezTo>
                      <a:cubicBezTo>
                        <a:pt x="1074" y="737"/>
                        <a:pt x="1059" y="752"/>
                        <a:pt x="1180" y="619"/>
                      </a:cubicBezTo>
                      <a:cubicBezTo>
                        <a:pt x="1300" y="486"/>
                        <a:pt x="1639" y="103"/>
                        <a:pt x="1731" y="0"/>
                      </a:cubicBezTo>
                    </a:path>
                  </a:pathLst>
                </a:custGeom>
                <a:noFill/>
                <a:ln w="28575" cmpd="sng">
                  <a:solidFill>
                    <a:srgbClr val="6600FF"/>
                  </a:solidFill>
                  <a:round/>
                  <a:headEnd/>
                  <a:tailEnd type="none" w="sm" len="lg"/>
                </a:ln>
                <a:effectLst/>
              </p:spPr>
              <p:txBody>
                <a:bodyPr wrap="none" anchor="ctr"/>
                <a:lstStyle/>
                <a:p>
                  <a:endParaRPr lang="zh-CN" altLang="en-US" sz="2800"/>
                </a:p>
              </p:txBody>
            </p:sp>
            <p:sp>
              <p:nvSpPr>
                <p:cNvPr id="157706" name="Freeform 10"/>
                <p:cNvSpPr>
                  <a:spLocks/>
                </p:cNvSpPr>
                <p:nvPr/>
              </p:nvSpPr>
              <p:spPr bwMode="auto">
                <a:xfrm>
                  <a:off x="3744" y="1440"/>
                  <a:ext cx="1616" cy="1584"/>
                </a:xfrm>
                <a:custGeom>
                  <a:avLst/>
                  <a:gdLst/>
                  <a:ahLst/>
                  <a:cxnLst>
                    <a:cxn ang="0">
                      <a:pos x="24" y="1641"/>
                    </a:cxn>
                    <a:cxn ang="0">
                      <a:pos x="6" y="1623"/>
                    </a:cxn>
                    <a:cxn ang="0">
                      <a:pos x="63" y="1440"/>
                    </a:cxn>
                    <a:cxn ang="0">
                      <a:pos x="218" y="1303"/>
                    </a:cxn>
                    <a:cxn ang="0">
                      <a:pos x="575" y="1074"/>
                    </a:cxn>
                    <a:cxn ang="0">
                      <a:pos x="787" y="945"/>
                    </a:cxn>
                    <a:cxn ang="0">
                      <a:pos x="999" y="773"/>
                    </a:cxn>
                    <a:cxn ang="0">
                      <a:pos x="1169" y="601"/>
                    </a:cxn>
                    <a:cxn ang="0">
                      <a:pos x="1720" y="0"/>
                    </a:cxn>
                  </a:cxnLst>
                  <a:rect l="0" t="0" r="r" b="b"/>
                  <a:pathLst>
                    <a:path w="1720" h="1656">
                      <a:moveTo>
                        <a:pt x="24" y="1641"/>
                      </a:moveTo>
                      <a:cubicBezTo>
                        <a:pt x="21" y="1638"/>
                        <a:pt x="0" y="1656"/>
                        <a:pt x="6" y="1623"/>
                      </a:cubicBezTo>
                      <a:cubicBezTo>
                        <a:pt x="12" y="1590"/>
                        <a:pt x="28" y="1493"/>
                        <a:pt x="63" y="1440"/>
                      </a:cubicBezTo>
                      <a:cubicBezTo>
                        <a:pt x="98" y="1387"/>
                        <a:pt x="133" y="1364"/>
                        <a:pt x="218" y="1303"/>
                      </a:cubicBezTo>
                      <a:cubicBezTo>
                        <a:pt x="303" y="1242"/>
                        <a:pt x="480" y="1134"/>
                        <a:pt x="575" y="1074"/>
                      </a:cubicBezTo>
                      <a:cubicBezTo>
                        <a:pt x="670" y="1014"/>
                        <a:pt x="716" y="995"/>
                        <a:pt x="787" y="945"/>
                      </a:cubicBezTo>
                      <a:cubicBezTo>
                        <a:pt x="857" y="895"/>
                        <a:pt x="935" y="830"/>
                        <a:pt x="999" y="773"/>
                      </a:cubicBezTo>
                      <a:cubicBezTo>
                        <a:pt x="1063" y="716"/>
                        <a:pt x="1048" y="730"/>
                        <a:pt x="1169" y="601"/>
                      </a:cubicBezTo>
                      <a:cubicBezTo>
                        <a:pt x="1289" y="472"/>
                        <a:pt x="1628" y="100"/>
                        <a:pt x="1720" y="0"/>
                      </a:cubicBezTo>
                    </a:path>
                  </a:pathLst>
                </a:custGeom>
                <a:noFill/>
                <a:ln w="28575" cmpd="sng">
                  <a:solidFill>
                    <a:srgbClr val="6600FF"/>
                  </a:solidFill>
                  <a:round/>
                  <a:headEnd/>
                  <a:tailEnd type="none" w="sm" len="lg"/>
                </a:ln>
                <a:effectLst/>
              </p:spPr>
              <p:txBody>
                <a:bodyPr wrap="none" anchor="ctr"/>
                <a:lstStyle/>
                <a:p>
                  <a:endParaRPr lang="zh-CN" altLang="en-US" sz="2800"/>
                </a:p>
              </p:txBody>
            </p:sp>
          </p:grpSp>
          <p:sp>
            <p:nvSpPr>
              <p:cNvPr id="157707" name="Line 11"/>
              <p:cNvSpPr>
                <a:spLocks noChangeShapeType="1"/>
              </p:cNvSpPr>
              <p:nvPr/>
            </p:nvSpPr>
            <p:spPr bwMode="auto">
              <a:xfrm flipV="1">
                <a:off x="4992" y="1440"/>
                <a:ext cx="288" cy="336"/>
              </a:xfrm>
              <a:prstGeom prst="line">
                <a:avLst/>
              </a:prstGeom>
              <a:noFill/>
              <a:ln w="38100">
                <a:solidFill>
                  <a:srgbClr val="FF3300"/>
                </a:solidFill>
                <a:round/>
                <a:headEnd/>
                <a:tailEnd type="triangle" w="sm" len="lg"/>
              </a:ln>
              <a:effectLst/>
            </p:spPr>
            <p:txBody>
              <a:bodyPr wrap="none" anchor="ctr"/>
              <a:lstStyle/>
              <a:p>
                <a:endParaRPr lang="zh-CN" altLang="en-US" sz="2800"/>
              </a:p>
            </p:txBody>
          </p:sp>
          <p:graphicFrame>
            <p:nvGraphicFramePr>
              <p:cNvPr id="157708" name="Object 12"/>
              <p:cNvGraphicFramePr>
                <a:graphicFrameLocks noChangeAspect="1"/>
              </p:cNvGraphicFramePr>
              <p:nvPr/>
            </p:nvGraphicFramePr>
            <p:xfrm>
              <a:off x="5328" y="1392"/>
              <a:ext cx="208" cy="240"/>
            </p:xfrm>
            <a:graphic>
              <a:graphicData uri="http://schemas.openxmlformats.org/presentationml/2006/ole">
                <p:oleObj spid="_x0000_s994317" name="Equation" r:id="rId3" imgW="164880" imgH="228600" progId="Equation.3">
                  <p:embed/>
                </p:oleObj>
              </a:graphicData>
            </a:graphic>
          </p:graphicFrame>
        </p:grpSp>
        <p:grpSp>
          <p:nvGrpSpPr>
            <p:cNvPr id="6" name="Group 13"/>
            <p:cNvGrpSpPr>
              <a:grpSpLocks/>
            </p:cNvGrpSpPr>
            <p:nvPr/>
          </p:nvGrpSpPr>
          <p:grpSpPr bwMode="auto">
            <a:xfrm>
              <a:off x="3312" y="2112"/>
              <a:ext cx="505" cy="375"/>
              <a:chOff x="1152" y="2208"/>
              <a:chExt cx="262" cy="375"/>
            </a:xfrm>
          </p:grpSpPr>
          <p:sp>
            <p:nvSpPr>
              <p:cNvPr id="157710" name="Text Box 14"/>
              <p:cNvSpPr txBox="1">
                <a:spLocks noChangeArrowheads="1"/>
              </p:cNvSpPr>
              <p:nvPr/>
            </p:nvSpPr>
            <p:spPr bwMode="auto">
              <a:xfrm>
                <a:off x="1152" y="2208"/>
                <a:ext cx="121"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10000"/>
                    </a:solidFill>
                  </a:rPr>
                  <a:t>P</a:t>
                </a:r>
              </a:p>
            </p:txBody>
          </p:sp>
          <p:sp>
            <p:nvSpPr>
              <p:cNvPr id="157711" name="Text Box 15"/>
              <p:cNvSpPr txBox="1">
                <a:spLocks noChangeArrowheads="1"/>
              </p:cNvSpPr>
              <p:nvPr/>
            </p:nvSpPr>
            <p:spPr bwMode="auto">
              <a:xfrm>
                <a:off x="1296" y="2256"/>
                <a:ext cx="118" cy="327"/>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0000FF"/>
                    </a:solidFill>
                  </a:rPr>
                  <a:t>*</a:t>
                </a:r>
              </a:p>
            </p:txBody>
          </p:sp>
        </p:grpSp>
      </p:grpSp>
      <p:sp>
        <p:nvSpPr>
          <p:cNvPr id="157712" name="Text Box 16"/>
          <p:cNvSpPr txBox="1">
            <a:spLocks noChangeArrowheads="1"/>
          </p:cNvSpPr>
          <p:nvPr/>
        </p:nvSpPr>
        <p:spPr bwMode="auto">
          <a:xfrm>
            <a:off x="228600" y="762000"/>
            <a:ext cx="4572000"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一   毕奥—萨伐尔定律</a:t>
            </a:r>
          </a:p>
        </p:txBody>
      </p:sp>
      <p:sp>
        <p:nvSpPr>
          <p:cNvPr id="157713" name="Text Box 17"/>
          <p:cNvSpPr txBox="1">
            <a:spLocks noChangeArrowheads="1"/>
          </p:cNvSpPr>
          <p:nvPr/>
        </p:nvSpPr>
        <p:spPr bwMode="auto">
          <a:xfrm>
            <a:off x="381000" y="1295400"/>
            <a:ext cx="5943600" cy="519113"/>
          </a:xfrm>
          <a:prstGeom prst="rect">
            <a:avLst/>
          </a:prstGeom>
          <a:noFill/>
          <a:ln w="9525">
            <a:noFill/>
            <a:miter lim="800000"/>
            <a:headEnd/>
            <a:tailEnd/>
          </a:ln>
          <a:effectLst/>
        </p:spPr>
        <p:txBody>
          <a:bodyPr>
            <a:spAutoFit/>
          </a:bodyPr>
          <a:lstStyle/>
          <a:p>
            <a:pPr>
              <a:spcBef>
                <a:spcPct val="50000"/>
              </a:spcBef>
            </a:pPr>
            <a:r>
              <a:rPr lang="zh-CN" altLang="zh-CN" sz="2800">
                <a:solidFill>
                  <a:srgbClr val="010000"/>
                </a:solidFill>
              </a:rPr>
              <a:t>(电流元在空间产生的磁场)</a:t>
            </a:r>
            <a:endParaRPr lang="zh-CN" altLang="en-US" sz="2800">
              <a:solidFill>
                <a:srgbClr val="010000"/>
              </a:solidFill>
            </a:endParaRPr>
          </a:p>
        </p:txBody>
      </p:sp>
      <p:graphicFrame>
        <p:nvGraphicFramePr>
          <p:cNvPr id="157714" name="Object 18"/>
          <p:cNvGraphicFramePr>
            <a:graphicFrameLocks noChangeAspect="1"/>
          </p:cNvGraphicFramePr>
          <p:nvPr/>
        </p:nvGraphicFramePr>
        <p:xfrm>
          <a:off x="1066800" y="3124200"/>
          <a:ext cx="3048000" cy="1104900"/>
        </p:xfrm>
        <a:graphic>
          <a:graphicData uri="http://schemas.openxmlformats.org/presentationml/2006/ole">
            <p:oleObj spid="_x0000_s994306" name="Equation" r:id="rId4" imgW="1104840" imgH="393480" progId="Equation.3">
              <p:embed/>
            </p:oleObj>
          </a:graphicData>
        </a:graphic>
      </p:graphicFrame>
      <p:graphicFrame>
        <p:nvGraphicFramePr>
          <p:cNvPr id="157715" name="Object 19"/>
          <p:cNvGraphicFramePr>
            <a:graphicFrameLocks noChangeAspect="1"/>
          </p:cNvGraphicFramePr>
          <p:nvPr/>
        </p:nvGraphicFramePr>
        <p:xfrm>
          <a:off x="1143000" y="1920875"/>
          <a:ext cx="2590800" cy="1127125"/>
        </p:xfrm>
        <a:graphic>
          <a:graphicData uri="http://schemas.openxmlformats.org/presentationml/2006/ole">
            <p:oleObj spid="_x0000_s994307" name="Equation" r:id="rId5" imgW="1028520" imgH="419040" progId="Equation.3">
              <p:embed/>
            </p:oleObj>
          </a:graphicData>
        </a:graphic>
      </p:graphicFrame>
      <p:grpSp>
        <p:nvGrpSpPr>
          <p:cNvPr id="7" name="Group 20"/>
          <p:cNvGrpSpPr>
            <a:grpSpLocks/>
          </p:cNvGrpSpPr>
          <p:nvPr/>
        </p:nvGrpSpPr>
        <p:grpSpPr bwMode="auto">
          <a:xfrm>
            <a:off x="304800" y="4267200"/>
            <a:ext cx="4419600" cy="549275"/>
            <a:chOff x="192" y="2726"/>
            <a:chExt cx="2784" cy="346"/>
          </a:xfrm>
        </p:grpSpPr>
        <p:sp>
          <p:nvSpPr>
            <p:cNvPr id="157717" name="Text Box 21"/>
            <p:cNvSpPr txBox="1">
              <a:spLocks noChangeArrowheads="1"/>
            </p:cNvSpPr>
            <p:nvPr/>
          </p:nvSpPr>
          <p:spPr bwMode="auto">
            <a:xfrm>
              <a:off x="192" y="2736"/>
              <a:ext cx="1584"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010000"/>
                  </a:solidFill>
                </a:rPr>
                <a:t>真空磁导率 </a:t>
              </a:r>
            </a:p>
          </p:txBody>
        </p:sp>
        <p:graphicFrame>
          <p:nvGraphicFramePr>
            <p:cNvPr id="157718" name="Object 22"/>
            <p:cNvGraphicFramePr>
              <a:graphicFrameLocks noChangeAspect="1"/>
            </p:cNvGraphicFramePr>
            <p:nvPr/>
          </p:nvGraphicFramePr>
          <p:xfrm>
            <a:off x="1344" y="2726"/>
            <a:ext cx="1632" cy="346"/>
          </p:xfrm>
          <a:graphic>
            <a:graphicData uri="http://schemas.openxmlformats.org/presentationml/2006/ole">
              <p:oleObj spid="_x0000_s994316" name="Equation" r:id="rId6" imgW="1295280" imgH="241200" progId="Equation.3">
                <p:embed/>
              </p:oleObj>
            </a:graphicData>
          </a:graphic>
        </p:graphicFrame>
      </p:grpSp>
      <p:grpSp>
        <p:nvGrpSpPr>
          <p:cNvPr id="8" name="Group 23"/>
          <p:cNvGrpSpPr>
            <a:grpSpLocks/>
          </p:cNvGrpSpPr>
          <p:nvPr/>
        </p:nvGrpSpPr>
        <p:grpSpPr bwMode="auto">
          <a:xfrm>
            <a:off x="6400800" y="3657600"/>
            <a:ext cx="914400" cy="533400"/>
            <a:chOff x="4080" y="2352"/>
            <a:chExt cx="576" cy="336"/>
          </a:xfrm>
        </p:grpSpPr>
        <p:sp>
          <p:nvSpPr>
            <p:cNvPr id="157720" name="AutoShape 24"/>
            <p:cNvSpPr>
              <a:spLocks noChangeArrowheads="1"/>
            </p:cNvSpPr>
            <p:nvPr/>
          </p:nvSpPr>
          <p:spPr bwMode="auto">
            <a:xfrm rot="-2048553">
              <a:off x="4080" y="2352"/>
              <a:ext cx="434" cy="144"/>
            </a:xfrm>
            <a:prstGeom prst="rightArrow">
              <a:avLst>
                <a:gd name="adj1" fmla="val 50000"/>
                <a:gd name="adj2" fmla="val 75347"/>
              </a:avLst>
            </a:prstGeom>
            <a:solidFill>
              <a:schemeClr val="folHlink"/>
            </a:solidFill>
            <a:ln w="28575">
              <a:solidFill>
                <a:srgbClr val="FF0000"/>
              </a:solidFill>
              <a:miter lim="800000"/>
              <a:headEnd/>
              <a:tailEnd/>
            </a:ln>
            <a:effectLst/>
          </p:spPr>
          <p:txBody>
            <a:bodyPr wrap="none" anchor="ctr"/>
            <a:lstStyle/>
            <a:p>
              <a:endParaRPr lang="zh-CN" altLang="en-US" sz="2800"/>
            </a:p>
          </p:txBody>
        </p:sp>
        <p:graphicFrame>
          <p:nvGraphicFramePr>
            <p:cNvPr id="157721" name="Object 25"/>
            <p:cNvGraphicFramePr>
              <a:graphicFrameLocks noChangeAspect="1"/>
            </p:cNvGraphicFramePr>
            <p:nvPr/>
          </p:nvGraphicFramePr>
          <p:xfrm>
            <a:off x="4272" y="2400"/>
            <a:ext cx="384" cy="288"/>
          </p:xfrm>
          <a:graphic>
            <a:graphicData uri="http://schemas.openxmlformats.org/presentationml/2006/ole">
              <p:oleObj spid="_x0000_s994315" name="Equation" r:id="rId7" imgW="393480" imgH="291960" progId="Equation.3">
                <p:embed/>
              </p:oleObj>
            </a:graphicData>
          </a:graphic>
        </p:graphicFrame>
      </p:grpSp>
      <p:grpSp>
        <p:nvGrpSpPr>
          <p:cNvPr id="9" name="Group 26"/>
          <p:cNvGrpSpPr>
            <a:grpSpLocks/>
          </p:cNvGrpSpPr>
          <p:nvPr/>
        </p:nvGrpSpPr>
        <p:grpSpPr bwMode="auto">
          <a:xfrm>
            <a:off x="5486400" y="2465388"/>
            <a:ext cx="457200" cy="1192212"/>
            <a:chOff x="3552" y="1505"/>
            <a:chExt cx="288" cy="751"/>
          </a:xfrm>
        </p:grpSpPr>
        <p:sp>
          <p:nvSpPr>
            <p:cNvPr id="157723" name="Line 27"/>
            <p:cNvSpPr>
              <a:spLocks noChangeShapeType="1"/>
            </p:cNvSpPr>
            <p:nvPr/>
          </p:nvSpPr>
          <p:spPr bwMode="auto">
            <a:xfrm flipV="1">
              <a:off x="3600" y="1712"/>
              <a:ext cx="0" cy="544"/>
            </a:xfrm>
            <a:prstGeom prst="line">
              <a:avLst/>
            </a:prstGeom>
            <a:noFill/>
            <a:ln w="38100">
              <a:solidFill>
                <a:srgbClr val="FF3300"/>
              </a:solidFill>
              <a:round/>
              <a:headEnd/>
              <a:tailEnd type="triangle" w="sm" len="lg"/>
            </a:ln>
            <a:effectLst/>
          </p:spPr>
          <p:txBody>
            <a:bodyPr wrap="none" anchor="ctr"/>
            <a:lstStyle/>
            <a:p>
              <a:endParaRPr lang="zh-CN" altLang="en-US" sz="2800"/>
            </a:p>
          </p:txBody>
        </p:sp>
        <p:graphicFrame>
          <p:nvGraphicFramePr>
            <p:cNvPr id="157724" name="Object 28"/>
            <p:cNvGraphicFramePr>
              <a:graphicFrameLocks noChangeAspect="1"/>
            </p:cNvGraphicFramePr>
            <p:nvPr/>
          </p:nvGraphicFramePr>
          <p:xfrm>
            <a:off x="3552" y="1505"/>
            <a:ext cx="288" cy="271"/>
          </p:xfrm>
          <a:graphic>
            <a:graphicData uri="http://schemas.openxmlformats.org/presentationml/2006/ole">
              <p:oleObj spid="_x0000_s994314" name="Equation" r:id="rId8" imgW="330120" imgH="279360" progId="Equation.3">
                <p:embed/>
              </p:oleObj>
            </a:graphicData>
          </a:graphic>
        </p:graphicFrame>
      </p:grpSp>
      <p:grpSp>
        <p:nvGrpSpPr>
          <p:cNvPr id="10" name="Group 29"/>
          <p:cNvGrpSpPr>
            <a:grpSpLocks/>
          </p:cNvGrpSpPr>
          <p:nvPr/>
        </p:nvGrpSpPr>
        <p:grpSpPr bwMode="auto">
          <a:xfrm>
            <a:off x="304800" y="4876800"/>
            <a:ext cx="8077200" cy="1552575"/>
            <a:chOff x="192" y="3129"/>
            <a:chExt cx="5088" cy="978"/>
          </a:xfrm>
        </p:grpSpPr>
        <p:graphicFrame>
          <p:nvGraphicFramePr>
            <p:cNvPr id="157726" name="Object 30"/>
            <p:cNvGraphicFramePr>
              <a:graphicFrameLocks noChangeAspect="1"/>
            </p:cNvGraphicFramePr>
            <p:nvPr/>
          </p:nvGraphicFramePr>
          <p:xfrm>
            <a:off x="2784" y="3360"/>
            <a:ext cx="2496" cy="747"/>
          </p:xfrm>
          <a:graphic>
            <a:graphicData uri="http://schemas.openxmlformats.org/presentationml/2006/ole">
              <p:oleObj spid="_x0000_s994313" name="Equation" r:id="rId9" imgW="1447560" imgH="419040" progId="Equation.3">
                <p:embed/>
              </p:oleObj>
            </a:graphicData>
          </a:graphic>
        </p:graphicFrame>
        <p:sp>
          <p:nvSpPr>
            <p:cNvPr id="157727" name="Text Box 31"/>
            <p:cNvSpPr txBox="1">
              <a:spLocks noChangeArrowheads="1"/>
            </p:cNvSpPr>
            <p:nvPr/>
          </p:nvSpPr>
          <p:spPr bwMode="auto">
            <a:xfrm>
              <a:off x="192" y="3129"/>
              <a:ext cx="4848" cy="327"/>
            </a:xfrm>
            <a:prstGeom prst="rect">
              <a:avLst/>
            </a:prstGeom>
            <a:noFill/>
            <a:ln w="9525">
              <a:noFill/>
              <a:miter lim="800000"/>
              <a:headEnd/>
              <a:tailEnd/>
            </a:ln>
            <a:effectLst/>
          </p:spPr>
          <p:txBody>
            <a:bodyPr>
              <a:spAutoFit/>
            </a:bodyPr>
            <a:lstStyle/>
            <a:p>
              <a:pPr>
                <a:spcBef>
                  <a:spcPct val="50000"/>
                </a:spcBef>
                <a:buFontTx/>
                <a:buBlip>
                  <a:blip r:embed="rId10"/>
                </a:buBlip>
              </a:pPr>
              <a:r>
                <a:rPr lang="zh-CN" altLang="en-US" sz="2800">
                  <a:solidFill>
                    <a:srgbClr val="010000"/>
                  </a:solidFill>
                </a:rPr>
                <a:t>    任意载流导线在点 </a:t>
              </a:r>
              <a:r>
                <a:rPr lang="en-US" altLang="zh-CN" sz="2800" b="0">
                  <a:solidFill>
                    <a:srgbClr val="010000"/>
                  </a:solidFill>
                </a:rPr>
                <a:t>P</a:t>
              </a:r>
              <a:r>
                <a:rPr lang="en-US" altLang="zh-CN" sz="2800">
                  <a:solidFill>
                    <a:srgbClr val="010000"/>
                  </a:solidFill>
                </a:rPr>
                <a:t> </a:t>
              </a:r>
              <a:r>
                <a:rPr lang="zh-CN" altLang="en-US" sz="2800">
                  <a:solidFill>
                    <a:srgbClr val="010000"/>
                  </a:solidFill>
                </a:rPr>
                <a:t>处的磁感强度</a:t>
              </a:r>
            </a:p>
          </p:txBody>
        </p:sp>
        <p:sp>
          <p:nvSpPr>
            <p:cNvPr id="157728" name="Rectangle 32"/>
            <p:cNvSpPr>
              <a:spLocks noChangeArrowheads="1"/>
            </p:cNvSpPr>
            <p:nvPr/>
          </p:nvSpPr>
          <p:spPr bwMode="auto">
            <a:xfrm>
              <a:off x="624" y="3552"/>
              <a:ext cx="2640" cy="327"/>
            </a:xfrm>
            <a:prstGeom prst="rect">
              <a:avLst/>
            </a:prstGeom>
            <a:noFill/>
            <a:ln w="9525">
              <a:noFill/>
              <a:miter lim="800000"/>
              <a:headEnd/>
              <a:tailEnd/>
            </a:ln>
            <a:effectLst/>
          </p:spPr>
          <p:txBody>
            <a:bodyPr>
              <a:spAutoFit/>
            </a:bodyPr>
            <a:lstStyle/>
            <a:p>
              <a:r>
                <a:rPr lang="zh-CN" altLang="en-US" sz="2800">
                  <a:solidFill>
                    <a:srgbClr val="CC0000"/>
                  </a:solidFill>
                </a:rPr>
                <a:t>磁感强度叠加原理</a:t>
              </a:r>
              <a:endParaRPr lang="zh-CN" altLang="en-US" sz="2800">
                <a:solidFill>
                  <a:srgbClr val="010000"/>
                </a:solidFill>
              </a:endParaRPr>
            </a:p>
          </p:txBody>
        </p:sp>
      </p:grpSp>
      <p:grpSp>
        <p:nvGrpSpPr>
          <p:cNvPr id="11" name="Group 33"/>
          <p:cNvGrpSpPr>
            <a:grpSpLocks/>
          </p:cNvGrpSpPr>
          <p:nvPr/>
        </p:nvGrpSpPr>
        <p:grpSpPr bwMode="auto">
          <a:xfrm>
            <a:off x="6184900" y="3352800"/>
            <a:ext cx="520700" cy="533400"/>
            <a:chOff x="3985" y="2064"/>
            <a:chExt cx="350" cy="336"/>
          </a:xfrm>
        </p:grpSpPr>
        <p:sp>
          <p:nvSpPr>
            <p:cNvPr id="157730" name="Arc 34"/>
            <p:cNvSpPr>
              <a:spLocks/>
            </p:cNvSpPr>
            <p:nvPr/>
          </p:nvSpPr>
          <p:spPr bwMode="auto">
            <a:xfrm flipH="1">
              <a:off x="3985" y="2304"/>
              <a:ext cx="350" cy="96"/>
            </a:xfrm>
            <a:custGeom>
              <a:avLst/>
              <a:gdLst>
                <a:gd name="G0" fmla="+- 4685 0 0"/>
                <a:gd name="G1" fmla="+- 21600 0 0"/>
                <a:gd name="G2" fmla="+- 21600 0 0"/>
                <a:gd name="T0" fmla="*/ 0 w 26285"/>
                <a:gd name="T1" fmla="*/ 514 h 21600"/>
                <a:gd name="T2" fmla="*/ 26285 w 26285"/>
                <a:gd name="T3" fmla="*/ 21600 h 21600"/>
                <a:gd name="T4" fmla="*/ 4685 w 26285"/>
                <a:gd name="T5" fmla="*/ 21600 h 21600"/>
              </a:gdLst>
              <a:ahLst/>
              <a:cxnLst>
                <a:cxn ang="0">
                  <a:pos x="T0" y="T1"/>
                </a:cxn>
                <a:cxn ang="0">
                  <a:pos x="T2" y="T3"/>
                </a:cxn>
                <a:cxn ang="0">
                  <a:pos x="T4" y="T5"/>
                </a:cxn>
              </a:cxnLst>
              <a:rect l="0" t="0" r="r" b="b"/>
              <a:pathLst>
                <a:path w="26285" h="21600" fill="none" extrusionOk="0">
                  <a:moveTo>
                    <a:pt x="0" y="514"/>
                  </a:moveTo>
                  <a:cubicBezTo>
                    <a:pt x="1538" y="172"/>
                    <a:pt x="3109" y="-1"/>
                    <a:pt x="4685" y="0"/>
                  </a:cubicBezTo>
                  <a:cubicBezTo>
                    <a:pt x="16614" y="0"/>
                    <a:pt x="26285" y="9670"/>
                    <a:pt x="26285" y="21600"/>
                  </a:cubicBezTo>
                </a:path>
                <a:path w="26285" h="21600" stroke="0" extrusionOk="0">
                  <a:moveTo>
                    <a:pt x="0" y="514"/>
                  </a:moveTo>
                  <a:cubicBezTo>
                    <a:pt x="1538" y="172"/>
                    <a:pt x="3109" y="-1"/>
                    <a:pt x="4685" y="0"/>
                  </a:cubicBezTo>
                  <a:cubicBezTo>
                    <a:pt x="16614" y="0"/>
                    <a:pt x="26285" y="9670"/>
                    <a:pt x="26285" y="21600"/>
                  </a:cubicBezTo>
                  <a:lnTo>
                    <a:pt x="4685" y="21600"/>
                  </a:lnTo>
                  <a:close/>
                </a:path>
              </a:pathLst>
            </a:custGeom>
            <a:noFill/>
            <a:ln w="28575">
              <a:solidFill>
                <a:srgbClr val="0000FF"/>
              </a:solidFill>
              <a:round/>
              <a:headEnd/>
              <a:tailEnd type="none" w="sm" len="lg"/>
            </a:ln>
            <a:effectLst/>
          </p:spPr>
          <p:txBody>
            <a:bodyPr wrap="none" anchor="ctr"/>
            <a:lstStyle/>
            <a:p>
              <a:endParaRPr lang="zh-CN" altLang="en-US" sz="2800"/>
            </a:p>
          </p:txBody>
        </p:sp>
        <p:graphicFrame>
          <p:nvGraphicFramePr>
            <p:cNvPr id="157731" name="Object 35"/>
            <p:cNvGraphicFramePr>
              <a:graphicFrameLocks noChangeAspect="1"/>
            </p:cNvGraphicFramePr>
            <p:nvPr/>
          </p:nvGraphicFramePr>
          <p:xfrm>
            <a:off x="4080" y="2064"/>
            <a:ext cx="211" cy="296"/>
          </p:xfrm>
          <a:graphic>
            <a:graphicData uri="http://schemas.openxmlformats.org/presentationml/2006/ole">
              <p:oleObj spid="_x0000_s994312" name="公式" r:id="rId11" imgW="126720" imgH="177480" progId="Equation.3">
                <p:embed/>
              </p:oleObj>
            </a:graphicData>
          </a:graphic>
        </p:graphicFrame>
      </p:grpSp>
      <p:grpSp>
        <p:nvGrpSpPr>
          <p:cNvPr id="12" name="Group 36"/>
          <p:cNvGrpSpPr>
            <a:grpSpLocks/>
          </p:cNvGrpSpPr>
          <p:nvPr/>
        </p:nvGrpSpPr>
        <p:grpSpPr bwMode="auto">
          <a:xfrm>
            <a:off x="5562600" y="3657600"/>
            <a:ext cx="914400" cy="646113"/>
            <a:chOff x="3504" y="2304"/>
            <a:chExt cx="576" cy="407"/>
          </a:xfrm>
        </p:grpSpPr>
        <p:graphicFrame>
          <p:nvGraphicFramePr>
            <p:cNvPr id="157733" name="Object 37"/>
            <p:cNvGraphicFramePr>
              <a:graphicFrameLocks noChangeAspect="1"/>
            </p:cNvGraphicFramePr>
            <p:nvPr/>
          </p:nvGraphicFramePr>
          <p:xfrm>
            <a:off x="3505" y="2352"/>
            <a:ext cx="239" cy="359"/>
          </p:xfrm>
          <a:graphic>
            <a:graphicData uri="http://schemas.openxmlformats.org/presentationml/2006/ole">
              <p:oleObj spid="_x0000_s994311" name="公式" r:id="rId12" imgW="126720" imgH="152280" progId="Equation.3">
                <p:embed/>
              </p:oleObj>
            </a:graphicData>
          </a:graphic>
        </p:graphicFrame>
        <p:sp>
          <p:nvSpPr>
            <p:cNvPr id="157734" name="Line 38"/>
            <p:cNvSpPr>
              <a:spLocks noChangeShapeType="1"/>
            </p:cNvSpPr>
            <p:nvPr/>
          </p:nvSpPr>
          <p:spPr bwMode="auto">
            <a:xfrm flipH="1" flipV="1">
              <a:off x="3504" y="2304"/>
              <a:ext cx="576" cy="192"/>
            </a:xfrm>
            <a:prstGeom prst="line">
              <a:avLst/>
            </a:prstGeom>
            <a:noFill/>
            <a:ln w="28575">
              <a:solidFill>
                <a:srgbClr val="CC00CC"/>
              </a:solidFill>
              <a:round/>
              <a:headEnd/>
              <a:tailEnd type="triangle" w="med" len="med"/>
            </a:ln>
            <a:effectLst/>
          </p:spPr>
          <p:txBody>
            <a:bodyPr wrap="none" anchor="ctr"/>
            <a:lstStyle/>
            <a:p>
              <a:endParaRPr lang="zh-CN" altLang="en-US" sz="2800"/>
            </a:p>
          </p:txBody>
        </p:sp>
      </p:grpSp>
      <p:grpSp>
        <p:nvGrpSpPr>
          <p:cNvPr id="13" name="Group 39"/>
          <p:cNvGrpSpPr>
            <a:grpSpLocks/>
          </p:cNvGrpSpPr>
          <p:nvPr/>
        </p:nvGrpSpPr>
        <p:grpSpPr bwMode="auto">
          <a:xfrm>
            <a:off x="6629400" y="990600"/>
            <a:ext cx="1447800" cy="1665288"/>
            <a:chOff x="4080" y="624"/>
            <a:chExt cx="912" cy="1049"/>
          </a:xfrm>
        </p:grpSpPr>
        <p:pic>
          <p:nvPicPr>
            <p:cNvPr id="157736" name="Picture 40" descr="A:\wltx1.gif"/>
            <p:cNvPicPr preferRelativeResize="0">
              <a:picLocks noChangeAspect="1" noChangeArrowheads="1"/>
            </p:cNvPicPr>
            <p:nvPr/>
          </p:nvPicPr>
          <p:blipFill>
            <a:blip r:embed="rId13"/>
            <a:srcRect/>
            <a:stretch>
              <a:fillRect/>
            </a:stretch>
          </p:blipFill>
          <p:spPr bwMode="auto">
            <a:xfrm>
              <a:off x="4272" y="768"/>
              <a:ext cx="612" cy="905"/>
            </a:xfrm>
            <a:prstGeom prst="rect">
              <a:avLst/>
            </a:prstGeom>
            <a:solidFill>
              <a:schemeClr val="bg1"/>
            </a:solidFill>
            <a:ln w="9525">
              <a:noFill/>
              <a:miter lim="800000"/>
              <a:headEnd/>
              <a:tailEnd/>
            </a:ln>
          </p:spPr>
        </p:pic>
        <p:sp>
          <p:nvSpPr>
            <p:cNvPr id="157737" name="AutoShape 41"/>
            <p:cNvSpPr>
              <a:spLocks noChangeArrowheads="1"/>
            </p:cNvSpPr>
            <p:nvPr/>
          </p:nvSpPr>
          <p:spPr bwMode="auto">
            <a:xfrm>
              <a:off x="4080" y="960"/>
              <a:ext cx="192" cy="336"/>
            </a:xfrm>
            <a:prstGeom prst="curvedRightArrow">
              <a:avLst>
                <a:gd name="adj1" fmla="val 35000"/>
                <a:gd name="adj2" fmla="val 70000"/>
                <a:gd name="adj3" fmla="val 33333"/>
              </a:avLst>
            </a:prstGeom>
            <a:solidFill>
              <a:schemeClr val="folHlink"/>
            </a:solidFill>
            <a:ln w="28575">
              <a:solidFill>
                <a:srgbClr val="D60093"/>
              </a:solidFill>
              <a:miter lim="800000"/>
              <a:headEnd/>
              <a:tailEnd/>
            </a:ln>
            <a:effectLst/>
          </p:spPr>
          <p:txBody>
            <a:bodyPr wrap="none" anchor="ctr"/>
            <a:lstStyle/>
            <a:p>
              <a:endParaRPr lang="zh-CN" altLang="en-US" sz="2800"/>
            </a:p>
          </p:txBody>
        </p:sp>
        <p:graphicFrame>
          <p:nvGraphicFramePr>
            <p:cNvPr id="157738" name="Object 42"/>
            <p:cNvGraphicFramePr>
              <a:graphicFrameLocks noChangeAspect="1"/>
            </p:cNvGraphicFramePr>
            <p:nvPr/>
          </p:nvGraphicFramePr>
          <p:xfrm>
            <a:off x="4080" y="672"/>
            <a:ext cx="336" cy="269"/>
          </p:xfrm>
          <a:graphic>
            <a:graphicData uri="http://schemas.openxmlformats.org/presentationml/2006/ole">
              <p:oleObj spid="_x0000_s994308" name="Equation" r:id="rId14" imgW="393480" imgH="291960" progId="Equation.3">
                <p:embed/>
              </p:oleObj>
            </a:graphicData>
          </a:graphic>
        </p:graphicFrame>
        <p:graphicFrame>
          <p:nvGraphicFramePr>
            <p:cNvPr id="157739" name="Object 43"/>
            <p:cNvGraphicFramePr>
              <a:graphicFrameLocks noChangeAspect="1"/>
            </p:cNvGraphicFramePr>
            <p:nvPr/>
          </p:nvGraphicFramePr>
          <p:xfrm>
            <a:off x="4080" y="1309"/>
            <a:ext cx="192" cy="260"/>
          </p:xfrm>
          <a:graphic>
            <a:graphicData uri="http://schemas.openxmlformats.org/presentationml/2006/ole">
              <p:oleObj spid="_x0000_s994309" name="Equation" r:id="rId15" imgW="177480" imgH="215640" progId="Equation.3">
                <p:embed/>
              </p:oleObj>
            </a:graphicData>
          </a:graphic>
        </p:graphicFrame>
        <p:grpSp>
          <p:nvGrpSpPr>
            <p:cNvPr id="14" name="Group 44"/>
            <p:cNvGrpSpPr>
              <a:grpSpLocks/>
            </p:cNvGrpSpPr>
            <p:nvPr/>
          </p:nvGrpSpPr>
          <p:grpSpPr bwMode="auto">
            <a:xfrm>
              <a:off x="4656" y="624"/>
              <a:ext cx="336" cy="384"/>
              <a:chOff x="4848" y="624"/>
              <a:chExt cx="336" cy="384"/>
            </a:xfrm>
          </p:grpSpPr>
          <p:graphicFrame>
            <p:nvGraphicFramePr>
              <p:cNvPr id="157741" name="Object 45"/>
              <p:cNvGraphicFramePr>
                <a:graphicFrameLocks noChangeAspect="1"/>
              </p:cNvGraphicFramePr>
              <p:nvPr/>
            </p:nvGraphicFramePr>
            <p:xfrm>
              <a:off x="4863" y="632"/>
              <a:ext cx="321" cy="280"/>
            </p:xfrm>
            <a:graphic>
              <a:graphicData uri="http://schemas.openxmlformats.org/presentationml/2006/ole">
                <p:oleObj spid="_x0000_s994310" name="Equation" r:id="rId16" imgW="330120" imgH="279360" progId="Equation.3">
                  <p:embed/>
                </p:oleObj>
              </a:graphicData>
            </a:graphic>
          </p:graphicFrame>
          <p:sp>
            <p:nvSpPr>
              <p:cNvPr id="157742" name="Line 46"/>
              <p:cNvSpPr>
                <a:spLocks noChangeShapeType="1"/>
              </p:cNvSpPr>
              <p:nvPr/>
            </p:nvSpPr>
            <p:spPr bwMode="auto">
              <a:xfrm flipV="1">
                <a:off x="4848" y="624"/>
                <a:ext cx="0" cy="384"/>
              </a:xfrm>
              <a:prstGeom prst="line">
                <a:avLst/>
              </a:prstGeom>
              <a:noFill/>
              <a:ln w="38100">
                <a:solidFill>
                  <a:srgbClr val="FF5050"/>
                </a:solidFill>
                <a:round/>
                <a:headEnd/>
                <a:tailEnd type="triangle" w="sm" len="lg"/>
              </a:ln>
              <a:effectLst/>
            </p:spPr>
            <p:txBody>
              <a:bodyPr wrap="none"/>
              <a:lstStyle/>
              <a:p>
                <a:endParaRPr lang="zh-CN" altLang="en-US" sz="2800"/>
              </a:p>
            </p:txBody>
          </p:sp>
        </p:grpSp>
      </p:grpSp>
      <p:sp>
        <p:nvSpPr>
          <p:cNvPr id="47" name="Rectangle 16"/>
          <p:cNvSpPr>
            <a:spLocks noChangeArrowheads="1"/>
          </p:cNvSpPr>
          <p:nvPr/>
        </p:nvSpPr>
        <p:spPr bwMode="auto">
          <a:xfrm>
            <a:off x="152400" y="152400"/>
            <a:ext cx="54102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-4 </a:t>
            </a:r>
            <a:r>
              <a:rPr lang="zh-CN" altLang="en-US" sz="3600" b="1" dirty="0" smtClean="0">
                <a:solidFill>
                  <a:srgbClr val="000066"/>
                </a:solidFill>
                <a:latin typeface="+mj-ea"/>
                <a:ea typeface="+mj-ea"/>
                <a:cs typeface="Times New Roman"/>
              </a:rPr>
              <a:t>毕奥</a:t>
            </a:r>
            <a:r>
              <a:rPr lang="en-US" altLang="zh-CN" sz="3600" b="1" dirty="0" smtClean="0">
                <a:solidFill>
                  <a:srgbClr val="000066"/>
                </a:solidFill>
                <a:latin typeface="+mj-ea"/>
                <a:ea typeface="+mj-ea"/>
                <a:cs typeface="Times New Roman"/>
              </a:rPr>
              <a:t>-</a:t>
            </a:r>
            <a:r>
              <a:rPr lang="zh-CN" altLang="en-US" sz="3600" b="1" dirty="0" smtClean="0">
                <a:solidFill>
                  <a:srgbClr val="000066"/>
                </a:solidFill>
                <a:latin typeface="+mj-ea"/>
                <a:ea typeface="+mj-ea"/>
                <a:cs typeface="Times New Roman"/>
              </a:rPr>
              <a:t>萨伐尔定律</a:t>
            </a:r>
            <a:endParaRPr lang="en-US" altLang="zh-CN" sz="3600" b="1" dirty="0">
              <a:solidFill>
                <a:srgbClr val="000066"/>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57713"/>
                                        </p:tgtEl>
                                        <p:attrNameLst>
                                          <p:attrName>style.visibility</p:attrName>
                                        </p:attrNameLst>
                                      </p:cBhvr>
                                      <p:to>
                                        <p:strVal val="visible"/>
                                      </p:to>
                                    </p:set>
                                    <p:animEffect transition="in" filter="blinds(vertical)">
                                      <p:cBhvr>
                                        <p:cTn id="7" dur="500"/>
                                        <p:tgtEl>
                                          <p:spTgt spid="1577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9"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up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57715"/>
                                        </p:tgtEl>
                                        <p:attrNameLst>
                                          <p:attrName>style.visibility</p:attrName>
                                        </p:attrNameLst>
                                      </p:cBhvr>
                                      <p:to>
                                        <p:strVal val="visible"/>
                                      </p:to>
                                    </p:set>
                                    <p:animEffect transition="in" filter="blinds(vertical)">
                                      <p:cBhvr>
                                        <p:cTn id="27" dur="500"/>
                                        <p:tgtEl>
                                          <p:spTgt spid="1577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trips(upRigh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157714"/>
                                        </p:tgtEl>
                                        <p:attrNameLst>
                                          <p:attrName>style.visibility</p:attrName>
                                        </p:attrNameLst>
                                      </p:cBhvr>
                                      <p:to>
                                        <p:strVal val="visible"/>
                                      </p:to>
                                    </p:set>
                                    <p:animEffect transition="in" filter="blinds(vertical)">
                                      <p:cBhvr>
                                        <p:cTn id="42" dur="500"/>
                                        <p:tgtEl>
                                          <p:spTgt spid="15771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linds(horizontal)">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blinds(horizontal)">
                                      <p:cBhvr>
                                        <p:cTn id="5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1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0" y="1684338"/>
            <a:ext cx="8305800" cy="4395787"/>
            <a:chOff x="480" y="1305"/>
            <a:chExt cx="5232" cy="2769"/>
          </a:xfrm>
        </p:grpSpPr>
        <p:grpSp>
          <p:nvGrpSpPr>
            <p:cNvPr id="3" name="Group 3"/>
            <p:cNvGrpSpPr>
              <a:grpSpLocks/>
            </p:cNvGrpSpPr>
            <p:nvPr/>
          </p:nvGrpSpPr>
          <p:grpSpPr bwMode="auto">
            <a:xfrm>
              <a:off x="480" y="1305"/>
              <a:ext cx="5232" cy="2769"/>
              <a:chOff x="480" y="1305"/>
              <a:chExt cx="5232" cy="2769"/>
            </a:xfrm>
          </p:grpSpPr>
          <p:grpSp>
            <p:nvGrpSpPr>
              <p:cNvPr id="4" name="Group 4"/>
              <p:cNvGrpSpPr>
                <a:grpSpLocks/>
              </p:cNvGrpSpPr>
              <p:nvPr/>
            </p:nvGrpSpPr>
            <p:grpSpPr bwMode="auto">
              <a:xfrm>
                <a:off x="480" y="1728"/>
                <a:ext cx="2496" cy="2346"/>
                <a:chOff x="480" y="1728"/>
                <a:chExt cx="2496" cy="2346"/>
              </a:xfrm>
            </p:grpSpPr>
            <p:sp>
              <p:nvSpPr>
                <p:cNvPr id="158725" name="Rectangle 5"/>
                <p:cNvSpPr>
                  <a:spLocks noChangeArrowheads="1"/>
                </p:cNvSpPr>
                <p:nvPr/>
              </p:nvSpPr>
              <p:spPr bwMode="auto">
                <a:xfrm>
                  <a:off x="480" y="1728"/>
                  <a:ext cx="2496" cy="2256"/>
                </a:xfrm>
                <a:prstGeom prst="rect">
                  <a:avLst/>
                </a:prstGeom>
                <a:solidFill>
                  <a:schemeClr val="bg1"/>
                </a:solidFill>
                <a:ln w="9525">
                  <a:solidFill>
                    <a:schemeClr val="tx1"/>
                  </a:solidFill>
                  <a:miter lim="800000"/>
                  <a:headEnd/>
                  <a:tailEnd/>
                </a:ln>
                <a:effectLst/>
              </p:spPr>
              <p:txBody>
                <a:bodyPr wrap="none" anchor="ctr"/>
                <a:lstStyle/>
                <a:p>
                  <a:pPr algn="ctr"/>
                  <a:endParaRPr lang="zh-CN" altLang="en-US" sz="2800"/>
                </a:p>
              </p:txBody>
            </p:sp>
            <p:sp>
              <p:nvSpPr>
                <p:cNvPr id="158726" name="Oval 6"/>
                <p:cNvSpPr>
                  <a:spLocks noChangeArrowheads="1"/>
                </p:cNvSpPr>
                <p:nvPr/>
              </p:nvSpPr>
              <p:spPr bwMode="auto">
                <a:xfrm>
                  <a:off x="912" y="2112"/>
                  <a:ext cx="1632" cy="1584"/>
                </a:xfrm>
                <a:prstGeom prst="ellipse">
                  <a:avLst/>
                </a:prstGeom>
                <a:noFill/>
                <a:ln w="22225">
                  <a:solidFill>
                    <a:srgbClr val="000000"/>
                  </a:solidFill>
                  <a:prstDash val="dash"/>
                  <a:round/>
                  <a:headEnd/>
                  <a:tailEnd/>
                </a:ln>
                <a:effectLst/>
              </p:spPr>
              <p:txBody>
                <a:bodyPr wrap="none" anchor="ctr"/>
                <a:lstStyle/>
                <a:p>
                  <a:endParaRPr lang="zh-CN" altLang="en-US" sz="2800"/>
                </a:p>
              </p:txBody>
            </p:sp>
            <p:sp>
              <p:nvSpPr>
                <p:cNvPr id="158727" name="Line 7"/>
                <p:cNvSpPr>
                  <a:spLocks noChangeShapeType="1"/>
                </p:cNvSpPr>
                <p:nvPr/>
              </p:nvSpPr>
              <p:spPr bwMode="auto">
                <a:xfrm>
                  <a:off x="1680" y="2112"/>
                  <a:ext cx="0" cy="1584"/>
                </a:xfrm>
                <a:prstGeom prst="line">
                  <a:avLst/>
                </a:prstGeom>
                <a:noFill/>
                <a:ln w="19050">
                  <a:solidFill>
                    <a:srgbClr val="000000"/>
                  </a:solidFill>
                  <a:prstDash val="dash"/>
                  <a:round/>
                  <a:headEnd/>
                  <a:tailEnd/>
                </a:ln>
                <a:effectLst/>
              </p:spPr>
              <p:txBody>
                <a:bodyPr wrap="none" anchor="ctr"/>
                <a:lstStyle/>
                <a:p>
                  <a:endParaRPr lang="zh-CN" altLang="en-US" sz="2800"/>
                </a:p>
              </p:txBody>
            </p:sp>
            <p:sp>
              <p:nvSpPr>
                <p:cNvPr id="158728" name="Line 8"/>
                <p:cNvSpPr>
                  <a:spLocks noChangeShapeType="1"/>
                </p:cNvSpPr>
                <p:nvPr/>
              </p:nvSpPr>
              <p:spPr bwMode="auto">
                <a:xfrm>
                  <a:off x="912" y="2880"/>
                  <a:ext cx="1632" cy="0"/>
                </a:xfrm>
                <a:prstGeom prst="line">
                  <a:avLst/>
                </a:prstGeom>
                <a:noFill/>
                <a:ln w="19050">
                  <a:solidFill>
                    <a:srgbClr val="000000"/>
                  </a:solidFill>
                  <a:prstDash val="dash"/>
                  <a:round/>
                  <a:headEnd/>
                  <a:tailEnd/>
                </a:ln>
                <a:effectLst/>
              </p:spPr>
              <p:txBody>
                <a:bodyPr wrap="none" anchor="ctr"/>
                <a:lstStyle/>
                <a:p>
                  <a:endParaRPr lang="zh-CN" altLang="en-US" sz="2800"/>
                </a:p>
              </p:txBody>
            </p:sp>
            <p:sp>
              <p:nvSpPr>
                <p:cNvPr id="158729" name="Line 9"/>
                <p:cNvSpPr>
                  <a:spLocks noChangeShapeType="1"/>
                </p:cNvSpPr>
                <p:nvPr/>
              </p:nvSpPr>
              <p:spPr bwMode="auto">
                <a:xfrm flipV="1">
                  <a:off x="1104" y="2304"/>
                  <a:ext cx="1200" cy="1104"/>
                </a:xfrm>
                <a:prstGeom prst="line">
                  <a:avLst/>
                </a:prstGeom>
                <a:noFill/>
                <a:ln w="19050">
                  <a:solidFill>
                    <a:srgbClr val="000000"/>
                  </a:solidFill>
                  <a:prstDash val="dash"/>
                  <a:round/>
                  <a:headEnd/>
                  <a:tailEnd/>
                </a:ln>
                <a:effectLst/>
              </p:spPr>
              <p:txBody>
                <a:bodyPr wrap="none" anchor="ctr"/>
                <a:lstStyle/>
                <a:p>
                  <a:endParaRPr lang="zh-CN" altLang="en-US" sz="2800"/>
                </a:p>
              </p:txBody>
            </p:sp>
            <p:sp>
              <p:nvSpPr>
                <p:cNvPr id="158730" name="Line 10"/>
                <p:cNvSpPr>
                  <a:spLocks noChangeShapeType="1"/>
                </p:cNvSpPr>
                <p:nvPr/>
              </p:nvSpPr>
              <p:spPr bwMode="auto">
                <a:xfrm>
                  <a:off x="1152" y="2352"/>
                  <a:ext cx="1152" cy="1152"/>
                </a:xfrm>
                <a:prstGeom prst="line">
                  <a:avLst/>
                </a:prstGeom>
                <a:noFill/>
                <a:ln w="19050">
                  <a:solidFill>
                    <a:srgbClr val="000000"/>
                  </a:solidFill>
                  <a:prstDash val="dash"/>
                  <a:round/>
                  <a:headEnd/>
                  <a:tailEnd/>
                </a:ln>
                <a:effectLst/>
              </p:spPr>
              <p:txBody>
                <a:bodyPr wrap="none" anchor="ctr"/>
                <a:lstStyle/>
                <a:p>
                  <a:endParaRPr lang="zh-CN" altLang="en-US" sz="2800"/>
                </a:p>
              </p:txBody>
            </p:sp>
            <p:sp>
              <p:nvSpPr>
                <p:cNvPr id="158731" name="Text Box 11"/>
                <p:cNvSpPr txBox="1">
                  <a:spLocks noChangeArrowheads="1"/>
                </p:cNvSpPr>
                <p:nvPr/>
              </p:nvSpPr>
              <p:spPr bwMode="auto">
                <a:xfrm>
                  <a:off x="1584" y="1728"/>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1</a:t>
                  </a:r>
                </a:p>
              </p:txBody>
            </p:sp>
            <p:sp>
              <p:nvSpPr>
                <p:cNvPr id="158732" name="Text Box 12"/>
                <p:cNvSpPr txBox="1">
                  <a:spLocks noChangeArrowheads="1"/>
                </p:cNvSpPr>
                <p:nvPr/>
              </p:nvSpPr>
              <p:spPr bwMode="auto">
                <a:xfrm>
                  <a:off x="2304" y="2016"/>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2</a:t>
                  </a:r>
                </a:p>
              </p:txBody>
            </p:sp>
            <p:sp>
              <p:nvSpPr>
                <p:cNvPr id="158733" name="Text Box 13"/>
                <p:cNvSpPr txBox="1">
                  <a:spLocks noChangeArrowheads="1"/>
                </p:cNvSpPr>
                <p:nvPr/>
              </p:nvSpPr>
              <p:spPr bwMode="auto">
                <a:xfrm>
                  <a:off x="2592" y="2736"/>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3</a:t>
                  </a:r>
                </a:p>
              </p:txBody>
            </p:sp>
            <p:sp>
              <p:nvSpPr>
                <p:cNvPr id="158734" name="Text Box 14"/>
                <p:cNvSpPr txBox="1">
                  <a:spLocks noChangeArrowheads="1"/>
                </p:cNvSpPr>
                <p:nvPr/>
              </p:nvSpPr>
              <p:spPr bwMode="auto">
                <a:xfrm>
                  <a:off x="2304" y="3456"/>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4</a:t>
                  </a:r>
                </a:p>
              </p:txBody>
            </p:sp>
            <p:sp>
              <p:nvSpPr>
                <p:cNvPr id="158735" name="Text Box 15"/>
                <p:cNvSpPr txBox="1">
                  <a:spLocks noChangeArrowheads="1"/>
                </p:cNvSpPr>
                <p:nvPr/>
              </p:nvSpPr>
              <p:spPr bwMode="auto">
                <a:xfrm>
                  <a:off x="1584" y="3744"/>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5</a:t>
                  </a:r>
                </a:p>
              </p:txBody>
            </p:sp>
            <p:sp>
              <p:nvSpPr>
                <p:cNvPr id="158736" name="Text Box 16"/>
                <p:cNvSpPr txBox="1">
                  <a:spLocks noChangeArrowheads="1"/>
                </p:cNvSpPr>
                <p:nvPr/>
              </p:nvSpPr>
              <p:spPr bwMode="auto">
                <a:xfrm>
                  <a:off x="864" y="3408"/>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6</a:t>
                  </a:r>
                </a:p>
              </p:txBody>
            </p:sp>
            <p:sp>
              <p:nvSpPr>
                <p:cNvPr id="158737" name="Text Box 17"/>
                <p:cNvSpPr txBox="1">
                  <a:spLocks noChangeArrowheads="1"/>
                </p:cNvSpPr>
                <p:nvPr/>
              </p:nvSpPr>
              <p:spPr bwMode="auto">
                <a:xfrm>
                  <a:off x="576" y="2736"/>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7</a:t>
                  </a:r>
                </a:p>
              </p:txBody>
            </p:sp>
            <p:sp>
              <p:nvSpPr>
                <p:cNvPr id="158738" name="Text Box 18"/>
                <p:cNvSpPr txBox="1">
                  <a:spLocks noChangeArrowheads="1"/>
                </p:cNvSpPr>
                <p:nvPr/>
              </p:nvSpPr>
              <p:spPr bwMode="auto">
                <a:xfrm>
                  <a:off x="864" y="2016"/>
                  <a:ext cx="231"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chemeClr val="tx1"/>
                      </a:solidFill>
                    </a:rPr>
                    <a:t>8</a:t>
                  </a:r>
                </a:p>
              </p:txBody>
            </p:sp>
            <p:sp>
              <p:nvSpPr>
                <p:cNvPr id="158739" name="AutoShape 19"/>
                <p:cNvSpPr>
                  <a:spLocks noChangeArrowheads="1"/>
                </p:cNvSpPr>
                <p:nvPr/>
              </p:nvSpPr>
              <p:spPr bwMode="auto">
                <a:xfrm>
                  <a:off x="1632" y="2688"/>
                  <a:ext cx="96" cy="336"/>
                </a:xfrm>
                <a:prstGeom prst="upArrow">
                  <a:avLst>
                    <a:gd name="adj1" fmla="val 50000"/>
                    <a:gd name="adj2" fmla="val 87500"/>
                  </a:avLst>
                </a:prstGeom>
                <a:solidFill>
                  <a:schemeClr val="accent1"/>
                </a:solidFill>
                <a:ln w="28575">
                  <a:solidFill>
                    <a:srgbClr val="FF0000"/>
                  </a:solidFill>
                  <a:miter lim="800000"/>
                  <a:headEnd/>
                  <a:tailEnd/>
                </a:ln>
                <a:effectLst/>
              </p:spPr>
              <p:txBody>
                <a:bodyPr vert="eaVert" wrap="none" anchor="ctr"/>
                <a:lstStyle/>
                <a:p>
                  <a:endParaRPr lang="zh-CN" altLang="en-US" sz="2800"/>
                </a:p>
              </p:txBody>
            </p:sp>
            <p:graphicFrame>
              <p:nvGraphicFramePr>
                <p:cNvPr id="158740" name="Object 20"/>
                <p:cNvGraphicFramePr>
                  <a:graphicFrameLocks noChangeAspect="1"/>
                </p:cNvGraphicFramePr>
                <p:nvPr/>
              </p:nvGraphicFramePr>
              <p:xfrm>
                <a:off x="1728" y="2688"/>
                <a:ext cx="442" cy="327"/>
              </p:xfrm>
              <a:graphic>
                <a:graphicData uri="http://schemas.openxmlformats.org/presentationml/2006/ole">
                  <p:oleObj spid="_x0000_s995335" name="Equation" r:id="rId3" imgW="393480" imgH="291960" progId="Equation.3">
                    <p:embed/>
                  </p:oleObj>
                </a:graphicData>
              </a:graphic>
            </p:graphicFrame>
            <p:sp>
              <p:nvSpPr>
                <p:cNvPr id="158741" name="Oval 21"/>
                <p:cNvSpPr>
                  <a:spLocks noChangeArrowheads="1"/>
                </p:cNvSpPr>
                <p:nvPr/>
              </p:nvSpPr>
              <p:spPr bwMode="auto">
                <a:xfrm>
                  <a:off x="1536" y="3552"/>
                  <a:ext cx="240" cy="240"/>
                </a:xfrm>
                <a:prstGeom prst="ellipse">
                  <a:avLst/>
                </a:prstGeom>
                <a:noFill/>
                <a:ln w="28575">
                  <a:solidFill>
                    <a:srgbClr val="3366FF"/>
                  </a:solidFill>
                  <a:round/>
                  <a:headEnd/>
                  <a:tailEnd/>
                </a:ln>
                <a:effectLst/>
              </p:spPr>
              <p:txBody>
                <a:bodyPr wrap="none" anchor="ctr"/>
                <a:lstStyle/>
                <a:p>
                  <a:endParaRPr lang="zh-CN" altLang="en-US" sz="2800"/>
                </a:p>
              </p:txBody>
            </p:sp>
            <p:sp>
              <p:nvSpPr>
                <p:cNvPr id="158742" name="Oval 22"/>
                <p:cNvSpPr>
                  <a:spLocks noChangeArrowheads="1"/>
                </p:cNvSpPr>
                <p:nvPr/>
              </p:nvSpPr>
              <p:spPr bwMode="auto">
                <a:xfrm>
                  <a:off x="1584" y="1968"/>
                  <a:ext cx="240" cy="240"/>
                </a:xfrm>
                <a:prstGeom prst="ellipse">
                  <a:avLst/>
                </a:prstGeom>
                <a:noFill/>
                <a:ln w="28575">
                  <a:solidFill>
                    <a:srgbClr val="3366FF"/>
                  </a:solidFill>
                  <a:round/>
                  <a:headEnd/>
                  <a:tailEnd/>
                </a:ln>
                <a:effectLst/>
              </p:spPr>
              <p:txBody>
                <a:bodyPr wrap="none" anchor="ctr"/>
                <a:lstStyle/>
                <a:p>
                  <a:endParaRPr lang="zh-CN" altLang="en-US" sz="2800"/>
                </a:p>
              </p:txBody>
            </p:sp>
            <p:sp>
              <p:nvSpPr>
                <p:cNvPr id="158743" name="Oval 23"/>
                <p:cNvSpPr>
                  <a:spLocks noChangeArrowheads="1"/>
                </p:cNvSpPr>
                <p:nvPr/>
              </p:nvSpPr>
              <p:spPr bwMode="auto">
                <a:xfrm>
                  <a:off x="2160" y="2208"/>
                  <a:ext cx="240" cy="240"/>
                </a:xfrm>
                <a:prstGeom prst="ellipse">
                  <a:avLst/>
                </a:prstGeom>
                <a:noFill/>
                <a:ln w="28575">
                  <a:solidFill>
                    <a:srgbClr val="FF0000"/>
                  </a:solidFill>
                  <a:round/>
                  <a:headEnd/>
                  <a:tailEnd/>
                </a:ln>
                <a:effectLst/>
              </p:spPr>
              <p:txBody>
                <a:bodyPr wrap="none" anchor="ctr"/>
                <a:lstStyle/>
                <a:p>
                  <a:endParaRPr lang="zh-CN" altLang="en-US" sz="2800"/>
                </a:p>
              </p:txBody>
            </p:sp>
            <p:sp>
              <p:nvSpPr>
                <p:cNvPr id="158744" name="Oval 24"/>
                <p:cNvSpPr>
                  <a:spLocks noChangeArrowheads="1"/>
                </p:cNvSpPr>
                <p:nvPr/>
              </p:nvSpPr>
              <p:spPr bwMode="auto">
                <a:xfrm>
                  <a:off x="2400" y="2736"/>
                  <a:ext cx="240" cy="240"/>
                </a:xfrm>
                <a:prstGeom prst="ellipse">
                  <a:avLst/>
                </a:prstGeom>
                <a:noFill/>
                <a:ln w="28575">
                  <a:solidFill>
                    <a:srgbClr val="FF0000"/>
                  </a:solidFill>
                  <a:round/>
                  <a:headEnd/>
                  <a:tailEnd/>
                </a:ln>
                <a:effectLst/>
              </p:spPr>
              <p:txBody>
                <a:bodyPr wrap="none" anchor="ctr"/>
                <a:lstStyle/>
                <a:p>
                  <a:endParaRPr lang="zh-CN" altLang="en-US" sz="2800"/>
                </a:p>
              </p:txBody>
            </p:sp>
            <p:sp>
              <p:nvSpPr>
                <p:cNvPr id="158745" name="Oval 25"/>
                <p:cNvSpPr>
                  <a:spLocks noChangeArrowheads="1"/>
                </p:cNvSpPr>
                <p:nvPr/>
              </p:nvSpPr>
              <p:spPr bwMode="auto">
                <a:xfrm>
                  <a:off x="2160" y="3360"/>
                  <a:ext cx="240" cy="240"/>
                </a:xfrm>
                <a:prstGeom prst="ellipse">
                  <a:avLst/>
                </a:prstGeom>
                <a:noFill/>
                <a:ln w="28575">
                  <a:solidFill>
                    <a:srgbClr val="FF0000"/>
                  </a:solidFill>
                  <a:round/>
                  <a:headEnd/>
                  <a:tailEnd/>
                </a:ln>
                <a:effectLst/>
              </p:spPr>
              <p:txBody>
                <a:bodyPr wrap="none" anchor="ctr"/>
                <a:lstStyle/>
                <a:p>
                  <a:endParaRPr lang="zh-CN" altLang="en-US" sz="2800"/>
                </a:p>
              </p:txBody>
            </p:sp>
            <p:sp>
              <p:nvSpPr>
                <p:cNvPr id="158746" name="Oval 26"/>
                <p:cNvSpPr>
                  <a:spLocks noChangeArrowheads="1"/>
                </p:cNvSpPr>
                <p:nvPr/>
              </p:nvSpPr>
              <p:spPr bwMode="auto">
                <a:xfrm>
                  <a:off x="960" y="3264"/>
                  <a:ext cx="240" cy="240"/>
                </a:xfrm>
                <a:prstGeom prst="ellipse">
                  <a:avLst/>
                </a:prstGeom>
                <a:noFill/>
                <a:ln w="28575">
                  <a:solidFill>
                    <a:srgbClr val="D60093"/>
                  </a:solidFill>
                  <a:round/>
                  <a:headEnd/>
                  <a:tailEnd/>
                </a:ln>
                <a:effectLst/>
              </p:spPr>
              <p:txBody>
                <a:bodyPr wrap="none" anchor="ctr"/>
                <a:lstStyle/>
                <a:p>
                  <a:endParaRPr lang="zh-CN" altLang="en-US" sz="2800"/>
                </a:p>
              </p:txBody>
            </p:sp>
            <p:sp>
              <p:nvSpPr>
                <p:cNvPr id="158747" name="Oval 27"/>
                <p:cNvSpPr>
                  <a:spLocks noChangeArrowheads="1"/>
                </p:cNvSpPr>
                <p:nvPr/>
              </p:nvSpPr>
              <p:spPr bwMode="auto">
                <a:xfrm>
                  <a:off x="816" y="2736"/>
                  <a:ext cx="240" cy="240"/>
                </a:xfrm>
                <a:prstGeom prst="ellipse">
                  <a:avLst/>
                </a:prstGeom>
                <a:noFill/>
                <a:ln w="28575">
                  <a:solidFill>
                    <a:srgbClr val="D60093"/>
                  </a:solidFill>
                  <a:round/>
                  <a:headEnd/>
                  <a:tailEnd/>
                </a:ln>
                <a:effectLst/>
              </p:spPr>
              <p:txBody>
                <a:bodyPr wrap="none" anchor="ctr"/>
                <a:lstStyle/>
                <a:p>
                  <a:endParaRPr lang="zh-CN" altLang="en-US" sz="2800"/>
                </a:p>
              </p:txBody>
            </p:sp>
            <p:sp>
              <p:nvSpPr>
                <p:cNvPr id="158748" name="Oval 28"/>
                <p:cNvSpPr>
                  <a:spLocks noChangeArrowheads="1"/>
                </p:cNvSpPr>
                <p:nvPr/>
              </p:nvSpPr>
              <p:spPr bwMode="auto">
                <a:xfrm>
                  <a:off x="1008" y="2208"/>
                  <a:ext cx="240" cy="240"/>
                </a:xfrm>
                <a:prstGeom prst="ellipse">
                  <a:avLst/>
                </a:prstGeom>
                <a:noFill/>
                <a:ln w="28575">
                  <a:solidFill>
                    <a:srgbClr val="D60093"/>
                  </a:solidFill>
                  <a:round/>
                  <a:headEnd/>
                  <a:tailEnd/>
                </a:ln>
                <a:effectLst/>
              </p:spPr>
              <p:txBody>
                <a:bodyPr wrap="none" anchor="ctr"/>
                <a:lstStyle/>
                <a:p>
                  <a:endParaRPr lang="zh-CN" altLang="en-US" sz="2800"/>
                </a:p>
              </p:txBody>
            </p:sp>
          </p:grpSp>
          <p:sp>
            <p:nvSpPr>
              <p:cNvPr id="158749" name="Text Box 29"/>
              <p:cNvSpPr txBox="1">
                <a:spLocks noChangeArrowheads="1"/>
              </p:cNvSpPr>
              <p:nvPr/>
            </p:nvSpPr>
            <p:spPr bwMode="auto">
              <a:xfrm>
                <a:off x="672" y="1305"/>
                <a:ext cx="5040"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例</a:t>
                </a:r>
                <a:r>
                  <a:rPr lang="zh-CN" altLang="en-US" sz="2800">
                    <a:solidFill>
                      <a:srgbClr val="050000"/>
                    </a:solidFill>
                  </a:rPr>
                  <a:t>   判断下列各点磁感强度的方向和大小.</a:t>
                </a:r>
              </a:p>
            </p:txBody>
          </p:sp>
        </p:grpSp>
        <p:graphicFrame>
          <p:nvGraphicFramePr>
            <p:cNvPr id="158750" name="Object 30"/>
            <p:cNvGraphicFramePr>
              <a:graphicFrameLocks noChangeAspect="1"/>
            </p:cNvGraphicFramePr>
            <p:nvPr/>
          </p:nvGraphicFramePr>
          <p:xfrm>
            <a:off x="1296" y="3072"/>
            <a:ext cx="204" cy="216"/>
          </p:xfrm>
          <a:graphic>
            <a:graphicData uri="http://schemas.openxmlformats.org/presentationml/2006/ole">
              <p:oleObj spid="_x0000_s995334" name="Equation" r:id="rId4" imgW="215640" imgH="228600" progId="Equation.3">
                <p:embed/>
              </p:oleObj>
            </a:graphicData>
          </a:graphic>
        </p:graphicFrame>
      </p:grpSp>
      <p:sp>
        <p:nvSpPr>
          <p:cNvPr id="158751" name="Rectangle 31"/>
          <p:cNvSpPr>
            <a:spLocks noChangeArrowheads="1"/>
          </p:cNvSpPr>
          <p:nvPr/>
        </p:nvSpPr>
        <p:spPr bwMode="auto">
          <a:xfrm>
            <a:off x="3429000" y="3025775"/>
            <a:ext cx="533400" cy="519113"/>
          </a:xfrm>
          <a:prstGeom prst="rect">
            <a:avLst/>
          </a:prstGeom>
          <a:noFill/>
          <a:ln w="9525">
            <a:noFill/>
            <a:miter lim="800000"/>
            <a:headEnd/>
            <a:tailEnd/>
          </a:ln>
          <a:effectLst/>
        </p:spPr>
        <p:txBody>
          <a:bodyPr>
            <a:spAutoFit/>
          </a:bodyPr>
          <a:lstStyle/>
          <a:p>
            <a:r>
              <a:rPr lang="zh-CN" altLang="en-US" sz="2800">
                <a:solidFill>
                  <a:srgbClr val="0000FF"/>
                </a:solidFill>
              </a:rPr>
              <a:t>+</a:t>
            </a:r>
          </a:p>
        </p:txBody>
      </p:sp>
      <p:sp>
        <p:nvSpPr>
          <p:cNvPr id="158752" name="Rectangle 32"/>
          <p:cNvSpPr>
            <a:spLocks noChangeArrowheads="1"/>
          </p:cNvSpPr>
          <p:nvPr/>
        </p:nvSpPr>
        <p:spPr bwMode="auto">
          <a:xfrm>
            <a:off x="3860800" y="3894138"/>
            <a:ext cx="711200" cy="519112"/>
          </a:xfrm>
          <a:prstGeom prst="rect">
            <a:avLst/>
          </a:prstGeom>
          <a:noFill/>
          <a:ln w="9525">
            <a:noFill/>
            <a:miter lim="800000"/>
            <a:headEnd/>
            <a:tailEnd/>
          </a:ln>
          <a:effectLst/>
        </p:spPr>
        <p:txBody>
          <a:bodyPr>
            <a:spAutoFit/>
          </a:bodyPr>
          <a:lstStyle/>
          <a:p>
            <a:r>
              <a:rPr lang="zh-CN" altLang="en-US" sz="2800">
                <a:solidFill>
                  <a:srgbClr val="0000FF"/>
                </a:solidFill>
              </a:rPr>
              <a:t>+</a:t>
            </a:r>
          </a:p>
        </p:txBody>
      </p:sp>
      <p:sp>
        <p:nvSpPr>
          <p:cNvPr id="158753" name="Rectangle 33"/>
          <p:cNvSpPr>
            <a:spLocks noChangeArrowheads="1"/>
          </p:cNvSpPr>
          <p:nvPr/>
        </p:nvSpPr>
        <p:spPr bwMode="auto">
          <a:xfrm>
            <a:off x="3429000" y="4884738"/>
            <a:ext cx="685800" cy="519112"/>
          </a:xfrm>
          <a:prstGeom prst="rect">
            <a:avLst/>
          </a:prstGeom>
          <a:noFill/>
          <a:ln w="9525">
            <a:noFill/>
            <a:miter lim="800000"/>
            <a:headEnd/>
            <a:tailEnd/>
          </a:ln>
          <a:effectLst/>
        </p:spPr>
        <p:txBody>
          <a:bodyPr>
            <a:spAutoFit/>
          </a:bodyPr>
          <a:lstStyle/>
          <a:p>
            <a:r>
              <a:rPr lang="zh-CN" altLang="en-US" sz="2800">
                <a:solidFill>
                  <a:srgbClr val="0000FF"/>
                </a:solidFill>
              </a:rPr>
              <a:t>+</a:t>
            </a:r>
          </a:p>
        </p:txBody>
      </p:sp>
      <p:sp>
        <p:nvSpPr>
          <p:cNvPr id="158754" name="Oval 34"/>
          <p:cNvSpPr>
            <a:spLocks noChangeArrowheads="1"/>
          </p:cNvSpPr>
          <p:nvPr/>
        </p:nvSpPr>
        <p:spPr bwMode="auto">
          <a:xfrm>
            <a:off x="1676400" y="4946650"/>
            <a:ext cx="76200" cy="76200"/>
          </a:xfrm>
          <a:prstGeom prst="ellipse">
            <a:avLst/>
          </a:prstGeom>
          <a:solidFill>
            <a:srgbClr val="FF3300"/>
          </a:solidFill>
          <a:ln w="9525">
            <a:solidFill>
              <a:srgbClr val="FF6600"/>
            </a:solidFill>
            <a:round/>
            <a:headEnd/>
            <a:tailEnd/>
          </a:ln>
          <a:effectLst/>
        </p:spPr>
        <p:txBody>
          <a:bodyPr wrap="none" anchor="ctr"/>
          <a:lstStyle/>
          <a:p>
            <a:endParaRPr lang="zh-CN" altLang="en-US" sz="2800"/>
          </a:p>
        </p:txBody>
      </p:sp>
      <p:sp>
        <p:nvSpPr>
          <p:cNvPr id="158755" name="Oval 35"/>
          <p:cNvSpPr>
            <a:spLocks noChangeArrowheads="1"/>
          </p:cNvSpPr>
          <p:nvPr/>
        </p:nvSpPr>
        <p:spPr bwMode="auto">
          <a:xfrm>
            <a:off x="1447800" y="4108450"/>
            <a:ext cx="76200" cy="76200"/>
          </a:xfrm>
          <a:prstGeom prst="ellipse">
            <a:avLst/>
          </a:prstGeom>
          <a:solidFill>
            <a:srgbClr val="FF3300"/>
          </a:solidFill>
          <a:ln w="9525">
            <a:solidFill>
              <a:srgbClr val="FF6600"/>
            </a:solidFill>
            <a:round/>
            <a:headEnd/>
            <a:tailEnd/>
          </a:ln>
          <a:effectLst/>
        </p:spPr>
        <p:txBody>
          <a:bodyPr wrap="none" anchor="ctr"/>
          <a:lstStyle/>
          <a:p>
            <a:endParaRPr lang="zh-CN" altLang="en-US" sz="2800"/>
          </a:p>
        </p:txBody>
      </p:sp>
      <p:sp>
        <p:nvSpPr>
          <p:cNvPr id="158756" name="Oval 36"/>
          <p:cNvSpPr>
            <a:spLocks noChangeArrowheads="1"/>
          </p:cNvSpPr>
          <p:nvPr/>
        </p:nvSpPr>
        <p:spPr bwMode="auto">
          <a:xfrm>
            <a:off x="1752600" y="3270250"/>
            <a:ext cx="76200" cy="76200"/>
          </a:xfrm>
          <a:prstGeom prst="ellipse">
            <a:avLst/>
          </a:prstGeom>
          <a:solidFill>
            <a:srgbClr val="FF3300"/>
          </a:solidFill>
          <a:ln w="19050">
            <a:solidFill>
              <a:srgbClr val="FF6600"/>
            </a:solidFill>
            <a:round/>
            <a:headEnd/>
            <a:tailEnd/>
          </a:ln>
          <a:effectLst/>
        </p:spPr>
        <p:txBody>
          <a:bodyPr wrap="none" anchor="ctr"/>
          <a:lstStyle/>
          <a:p>
            <a:endParaRPr lang="zh-CN" altLang="en-US" sz="2800"/>
          </a:p>
        </p:txBody>
      </p:sp>
      <p:grpSp>
        <p:nvGrpSpPr>
          <p:cNvPr id="5" name="Group 37"/>
          <p:cNvGrpSpPr>
            <a:grpSpLocks/>
          </p:cNvGrpSpPr>
          <p:nvPr/>
        </p:nvGrpSpPr>
        <p:grpSpPr bwMode="auto">
          <a:xfrm>
            <a:off x="5105400" y="2508250"/>
            <a:ext cx="2819400" cy="519113"/>
            <a:chOff x="3168" y="1728"/>
            <a:chExt cx="1824" cy="361"/>
          </a:xfrm>
        </p:grpSpPr>
        <p:sp>
          <p:nvSpPr>
            <p:cNvPr id="158758" name="Text Box 38"/>
            <p:cNvSpPr txBox="1">
              <a:spLocks noChangeArrowheads="1"/>
            </p:cNvSpPr>
            <p:nvPr/>
          </p:nvSpPr>
          <p:spPr bwMode="auto">
            <a:xfrm>
              <a:off x="3168" y="1728"/>
              <a:ext cx="1161" cy="361"/>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050000"/>
                  </a:solidFill>
                </a:rPr>
                <a:t>1、5 点 ：</a:t>
              </a:r>
            </a:p>
          </p:txBody>
        </p:sp>
        <p:graphicFrame>
          <p:nvGraphicFramePr>
            <p:cNvPr id="158759" name="Object 39"/>
            <p:cNvGraphicFramePr>
              <a:graphicFrameLocks noChangeAspect="1"/>
            </p:cNvGraphicFramePr>
            <p:nvPr/>
          </p:nvGraphicFramePr>
          <p:xfrm>
            <a:off x="4176" y="1728"/>
            <a:ext cx="816" cy="295"/>
          </p:xfrm>
          <a:graphic>
            <a:graphicData uri="http://schemas.openxmlformats.org/presentationml/2006/ole">
              <p:oleObj spid="_x0000_s995333" name="Equation" r:id="rId5" imgW="698400" imgH="253800" progId="Equation.3">
                <p:embed/>
              </p:oleObj>
            </a:graphicData>
          </a:graphic>
        </p:graphicFrame>
      </p:grpSp>
      <p:grpSp>
        <p:nvGrpSpPr>
          <p:cNvPr id="6" name="Group 40"/>
          <p:cNvGrpSpPr>
            <a:grpSpLocks/>
          </p:cNvGrpSpPr>
          <p:nvPr/>
        </p:nvGrpSpPr>
        <p:grpSpPr bwMode="auto">
          <a:xfrm>
            <a:off x="5153025" y="3105150"/>
            <a:ext cx="3686175" cy="1106488"/>
            <a:chOff x="3246" y="2200"/>
            <a:chExt cx="2322" cy="697"/>
          </a:xfrm>
        </p:grpSpPr>
        <p:sp>
          <p:nvSpPr>
            <p:cNvPr id="158761" name="Text Box 41"/>
            <p:cNvSpPr txBox="1">
              <a:spLocks noChangeArrowheads="1"/>
            </p:cNvSpPr>
            <p:nvPr/>
          </p:nvSpPr>
          <p:spPr bwMode="auto">
            <a:xfrm>
              <a:off x="3246" y="2361"/>
              <a:ext cx="1074" cy="327"/>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050000"/>
                  </a:solidFill>
                </a:rPr>
                <a:t>3、7点 ：</a:t>
              </a:r>
            </a:p>
          </p:txBody>
        </p:sp>
        <p:graphicFrame>
          <p:nvGraphicFramePr>
            <p:cNvPr id="158762" name="Object 42"/>
            <p:cNvGraphicFramePr>
              <a:graphicFrameLocks noChangeAspect="1"/>
            </p:cNvGraphicFramePr>
            <p:nvPr/>
          </p:nvGraphicFramePr>
          <p:xfrm>
            <a:off x="4176" y="2200"/>
            <a:ext cx="1392" cy="697"/>
          </p:xfrm>
          <a:graphic>
            <a:graphicData uri="http://schemas.openxmlformats.org/presentationml/2006/ole">
              <p:oleObj spid="_x0000_s995332" name="Equation" r:id="rId6" imgW="761760" imgH="393480" progId="Equation.3">
                <p:embed/>
              </p:oleObj>
            </a:graphicData>
          </a:graphic>
        </p:graphicFrame>
      </p:grpSp>
      <p:grpSp>
        <p:nvGrpSpPr>
          <p:cNvPr id="7" name="Group 43"/>
          <p:cNvGrpSpPr>
            <a:grpSpLocks/>
          </p:cNvGrpSpPr>
          <p:nvPr/>
        </p:nvGrpSpPr>
        <p:grpSpPr bwMode="auto">
          <a:xfrm>
            <a:off x="5105400" y="4260850"/>
            <a:ext cx="3429000" cy="1725613"/>
            <a:chOff x="3216" y="2928"/>
            <a:chExt cx="2160" cy="1087"/>
          </a:xfrm>
        </p:grpSpPr>
        <p:graphicFrame>
          <p:nvGraphicFramePr>
            <p:cNvPr id="158764" name="Object 44"/>
            <p:cNvGraphicFramePr>
              <a:graphicFrameLocks noChangeAspect="1"/>
            </p:cNvGraphicFramePr>
            <p:nvPr/>
          </p:nvGraphicFramePr>
          <p:xfrm>
            <a:off x="3264" y="3312"/>
            <a:ext cx="2112" cy="703"/>
          </p:xfrm>
          <a:graphic>
            <a:graphicData uri="http://schemas.openxmlformats.org/presentationml/2006/ole">
              <p:oleObj spid="_x0000_s995331" name="Equation" r:id="rId7" imgW="1180800" imgH="393480" progId="Equation.3">
                <p:embed/>
              </p:oleObj>
            </a:graphicData>
          </a:graphic>
        </p:graphicFrame>
        <p:sp>
          <p:nvSpPr>
            <p:cNvPr id="158765" name="Text Box 45"/>
            <p:cNvSpPr txBox="1">
              <a:spLocks noChangeArrowheads="1"/>
            </p:cNvSpPr>
            <p:nvPr/>
          </p:nvSpPr>
          <p:spPr bwMode="auto">
            <a:xfrm>
              <a:off x="3216" y="2928"/>
              <a:ext cx="1806" cy="327"/>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050000"/>
                  </a:solidFill>
                </a:rPr>
                <a:t>2、4、6、8 点 ：</a:t>
              </a:r>
            </a:p>
          </p:txBody>
        </p:sp>
      </p:grpSp>
      <p:grpSp>
        <p:nvGrpSpPr>
          <p:cNvPr id="8" name="Group 46"/>
          <p:cNvGrpSpPr>
            <a:grpSpLocks/>
          </p:cNvGrpSpPr>
          <p:nvPr/>
        </p:nvGrpSpPr>
        <p:grpSpPr bwMode="auto">
          <a:xfrm>
            <a:off x="1295400" y="381000"/>
            <a:ext cx="6858000" cy="1212850"/>
            <a:chOff x="816" y="480"/>
            <a:chExt cx="4560" cy="716"/>
          </a:xfrm>
        </p:grpSpPr>
        <p:graphicFrame>
          <p:nvGraphicFramePr>
            <p:cNvPr id="158767" name="Object 47"/>
            <p:cNvGraphicFramePr>
              <a:graphicFrameLocks noChangeAspect="1"/>
            </p:cNvGraphicFramePr>
            <p:nvPr/>
          </p:nvGraphicFramePr>
          <p:xfrm>
            <a:off x="816" y="480"/>
            <a:ext cx="1871" cy="716"/>
          </p:xfrm>
          <a:graphic>
            <a:graphicData uri="http://schemas.openxmlformats.org/presentationml/2006/ole">
              <p:oleObj spid="_x0000_s995330" name="Equation" r:id="rId8" imgW="1028520" imgH="419040" progId="Equation.3">
                <p:embed/>
              </p:oleObj>
            </a:graphicData>
          </a:graphic>
        </p:graphicFrame>
        <p:sp>
          <p:nvSpPr>
            <p:cNvPr id="158768" name="Rectangle 48"/>
            <p:cNvSpPr>
              <a:spLocks noChangeArrowheads="1"/>
            </p:cNvSpPr>
            <p:nvPr/>
          </p:nvSpPr>
          <p:spPr bwMode="auto">
            <a:xfrm>
              <a:off x="2880" y="681"/>
              <a:ext cx="2496" cy="306"/>
            </a:xfrm>
            <a:prstGeom prst="rect">
              <a:avLst/>
            </a:prstGeom>
            <a:noFill/>
            <a:ln w="9525">
              <a:noFill/>
              <a:miter lim="800000"/>
              <a:headEnd/>
              <a:tailEnd/>
            </a:ln>
            <a:effectLst/>
          </p:spPr>
          <p:txBody>
            <a:bodyPr>
              <a:spAutoFit/>
            </a:bodyPr>
            <a:lstStyle/>
            <a:p>
              <a:r>
                <a:rPr lang="zh-CN" altLang="en-US" sz="2800">
                  <a:solidFill>
                    <a:srgbClr val="CC0000"/>
                  </a:solidFill>
                </a:rPr>
                <a:t>毕奥—萨伐尔定律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8751"/>
                                        </p:tgtEl>
                                        <p:attrNameLst>
                                          <p:attrName>style.visibility</p:attrName>
                                        </p:attrNameLst>
                                      </p:cBhvr>
                                      <p:to>
                                        <p:strVal val="visible"/>
                                      </p:to>
                                    </p:set>
                                    <p:animEffect transition="in" filter="box(in)">
                                      <p:cBhvr>
                                        <p:cTn id="17" dur="500"/>
                                        <p:tgtEl>
                                          <p:spTgt spid="15875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8752"/>
                                        </p:tgtEl>
                                        <p:attrNameLst>
                                          <p:attrName>style.visibility</p:attrName>
                                        </p:attrNameLst>
                                      </p:cBhvr>
                                      <p:to>
                                        <p:strVal val="visible"/>
                                      </p:to>
                                    </p:set>
                                    <p:animEffect transition="in" filter="box(in)">
                                      <p:cBhvr>
                                        <p:cTn id="22" dur="500"/>
                                        <p:tgtEl>
                                          <p:spTgt spid="15875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58753"/>
                                        </p:tgtEl>
                                        <p:attrNameLst>
                                          <p:attrName>style.visibility</p:attrName>
                                        </p:attrNameLst>
                                      </p:cBhvr>
                                      <p:to>
                                        <p:strVal val="visible"/>
                                      </p:to>
                                    </p:set>
                                    <p:animEffect transition="in" filter="box(in)">
                                      <p:cBhvr>
                                        <p:cTn id="27" dur="500"/>
                                        <p:tgtEl>
                                          <p:spTgt spid="15875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8754"/>
                                        </p:tgtEl>
                                        <p:attrNameLst>
                                          <p:attrName>style.visibility</p:attrName>
                                        </p:attrNameLst>
                                      </p:cBhvr>
                                      <p:to>
                                        <p:strVal val="visible"/>
                                      </p:to>
                                    </p:set>
                                    <p:animEffect transition="in" filter="blinds(horizontal)">
                                      <p:cBhvr>
                                        <p:cTn id="32" dur="500"/>
                                        <p:tgtEl>
                                          <p:spTgt spid="15875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8755"/>
                                        </p:tgtEl>
                                        <p:attrNameLst>
                                          <p:attrName>style.visibility</p:attrName>
                                        </p:attrNameLst>
                                      </p:cBhvr>
                                      <p:to>
                                        <p:strVal val="visible"/>
                                      </p:to>
                                    </p:set>
                                    <p:animEffect transition="in" filter="blinds(horizontal)">
                                      <p:cBhvr>
                                        <p:cTn id="37" dur="500"/>
                                        <p:tgtEl>
                                          <p:spTgt spid="15875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8756"/>
                                        </p:tgtEl>
                                        <p:attrNameLst>
                                          <p:attrName>style.visibility</p:attrName>
                                        </p:attrNameLst>
                                      </p:cBhvr>
                                      <p:to>
                                        <p:strVal val="visible"/>
                                      </p:to>
                                    </p:set>
                                    <p:animEffect transition="in" filter="blinds(horizontal)">
                                      <p:cBhvr>
                                        <p:cTn id="42" dur="500"/>
                                        <p:tgtEl>
                                          <p:spTgt spid="15875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checkerboard(across)">
                                      <p:cBhvr>
                                        <p:cTn id="5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51" grpId="0" autoUpdateAnimBg="0"/>
      <p:bldP spid="158752" grpId="0" autoUpdateAnimBg="0"/>
      <p:bldP spid="158753" grpId="0" autoUpdateAnimBg="0"/>
      <p:bldP spid="158754" grpId="0" animBg="1"/>
      <p:bldP spid="158755" grpId="0" animBg="1"/>
      <p:bldP spid="1587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33400" y="1662112"/>
            <a:ext cx="4267200" cy="4419600"/>
            <a:chOff x="336" y="1200"/>
            <a:chExt cx="2688" cy="2784"/>
          </a:xfrm>
        </p:grpSpPr>
        <p:sp>
          <p:nvSpPr>
            <p:cNvPr id="159747" name="Rectangle 3"/>
            <p:cNvSpPr>
              <a:spLocks noChangeArrowheads="1"/>
            </p:cNvSpPr>
            <p:nvPr/>
          </p:nvSpPr>
          <p:spPr bwMode="auto">
            <a:xfrm>
              <a:off x="336" y="1200"/>
              <a:ext cx="2448" cy="278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59748" name="Line 4"/>
            <p:cNvSpPr>
              <a:spLocks noChangeShapeType="1"/>
            </p:cNvSpPr>
            <p:nvPr/>
          </p:nvSpPr>
          <p:spPr bwMode="auto">
            <a:xfrm>
              <a:off x="960" y="3090"/>
              <a:ext cx="1632" cy="0"/>
            </a:xfrm>
            <a:prstGeom prst="line">
              <a:avLst/>
            </a:prstGeom>
            <a:noFill/>
            <a:ln w="12700">
              <a:solidFill>
                <a:srgbClr val="000000"/>
              </a:solidFill>
              <a:round/>
              <a:headEnd/>
              <a:tailEnd type="triangle" w="sm" len="lg"/>
            </a:ln>
            <a:effectLst/>
          </p:spPr>
          <p:txBody>
            <a:bodyPr wrap="none" anchor="ctr"/>
            <a:lstStyle/>
            <a:p>
              <a:endParaRPr lang="zh-CN" altLang="en-US" sz="2800"/>
            </a:p>
          </p:txBody>
        </p:sp>
        <p:sp>
          <p:nvSpPr>
            <p:cNvPr id="159749" name="Line 5"/>
            <p:cNvSpPr>
              <a:spLocks noChangeShapeType="1"/>
            </p:cNvSpPr>
            <p:nvPr/>
          </p:nvSpPr>
          <p:spPr bwMode="auto">
            <a:xfrm flipV="1">
              <a:off x="960" y="1296"/>
              <a:ext cx="0" cy="1794"/>
            </a:xfrm>
            <a:prstGeom prst="line">
              <a:avLst/>
            </a:prstGeom>
            <a:noFill/>
            <a:ln w="12700">
              <a:solidFill>
                <a:srgbClr val="000000"/>
              </a:solidFill>
              <a:round/>
              <a:headEnd/>
              <a:tailEnd type="triangle" w="sm" len="lg"/>
            </a:ln>
            <a:effectLst/>
          </p:spPr>
          <p:txBody>
            <a:bodyPr wrap="none" anchor="ctr"/>
            <a:lstStyle/>
            <a:p>
              <a:endParaRPr lang="zh-CN" altLang="en-US" sz="2800"/>
            </a:p>
          </p:txBody>
        </p:sp>
        <p:sp>
          <p:nvSpPr>
            <p:cNvPr id="159750" name="Line 6"/>
            <p:cNvSpPr>
              <a:spLocks noChangeShapeType="1"/>
            </p:cNvSpPr>
            <p:nvPr/>
          </p:nvSpPr>
          <p:spPr bwMode="auto">
            <a:xfrm flipH="1">
              <a:off x="384" y="3081"/>
              <a:ext cx="576" cy="432"/>
            </a:xfrm>
            <a:prstGeom prst="line">
              <a:avLst/>
            </a:prstGeom>
            <a:noFill/>
            <a:ln w="12700">
              <a:solidFill>
                <a:srgbClr val="000000"/>
              </a:solidFill>
              <a:round/>
              <a:headEnd/>
              <a:tailEnd type="triangle" w="sm" len="lg"/>
            </a:ln>
            <a:effectLst/>
          </p:spPr>
          <p:txBody>
            <a:bodyPr wrap="none" anchor="ctr"/>
            <a:lstStyle/>
            <a:p>
              <a:endParaRPr lang="zh-CN" altLang="en-US" sz="2800"/>
            </a:p>
          </p:txBody>
        </p:sp>
        <p:graphicFrame>
          <p:nvGraphicFramePr>
            <p:cNvPr id="159751" name="Object 7"/>
            <p:cNvGraphicFramePr>
              <a:graphicFrameLocks noChangeAspect="1"/>
            </p:cNvGraphicFramePr>
            <p:nvPr/>
          </p:nvGraphicFramePr>
          <p:xfrm>
            <a:off x="2352" y="3120"/>
            <a:ext cx="202" cy="231"/>
          </p:xfrm>
          <a:graphic>
            <a:graphicData uri="http://schemas.openxmlformats.org/presentationml/2006/ole">
              <p:oleObj spid="_x0000_s996367" name="公式" r:id="rId3" imgW="190440" imgH="241200" progId="Equation.3">
                <p:embed/>
              </p:oleObj>
            </a:graphicData>
          </a:graphic>
        </p:graphicFrame>
        <p:graphicFrame>
          <p:nvGraphicFramePr>
            <p:cNvPr id="159752" name="Object 8"/>
            <p:cNvGraphicFramePr>
              <a:graphicFrameLocks noChangeAspect="1"/>
            </p:cNvGraphicFramePr>
            <p:nvPr/>
          </p:nvGraphicFramePr>
          <p:xfrm>
            <a:off x="338" y="3273"/>
            <a:ext cx="190" cy="204"/>
          </p:xfrm>
          <a:graphic>
            <a:graphicData uri="http://schemas.openxmlformats.org/presentationml/2006/ole">
              <p:oleObj spid="_x0000_s996368" name="Equation" r:id="rId4" imgW="177480" imgH="190440" progId="Equation.3">
                <p:embed/>
              </p:oleObj>
            </a:graphicData>
          </a:graphic>
        </p:graphicFrame>
        <p:graphicFrame>
          <p:nvGraphicFramePr>
            <p:cNvPr id="159753" name="Object 9"/>
            <p:cNvGraphicFramePr>
              <a:graphicFrameLocks noChangeAspect="1"/>
            </p:cNvGraphicFramePr>
            <p:nvPr/>
          </p:nvGraphicFramePr>
          <p:xfrm>
            <a:off x="720" y="1305"/>
            <a:ext cx="205" cy="192"/>
          </p:xfrm>
          <a:graphic>
            <a:graphicData uri="http://schemas.openxmlformats.org/presentationml/2006/ole">
              <p:oleObj spid="_x0000_s996369" name="Equation" r:id="rId5" imgW="164880" imgH="164880" progId="Equation.3">
                <p:embed/>
              </p:oleObj>
            </a:graphicData>
          </a:graphic>
        </p:graphicFrame>
        <p:sp>
          <p:nvSpPr>
            <p:cNvPr id="159754" name="AutoShape 10"/>
            <p:cNvSpPr>
              <a:spLocks noChangeArrowheads="1"/>
            </p:cNvSpPr>
            <p:nvPr/>
          </p:nvSpPr>
          <p:spPr bwMode="auto">
            <a:xfrm>
              <a:off x="864" y="1641"/>
              <a:ext cx="96" cy="2064"/>
            </a:xfrm>
            <a:prstGeom prst="can">
              <a:avLst>
                <a:gd name="adj" fmla="val 77539"/>
              </a:avLst>
            </a:prstGeom>
            <a:gradFill rotWithShape="0">
              <a:gsLst>
                <a:gs pos="0">
                  <a:schemeClr val="accent1">
                    <a:gamma/>
                    <a:shade val="56078"/>
                    <a:invGamma/>
                  </a:schemeClr>
                </a:gs>
                <a:gs pos="50000">
                  <a:schemeClr val="accent1"/>
                </a:gs>
                <a:gs pos="100000">
                  <a:schemeClr val="accent1">
                    <a:gamma/>
                    <a:shade val="56078"/>
                    <a:invGamma/>
                  </a:schemeClr>
                </a:gs>
              </a:gsLst>
              <a:lin ang="0" scaled="1"/>
            </a:gradFill>
            <a:ln w="9525">
              <a:solidFill>
                <a:schemeClr val="tx1"/>
              </a:solidFill>
              <a:round/>
              <a:headEnd/>
              <a:tailEnd/>
            </a:ln>
            <a:effectLst/>
          </p:spPr>
          <p:txBody>
            <a:bodyPr wrap="none" anchor="ctr"/>
            <a:lstStyle/>
            <a:p>
              <a:endParaRPr lang="zh-CN" altLang="en-US" sz="2800"/>
            </a:p>
          </p:txBody>
        </p:sp>
        <p:sp>
          <p:nvSpPr>
            <p:cNvPr id="159755" name="Line 11"/>
            <p:cNvSpPr>
              <a:spLocks noChangeShapeType="1"/>
            </p:cNvSpPr>
            <p:nvPr/>
          </p:nvSpPr>
          <p:spPr bwMode="auto">
            <a:xfrm flipV="1">
              <a:off x="912" y="2649"/>
              <a:ext cx="0" cy="336"/>
            </a:xfrm>
            <a:prstGeom prst="line">
              <a:avLst/>
            </a:prstGeom>
            <a:noFill/>
            <a:ln w="38100">
              <a:solidFill>
                <a:srgbClr val="FF0000"/>
              </a:solidFill>
              <a:round/>
              <a:headEnd/>
              <a:tailEnd type="triangle" w="sm" len="lg"/>
            </a:ln>
            <a:effectLst/>
          </p:spPr>
          <p:txBody>
            <a:bodyPr wrap="none" anchor="ctr"/>
            <a:lstStyle/>
            <a:p>
              <a:endParaRPr lang="zh-CN" altLang="en-US" sz="2800"/>
            </a:p>
          </p:txBody>
        </p:sp>
        <p:graphicFrame>
          <p:nvGraphicFramePr>
            <p:cNvPr id="159756" name="Object 12"/>
            <p:cNvGraphicFramePr>
              <a:graphicFrameLocks noChangeAspect="1"/>
            </p:cNvGraphicFramePr>
            <p:nvPr/>
          </p:nvGraphicFramePr>
          <p:xfrm>
            <a:off x="672" y="2745"/>
            <a:ext cx="156" cy="216"/>
          </p:xfrm>
          <a:graphic>
            <a:graphicData uri="http://schemas.openxmlformats.org/presentationml/2006/ole">
              <p:oleObj spid="_x0000_s996370" name="Equation" r:id="rId6" imgW="164880" imgH="228600" progId="Equation.3">
                <p:embed/>
              </p:oleObj>
            </a:graphicData>
          </a:graphic>
        </p:graphicFrame>
        <p:sp>
          <p:nvSpPr>
            <p:cNvPr id="159757" name="Text Box 13"/>
            <p:cNvSpPr txBox="1">
              <a:spLocks noChangeArrowheads="1"/>
            </p:cNvSpPr>
            <p:nvPr/>
          </p:nvSpPr>
          <p:spPr bwMode="auto">
            <a:xfrm>
              <a:off x="2064" y="3024"/>
              <a:ext cx="960" cy="330"/>
            </a:xfrm>
            <a:prstGeom prst="rect">
              <a:avLst/>
            </a:prstGeom>
            <a:noFill/>
            <a:ln w="9525">
              <a:noFill/>
              <a:miter lim="800000"/>
              <a:headEnd/>
              <a:tailEnd/>
            </a:ln>
            <a:effectLst/>
          </p:spPr>
          <p:txBody>
            <a:bodyPr>
              <a:spAutoFit/>
            </a:bodyPr>
            <a:lstStyle/>
            <a:p>
              <a:pPr>
                <a:spcBef>
                  <a:spcPct val="50000"/>
                </a:spcBef>
              </a:pPr>
              <a:r>
                <a:rPr lang="en-US" altLang="zh-CN" sz="2800" b="0" i="1"/>
                <a:t>P</a:t>
              </a:r>
            </a:p>
          </p:txBody>
        </p:sp>
        <p:sp>
          <p:nvSpPr>
            <p:cNvPr id="159758" name="Text Box 14"/>
            <p:cNvSpPr txBox="1">
              <a:spLocks noChangeArrowheads="1"/>
            </p:cNvSpPr>
            <p:nvPr/>
          </p:nvSpPr>
          <p:spPr bwMode="auto">
            <a:xfrm>
              <a:off x="576" y="3417"/>
              <a:ext cx="864" cy="327"/>
            </a:xfrm>
            <a:prstGeom prst="rect">
              <a:avLst/>
            </a:prstGeom>
            <a:noFill/>
            <a:ln w="9525">
              <a:noFill/>
              <a:miter lim="800000"/>
              <a:headEnd/>
              <a:tailEnd/>
            </a:ln>
            <a:effectLst/>
          </p:spPr>
          <p:txBody>
            <a:bodyPr>
              <a:spAutoFit/>
            </a:bodyPr>
            <a:lstStyle/>
            <a:p>
              <a:pPr>
                <a:spcBef>
                  <a:spcPct val="50000"/>
                </a:spcBef>
              </a:pPr>
              <a:r>
                <a:rPr lang="en-US" altLang="zh-CN" sz="2800" b="0" i="1"/>
                <a:t>C</a:t>
              </a:r>
            </a:p>
          </p:txBody>
        </p:sp>
        <p:sp>
          <p:nvSpPr>
            <p:cNvPr id="159759" name="Text Box 15"/>
            <p:cNvSpPr txBox="1">
              <a:spLocks noChangeArrowheads="1"/>
            </p:cNvSpPr>
            <p:nvPr/>
          </p:nvSpPr>
          <p:spPr bwMode="auto">
            <a:xfrm>
              <a:off x="624" y="1545"/>
              <a:ext cx="768" cy="327"/>
            </a:xfrm>
            <a:prstGeom prst="rect">
              <a:avLst/>
            </a:prstGeom>
            <a:noFill/>
            <a:ln w="9525">
              <a:noFill/>
              <a:miter lim="800000"/>
              <a:headEnd/>
              <a:tailEnd/>
            </a:ln>
            <a:effectLst/>
          </p:spPr>
          <p:txBody>
            <a:bodyPr>
              <a:spAutoFit/>
            </a:bodyPr>
            <a:lstStyle/>
            <a:p>
              <a:pPr>
                <a:spcBef>
                  <a:spcPct val="50000"/>
                </a:spcBef>
              </a:pPr>
              <a:r>
                <a:rPr lang="en-US" altLang="zh-CN" sz="2800" b="0" i="1"/>
                <a:t>D</a:t>
              </a:r>
            </a:p>
          </p:txBody>
        </p:sp>
        <p:graphicFrame>
          <p:nvGraphicFramePr>
            <p:cNvPr id="159760" name="Object 16"/>
            <p:cNvGraphicFramePr>
              <a:graphicFrameLocks noChangeAspect="1"/>
            </p:cNvGraphicFramePr>
            <p:nvPr/>
          </p:nvGraphicFramePr>
          <p:xfrm>
            <a:off x="1024" y="3117"/>
            <a:ext cx="176" cy="204"/>
          </p:xfrm>
          <a:graphic>
            <a:graphicData uri="http://schemas.openxmlformats.org/presentationml/2006/ole">
              <p:oleObj spid="_x0000_s996371" name="Equation" r:id="rId7" imgW="164880" imgH="190440" progId="Equation.3">
                <p:embed/>
              </p:oleObj>
            </a:graphicData>
          </a:graphic>
        </p:graphicFrame>
        <p:graphicFrame>
          <p:nvGraphicFramePr>
            <p:cNvPr id="159761" name="Object 17"/>
            <p:cNvGraphicFramePr>
              <a:graphicFrameLocks noChangeAspect="1"/>
            </p:cNvGraphicFramePr>
            <p:nvPr/>
          </p:nvGraphicFramePr>
          <p:xfrm>
            <a:off x="1321" y="2881"/>
            <a:ext cx="263" cy="383"/>
          </p:xfrm>
          <a:graphic>
            <a:graphicData uri="http://schemas.openxmlformats.org/presentationml/2006/ole">
              <p:oleObj spid="_x0000_s996372" name="Equation" r:id="rId8" imgW="139680" imgH="228600" progId="Equation.3">
                <p:embed/>
              </p:oleObj>
            </a:graphicData>
          </a:graphic>
        </p:graphicFrame>
        <p:sp>
          <p:nvSpPr>
            <p:cNvPr id="159762" name="Text Box 18"/>
            <p:cNvSpPr txBox="1">
              <a:spLocks noChangeArrowheads="1"/>
            </p:cNvSpPr>
            <p:nvPr/>
          </p:nvSpPr>
          <p:spPr bwMode="auto">
            <a:xfrm>
              <a:off x="2001" y="2969"/>
              <a:ext cx="384" cy="327"/>
            </a:xfrm>
            <a:prstGeom prst="rect">
              <a:avLst/>
            </a:prstGeom>
            <a:noFill/>
            <a:ln w="9525">
              <a:noFill/>
              <a:miter lim="800000"/>
              <a:headEnd/>
              <a:tailEnd/>
            </a:ln>
            <a:effectLst/>
          </p:spPr>
          <p:txBody>
            <a:bodyPr>
              <a:spAutoFit/>
            </a:bodyPr>
            <a:lstStyle/>
            <a:p>
              <a:pPr>
                <a:spcBef>
                  <a:spcPct val="50000"/>
                </a:spcBef>
              </a:pPr>
              <a:r>
                <a:rPr lang="zh-CN" altLang="en-US" sz="2800" b="0" i="1">
                  <a:solidFill>
                    <a:srgbClr val="0000FF"/>
                  </a:solidFill>
                </a:rPr>
                <a:t>*</a:t>
              </a:r>
            </a:p>
          </p:txBody>
        </p:sp>
      </p:grpSp>
      <p:sp>
        <p:nvSpPr>
          <p:cNvPr id="159763" name="Text Box 19"/>
          <p:cNvSpPr txBox="1">
            <a:spLocks noChangeArrowheads="1"/>
          </p:cNvSpPr>
          <p:nvPr/>
        </p:nvSpPr>
        <p:spPr bwMode="auto">
          <a:xfrm>
            <a:off x="304800" y="1052512"/>
            <a:ext cx="5562600" cy="519113"/>
          </a:xfrm>
          <a:prstGeom prst="rect">
            <a:avLst/>
          </a:prstGeom>
          <a:noFill/>
          <a:ln w="9525">
            <a:noFill/>
            <a:miter lim="800000"/>
            <a:headEnd/>
            <a:tailEnd/>
          </a:ln>
          <a:effectLst/>
        </p:spPr>
        <p:txBody>
          <a:bodyPr>
            <a:spAutoFit/>
          </a:bodyPr>
          <a:lstStyle/>
          <a:p>
            <a:pPr>
              <a:spcBef>
                <a:spcPct val="50000"/>
              </a:spcBef>
              <a:buFontTx/>
              <a:buBlip>
                <a:blip r:embed="rId9"/>
              </a:buBlip>
            </a:pPr>
            <a:r>
              <a:rPr lang="zh-CN" altLang="en-US" sz="2800" dirty="0">
                <a:solidFill>
                  <a:srgbClr val="CC0000"/>
                </a:solidFill>
              </a:rPr>
              <a:t>   </a:t>
            </a:r>
            <a:r>
              <a:rPr lang="zh-CN" altLang="en-US" sz="2800" b="1" dirty="0">
                <a:solidFill>
                  <a:srgbClr val="C00000"/>
                </a:solidFill>
              </a:rPr>
              <a:t>例1  载流长直导线的磁场.</a:t>
            </a:r>
          </a:p>
        </p:txBody>
      </p:sp>
      <p:grpSp>
        <p:nvGrpSpPr>
          <p:cNvPr id="3" name="Group 20"/>
          <p:cNvGrpSpPr>
            <a:grpSpLocks/>
          </p:cNvGrpSpPr>
          <p:nvPr/>
        </p:nvGrpSpPr>
        <p:grpSpPr bwMode="auto">
          <a:xfrm>
            <a:off x="3352800" y="3595687"/>
            <a:ext cx="990600" cy="1066800"/>
            <a:chOff x="2160" y="1920"/>
            <a:chExt cx="624" cy="672"/>
          </a:xfrm>
        </p:grpSpPr>
        <p:sp>
          <p:nvSpPr>
            <p:cNvPr id="159765" name="Line 21"/>
            <p:cNvSpPr>
              <a:spLocks noChangeShapeType="1"/>
            </p:cNvSpPr>
            <p:nvPr/>
          </p:nvSpPr>
          <p:spPr bwMode="auto">
            <a:xfrm flipV="1">
              <a:off x="2160" y="2208"/>
              <a:ext cx="432" cy="384"/>
            </a:xfrm>
            <a:prstGeom prst="line">
              <a:avLst/>
            </a:prstGeom>
            <a:noFill/>
            <a:ln w="38100">
              <a:solidFill>
                <a:srgbClr val="FF3300"/>
              </a:solidFill>
              <a:round/>
              <a:headEnd/>
              <a:tailEnd type="triangle" w="sm" len="med"/>
            </a:ln>
            <a:effectLst/>
          </p:spPr>
          <p:txBody>
            <a:bodyPr wrap="none" anchor="ctr"/>
            <a:lstStyle/>
            <a:p>
              <a:endParaRPr lang="zh-CN" altLang="en-US" sz="2800"/>
            </a:p>
          </p:txBody>
        </p:sp>
        <p:graphicFrame>
          <p:nvGraphicFramePr>
            <p:cNvPr id="159766" name="Object 22"/>
            <p:cNvGraphicFramePr>
              <a:graphicFrameLocks noChangeAspect="1"/>
            </p:cNvGraphicFramePr>
            <p:nvPr/>
          </p:nvGraphicFramePr>
          <p:xfrm>
            <a:off x="2448" y="1920"/>
            <a:ext cx="336" cy="285"/>
          </p:xfrm>
          <a:graphic>
            <a:graphicData uri="http://schemas.openxmlformats.org/presentationml/2006/ole">
              <p:oleObj spid="_x0000_s996366" name="Equation" r:id="rId10" imgW="330120" imgH="279360" progId="Equation.3">
                <p:embed/>
              </p:oleObj>
            </a:graphicData>
          </a:graphic>
        </p:graphicFrame>
      </p:grpSp>
      <p:grpSp>
        <p:nvGrpSpPr>
          <p:cNvPr id="4" name="Group 23"/>
          <p:cNvGrpSpPr>
            <a:grpSpLocks/>
          </p:cNvGrpSpPr>
          <p:nvPr/>
        </p:nvGrpSpPr>
        <p:grpSpPr bwMode="auto">
          <a:xfrm>
            <a:off x="4648200" y="1662112"/>
            <a:ext cx="3810000" cy="1093788"/>
            <a:chOff x="2928" y="1236"/>
            <a:chExt cx="2448" cy="701"/>
          </a:xfrm>
        </p:grpSpPr>
        <p:sp>
          <p:nvSpPr>
            <p:cNvPr id="159768" name="Text Box 24"/>
            <p:cNvSpPr txBox="1">
              <a:spLocks noChangeArrowheads="1"/>
            </p:cNvSpPr>
            <p:nvPr/>
          </p:nvSpPr>
          <p:spPr bwMode="auto">
            <a:xfrm>
              <a:off x="2928" y="1392"/>
              <a:ext cx="624" cy="335"/>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解</a:t>
              </a:r>
            </a:p>
          </p:txBody>
        </p:sp>
        <p:graphicFrame>
          <p:nvGraphicFramePr>
            <p:cNvPr id="159769" name="Object 25"/>
            <p:cNvGraphicFramePr>
              <a:graphicFrameLocks noChangeAspect="1"/>
            </p:cNvGraphicFramePr>
            <p:nvPr/>
          </p:nvGraphicFramePr>
          <p:xfrm>
            <a:off x="3360" y="1236"/>
            <a:ext cx="2016" cy="701"/>
          </p:xfrm>
          <a:graphic>
            <a:graphicData uri="http://schemas.openxmlformats.org/presentationml/2006/ole">
              <p:oleObj spid="_x0000_s996365" name="Equation" r:id="rId11" imgW="1130040" imgH="393480" progId="Equation.3">
                <p:embed/>
              </p:oleObj>
            </a:graphicData>
          </a:graphic>
        </p:graphicFrame>
      </p:grpSp>
      <p:graphicFrame>
        <p:nvGraphicFramePr>
          <p:cNvPr id="159770" name="Object 26"/>
          <p:cNvGraphicFramePr>
            <a:graphicFrameLocks noChangeAspect="1"/>
          </p:cNvGraphicFramePr>
          <p:nvPr/>
        </p:nvGraphicFramePr>
        <p:xfrm>
          <a:off x="4648200" y="2728912"/>
          <a:ext cx="4419600" cy="1131888"/>
        </p:xfrm>
        <a:graphic>
          <a:graphicData uri="http://schemas.openxmlformats.org/presentationml/2006/ole">
            <p:oleObj spid="_x0000_s996354" name="Equation" r:id="rId12" imgW="1650960" imgH="393480" progId="Equation.3">
              <p:embed/>
            </p:oleObj>
          </a:graphicData>
        </a:graphic>
      </p:graphicFrame>
      <p:graphicFrame>
        <p:nvGraphicFramePr>
          <p:cNvPr id="159771" name="Object 27"/>
          <p:cNvGraphicFramePr>
            <a:graphicFrameLocks noChangeAspect="1"/>
          </p:cNvGraphicFramePr>
          <p:nvPr/>
        </p:nvGraphicFramePr>
        <p:xfrm>
          <a:off x="4794250" y="3884612"/>
          <a:ext cx="3968750" cy="611188"/>
        </p:xfrm>
        <a:graphic>
          <a:graphicData uri="http://schemas.openxmlformats.org/presentationml/2006/ole">
            <p:oleObj spid="_x0000_s996355" name="Equation" r:id="rId13" imgW="1663560" imgH="228600" progId="Equation.3">
              <p:embed/>
            </p:oleObj>
          </a:graphicData>
        </a:graphic>
      </p:graphicFrame>
      <p:graphicFrame>
        <p:nvGraphicFramePr>
          <p:cNvPr id="159772" name="Object 28"/>
          <p:cNvGraphicFramePr>
            <a:graphicFrameLocks noChangeAspect="1"/>
          </p:cNvGraphicFramePr>
          <p:nvPr/>
        </p:nvGraphicFramePr>
        <p:xfrm>
          <a:off x="5446713" y="4481512"/>
          <a:ext cx="2630487" cy="681038"/>
        </p:xfrm>
        <a:graphic>
          <a:graphicData uri="http://schemas.openxmlformats.org/presentationml/2006/ole">
            <p:oleObj spid="_x0000_s996356" name="Equation" r:id="rId14" imgW="1054080" imgH="241200" progId="Equation.3">
              <p:embed/>
            </p:oleObj>
          </a:graphicData>
        </a:graphic>
      </p:graphicFrame>
      <p:grpSp>
        <p:nvGrpSpPr>
          <p:cNvPr id="5" name="Group 29"/>
          <p:cNvGrpSpPr>
            <a:grpSpLocks/>
          </p:cNvGrpSpPr>
          <p:nvPr/>
        </p:nvGrpSpPr>
        <p:grpSpPr bwMode="auto">
          <a:xfrm>
            <a:off x="5791200" y="519112"/>
            <a:ext cx="2362200" cy="954088"/>
            <a:chOff x="3648" y="624"/>
            <a:chExt cx="1488" cy="601"/>
          </a:xfrm>
        </p:grpSpPr>
        <p:sp>
          <p:nvSpPr>
            <p:cNvPr id="159774" name="Text Box 30"/>
            <p:cNvSpPr txBox="1">
              <a:spLocks noChangeArrowheads="1"/>
            </p:cNvSpPr>
            <p:nvPr/>
          </p:nvSpPr>
          <p:spPr bwMode="auto">
            <a:xfrm>
              <a:off x="3648" y="624"/>
              <a:ext cx="1488" cy="601"/>
            </a:xfrm>
            <a:prstGeom prst="rect">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a:spAutoFit/>
            </a:bodyPr>
            <a:lstStyle/>
            <a:p>
              <a:pPr>
                <a:spcBef>
                  <a:spcPct val="50000"/>
                </a:spcBef>
              </a:pPr>
              <a:r>
                <a:rPr lang="zh-CN" altLang="en-US" sz="2800"/>
                <a:t>       方向均沿   </a:t>
              </a:r>
              <a:r>
                <a:rPr lang="en-US" altLang="zh-CN" sz="2800" b="0" i="1"/>
                <a:t>x </a:t>
              </a:r>
              <a:r>
                <a:rPr lang="zh-CN" altLang="en-US" sz="2800"/>
                <a:t>轴的负方向</a:t>
              </a:r>
            </a:p>
          </p:txBody>
        </p:sp>
        <p:graphicFrame>
          <p:nvGraphicFramePr>
            <p:cNvPr id="159775" name="Object 31"/>
            <p:cNvGraphicFramePr>
              <a:graphicFrameLocks noChangeAspect="1"/>
            </p:cNvGraphicFramePr>
            <p:nvPr/>
          </p:nvGraphicFramePr>
          <p:xfrm>
            <a:off x="3744" y="624"/>
            <a:ext cx="307" cy="288"/>
          </p:xfrm>
          <a:graphic>
            <a:graphicData uri="http://schemas.openxmlformats.org/presentationml/2006/ole">
              <p:oleObj spid="_x0000_s996364" name="Equation" r:id="rId15" imgW="330120" imgH="279360" progId="Equation.3">
                <p:embed/>
              </p:oleObj>
            </a:graphicData>
          </a:graphic>
        </p:graphicFrame>
      </p:grpSp>
      <p:grpSp>
        <p:nvGrpSpPr>
          <p:cNvPr id="6" name="Group 32"/>
          <p:cNvGrpSpPr>
            <a:grpSpLocks/>
          </p:cNvGrpSpPr>
          <p:nvPr/>
        </p:nvGrpSpPr>
        <p:grpSpPr bwMode="auto">
          <a:xfrm>
            <a:off x="1524000" y="4648200"/>
            <a:ext cx="1828800" cy="990600"/>
            <a:chOff x="960" y="3081"/>
            <a:chExt cx="1152" cy="624"/>
          </a:xfrm>
        </p:grpSpPr>
        <p:sp>
          <p:nvSpPr>
            <p:cNvPr id="159777" name="Line 33"/>
            <p:cNvSpPr>
              <a:spLocks noChangeShapeType="1"/>
            </p:cNvSpPr>
            <p:nvPr/>
          </p:nvSpPr>
          <p:spPr bwMode="auto">
            <a:xfrm flipV="1">
              <a:off x="960" y="3081"/>
              <a:ext cx="1152" cy="624"/>
            </a:xfrm>
            <a:prstGeom prst="line">
              <a:avLst/>
            </a:prstGeom>
            <a:noFill/>
            <a:ln w="25400">
              <a:solidFill>
                <a:srgbClr val="0000FF"/>
              </a:solidFill>
              <a:prstDash val="dash"/>
              <a:round/>
              <a:headEnd/>
              <a:tailEnd/>
            </a:ln>
            <a:effectLst/>
          </p:spPr>
          <p:txBody>
            <a:bodyPr wrap="none" anchor="ctr"/>
            <a:lstStyle/>
            <a:p>
              <a:endParaRPr lang="zh-CN" altLang="en-US" sz="2800"/>
            </a:p>
          </p:txBody>
        </p:sp>
        <p:sp>
          <p:nvSpPr>
            <p:cNvPr id="159778" name="Arc 34"/>
            <p:cNvSpPr>
              <a:spLocks/>
            </p:cNvSpPr>
            <p:nvPr/>
          </p:nvSpPr>
          <p:spPr bwMode="auto">
            <a:xfrm>
              <a:off x="960" y="3551"/>
              <a:ext cx="163" cy="154"/>
            </a:xfrm>
            <a:custGeom>
              <a:avLst/>
              <a:gdLst>
                <a:gd name="G0" fmla="+- 0 0 0"/>
                <a:gd name="G1" fmla="+- 21600 0 0"/>
                <a:gd name="G2" fmla="+- 21600 0 0"/>
                <a:gd name="T0" fmla="*/ 0 w 18329"/>
                <a:gd name="T1" fmla="*/ 0 h 21600"/>
                <a:gd name="T2" fmla="*/ 18329 w 18329"/>
                <a:gd name="T3" fmla="*/ 10172 h 21600"/>
                <a:gd name="T4" fmla="*/ 0 w 18329"/>
                <a:gd name="T5" fmla="*/ 21600 h 21600"/>
              </a:gdLst>
              <a:ahLst/>
              <a:cxnLst>
                <a:cxn ang="0">
                  <a:pos x="T0" y="T1"/>
                </a:cxn>
                <a:cxn ang="0">
                  <a:pos x="T2" y="T3"/>
                </a:cxn>
                <a:cxn ang="0">
                  <a:pos x="T4" y="T5"/>
                </a:cxn>
              </a:cxnLst>
              <a:rect l="0" t="0" r="r" b="b"/>
              <a:pathLst>
                <a:path w="18329" h="21600" fill="none" extrusionOk="0">
                  <a:moveTo>
                    <a:pt x="-1" y="0"/>
                  </a:moveTo>
                  <a:cubicBezTo>
                    <a:pt x="7455" y="0"/>
                    <a:pt x="14384" y="3845"/>
                    <a:pt x="18329" y="10171"/>
                  </a:cubicBezTo>
                </a:path>
                <a:path w="18329" h="21600" stroke="0" extrusionOk="0">
                  <a:moveTo>
                    <a:pt x="-1" y="0"/>
                  </a:moveTo>
                  <a:cubicBezTo>
                    <a:pt x="7455" y="0"/>
                    <a:pt x="14384" y="3845"/>
                    <a:pt x="18329" y="10171"/>
                  </a:cubicBezTo>
                  <a:lnTo>
                    <a:pt x="0" y="21600"/>
                  </a:lnTo>
                  <a:close/>
                </a:path>
              </a:pathLst>
            </a:custGeom>
            <a:noFill/>
            <a:ln w="28575">
              <a:solidFill>
                <a:srgbClr val="FF6600"/>
              </a:solidFill>
              <a:round/>
              <a:headEnd/>
              <a:tailEnd/>
            </a:ln>
            <a:effectLst/>
          </p:spPr>
          <p:txBody>
            <a:bodyPr wrap="none" anchor="ctr"/>
            <a:lstStyle/>
            <a:p>
              <a:endParaRPr lang="zh-CN" altLang="en-US" sz="2800"/>
            </a:p>
          </p:txBody>
        </p:sp>
        <p:graphicFrame>
          <p:nvGraphicFramePr>
            <p:cNvPr id="159779" name="Object 35"/>
            <p:cNvGraphicFramePr>
              <a:graphicFrameLocks noChangeAspect="1"/>
            </p:cNvGraphicFramePr>
            <p:nvPr/>
          </p:nvGraphicFramePr>
          <p:xfrm>
            <a:off x="960" y="3321"/>
            <a:ext cx="216" cy="307"/>
          </p:xfrm>
          <a:graphic>
            <a:graphicData uri="http://schemas.openxmlformats.org/presentationml/2006/ole">
              <p:oleObj spid="_x0000_s996363" name="公式" r:id="rId16" imgW="152280" imgH="215640" progId="Equation.3">
                <p:embed/>
              </p:oleObj>
            </a:graphicData>
          </a:graphic>
        </p:graphicFrame>
      </p:grpSp>
      <p:grpSp>
        <p:nvGrpSpPr>
          <p:cNvPr id="7" name="Group 36"/>
          <p:cNvGrpSpPr>
            <a:grpSpLocks/>
          </p:cNvGrpSpPr>
          <p:nvPr/>
        </p:nvGrpSpPr>
        <p:grpSpPr bwMode="auto">
          <a:xfrm>
            <a:off x="1524000" y="3352800"/>
            <a:ext cx="1905000" cy="1295400"/>
            <a:chOff x="960" y="2265"/>
            <a:chExt cx="1200" cy="816"/>
          </a:xfrm>
        </p:grpSpPr>
        <p:sp>
          <p:nvSpPr>
            <p:cNvPr id="159781" name="Line 37"/>
            <p:cNvSpPr>
              <a:spLocks noChangeShapeType="1"/>
            </p:cNvSpPr>
            <p:nvPr/>
          </p:nvSpPr>
          <p:spPr bwMode="auto">
            <a:xfrm>
              <a:off x="960" y="2265"/>
              <a:ext cx="1200" cy="816"/>
            </a:xfrm>
            <a:prstGeom prst="line">
              <a:avLst/>
            </a:prstGeom>
            <a:noFill/>
            <a:ln w="38100">
              <a:solidFill>
                <a:srgbClr val="FF6600"/>
              </a:solidFill>
              <a:round/>
              <a:headEnd/>
              <a:tailEnd type="triangle" w="sm" len="med"/>
            </a:ln>
            <a:effectLst/>
          </p:spPr>
          <p:txBody>
            <a:bodyPr wrap="none" anchor="ctr"/>
            <a:lstStyle/>
            <a:p>
              <a:endParaRPr lang="zh-CN" altLang="en-US" sz="2800"/>
            </a:p>
          </p:txBody>
        </p:sp>
        <p:graphicFrame>
          <p:nvGraphicFramePr>
            <p:cNvPr id="159782" name="Object 38"/>
            <p:cNvGraphicFramePr>
              <a:graphicFrameLocks noChangeAspect="1"/>
            </p:cNvGraphicFramePr>
            <p:nvPr/>
          </p:nvGraphicFramePr>
          <p:xfrm>
            <a:off x="1296" y="2313"/>
            <a:ext cx="239" cy="287"/>
          </p:xfrm>
          <a:graphic>
            <a:graphicData uri="http://schemas.openxmlformats.org/presentationml/2006/ole">
              <p:oleObj spid="_x0000_s996362" name="公式" r:id="rId17" imgW="126720" imgH="152280" progId="Equation.3">
                <p:embed/>
              </p:oleObj>
            </a:graphicData>
          </a:graphic>
        </p:graphicFrame>
      </p:grpSp>
      <p:sp>
        <p:nvSpPr>
          <p:cNvPr id="159783" name="Rectangle 39"/>
          <p:cNvSpPr>
            <a:spLocks noChangeArrowheads="1"/>
          </p:cNvSpPr>
          <p:nvPr/>
        </p:nvSpPr>
        <p:spPr bwMode="auto">
          <a:xfrm>
            <a:off x="304800" y="457200"/>
            <a:ext cx="5486400" cy="519112"/>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二   毕奥---萨伐尔定律应用举例</a:t>
            </a:r>
          </a:p>
        </p:txBody>
      </p:sp>
      <p:grpSp>
        <p:nvGrpSpPr>
          <p:cNvPr id="8" name="Group 40"/>
          <p:cNvGrpSpPr>
            <a:grpSpLocks/>
          </p:cNvGrpSpPr>
          <p:nvPr/>
        </p:nvGrpSpPr>
        <p:grpSpPr bwMode="auto">
          <a:xfrm>
            <a:off x="1524000" y="2198687"/>
            <a:ext cx="1905000" cy="2463800"/>
            <a:chOff x="960" y="1538"/>
            <a:chExt cx="1200" cy="1552"/>
          </a:xfrm>
        </p:grpSpPr>
        <p:sp>
          <p:nvSpPr>
            <p:cNvPr id="159785" name="Line 41"/>
            <p:cNvSpPr>
              <a:spLocks noChangeShapeType="1"/>
            </p:cNvSpPr>
            <p:nvPr/>
          </p:nvSpPr>
          <p:spPr bwMode="auto">
            <a:xfrm>
              <a:off x="960" y="1680"/>
              <a:ext cx="1200" cy="1410"/>
            </a:xfrm>
            <a:prstGeom prst="line">
              <a:avLst/>
            </a:prstGeom>
            <a:noFill/>
            <a:ln w="25400">
              <a:solidFill>
                <a:srgbClr val="0000FF"/>
              </a:solidFill>
              <a:prstDash val="dash"/>
              <a:round/>
              <a:headEnd/>
              <a:tailEnd/>
            </a:ln>
            <a:effectLst/>
          </p:spPr>
          <p:txBody>
            <a:bodyPr wrap="none" anchor="ctr"/>
            <a:lstStyle/>
            <a:p>
              <a:endParaRPr lang="zh-CN" altLang="en-US" sz="2800"/>
            </a:p>
          </p:txBody>
        </p:sp>
        <p:graphicFrame>
          <p:nvGraphicFramePr>
            <p:cNvPr id="159786" name="Object 42"/>
            <p:cNvGraphicFramePr>
              <a:graphicFrameLocks noChangeAspect="1"/>
            </p:cNvGraphicFramePr>
            <p:nvPr/>
          </p:nvGraphicFramePr>
          <p:xfrm>
            <a:off x="1104" y="1545"/>
            <a:ext cx="234" cy="307"/>
          </p:xfrm>
          <a:graphic>
            <a:graphicData uri="http://schemas.openxmlformats.org/presentationml/2006/ole">
              <p:oleObj spid="_x0000_s996361" name="公式" r:id="rId18" imgW="164880" imgH="215640" progId="Equation.3">
                <p:embed/>
              </p:oleObj>
            </a:graphicData>
          </a:graphic>
        </p:graphicFrame>
        <p:sp>
          <p:nvSpPr>
            <p:cNvPr id="159787" name="Arc 43"/>
            <p:cNvSpPr>
              <a:spLocks/>
            </p:cNvSpPr>
            <p:nvPr/>
          </p:nvSpPr>
          <p:spPr bwMode="auto">
            <a:xfrm>
              <a:off x="960" y="1538"/>
              <a:ext cx="95" cy="288"/>
            </a:xfrm>
            <a:custGeom>
              <a:avLst/>
              <a:gdLst>
                <a:gd name="G0" fmla="+- 0 0 0"/>
                <a:gd name="G1" fmla="+- 21600 0 0"/>
                <a:gd name="G2" fmla="+- 21600 0 0"/>
                <a:gd name="T0" fmla="*/ 0 w 21525"/>
                <a:gd name="T1" fmla="*/ 0 h 21600"/>
                <a:gd name="T2" fmla="*/ 21525 w 21525"/>
                <a:gd name="T3" fmla="*/ 19796 h 21600"/>
                <a:gd name="T4" fmla="*/ 0 w 21525"/>
                <a:gd name="T5" fmla="*/ 21600 h 21600"/>
              </a:gdLst>
              <a:ahLst/>
              <a:cxnLst>
                <a:cxn ang="0">
                  <a:pos x="T0" y="T1"/>
                </a:cxn>
                <a:cxn ang="0">
                  <a:pos x="T2" y="T3"/>
                </a:cxn>
                <a:cxn ang="0">
                  <a:pos x="T4" y="T5"/>
                </a:cxn>
              </a:cxnLst>
              <a:rect l="0" t="0" r="r" b="b"/>
              <a:pathLst>
                <a:path w="21525" h="21600" fill="none" extrusionOk="0">
                  <a:moveTo>
                    <a:pt x="-1" y="0"/>
                  </a:moveTo>
                  <a:cubicBezTo>
                    <a:pt x="11229" y="0"/>
                    <a:pt x="20586" y="8605"/>
                    <a:pt x="21524" y="19796"/>
                  </a:cubicBezTo>
                </a:path>
                <a:path w="21525" h="21600" stroke="0" extrusionOk="0">
                  <a:moveTo>
                    <a:pt x="-1" y="0"/>
                  </a:moveTo>
                  <a:cubicBezTo>
                    <a:pt x="11229" y="0"/>
                    <a:pt x="20586" y="8605"/>
                    <a:pt x="21524" y="19796"/>
                  </a:cubicBezTo>
                  <a:lnTo>
                    <a:pt x="0" y="21600"/>
                  </a:lnTo>
                  <a:close/>
                </a:path>
              </a:pathLst>
            </a:custGeom>
            <a:noFill/>
            <a:ln w="28575">
              <a:solidFill>
                <a:srgbClr val="FF6600"/>
              </a:solidFill>
              <a:round/>
              <a:headEnd/>
              <a:tailEnd/>
            </a:ln>
            <a:effectLst/>
          </p:spPr>
          <p:txBody>
            <a:bodyPr wrap="none" anchor="ctr"/>
            <a:lstStyle/>
            <a:p>
              <a:endParaRPr lang="zh-CN" altLang="en-US" sz="2800"/>
            </a:p>
          </p:txBody>
        </p:sp>
      </p:grpSp>
      <p:grpSp>
        <p:nvGrpSpPr>
          <p:cNvPr id="9" name="Group 44"/>
          <p:cNvGrpSpPr>
            <a:grpSpLocks/>
          </p:cNvGrpSpPr>
          <p:nvPr/>
        </p:nvGrpSpPr>
        <p:grpSpPr bwMode="auto">
          <a:xfrm>
            <a:off x="1524000" y="2971800"/>
            <a:ext cx="523875" cy="546100"/>
            <a:chOff x="960" y="2025"/>
            <a:chExt cx="330" cy="344"/>
          </a:xfrm>
        </p:grpSpPr>
        <p:graphicFrame>
          <p:nvGraphicFramePr>
            <p:cNvPr id="159789" name="Object 45"/>
            <p:cNvGraphicFramePr>
              <a:graphicFrameLocks noChangeAspect="1"/>
            </p:cNvGraphicFramePr>
            <p:nvPr/>
          </p:nvGraphicFramePr>
          <p:xfrm>
            <a:off x="1056" y="2025"/>
            <a:ext cx="234" cy="344"/>
          </p:xfrm>
          <a:graphic>
            <a:graphicData uri="http://schemas.openxmlformats.org/presentationml/2006/ole">
              <p:oleObj spid="_x0000_s996360" name="公式" r:id="rId19" imgW="164880" imgH="241200" progId="Equation.3">
                <p:embed/>
              </p:oleObj>
            </a:graphicData>
          </a:graphic>
        </p:graphicFrame>
        <p:sp>
          <p:nvSpPr>
            <p:cNvPr id="159790" name="Arc 46"/>
            <p:cNvSpPr>
              <a:spLocks/>
            </p:cNvSpPr>
            <p:nvPr/>
          </p:nvSpPr>
          <p:spPr bwMode="auto">
            <a:xfrm>
              <a:off x="960" y="2064"/>
              <a:ext cx="96" cy="276"/>
            </a:xfrm>
            <a:custGeom>
              <a:avLst/>
              <a:gdLst>
                <a:gd name="G0" fmla="+- 0 0 0"/>
                <a:gd name="G1" fmla="+- 21600 0 0"/>
                <a:gd name="G2" fmla="+- 21600 0 0"/>
                <a:gd name="T0" fmla="*/ 0 w 21600"/>
                <a:gd name="T1" fmla="*/ 0 h 24610"/>
                <a:gd name="T2" fmla="*/ 21389 w 21600"/>
                <a:gd name="T3" fmla="*/ 24610 h 24610"/>
                <a:gd name="T4" fmla="*/ 0 w 21600"/>
                <a:gd name="T5" fmla="*/ 21600 h 24610"/>
              </a:gdLst>
              <a:ahLst/>
              <a:cxnLst>
                <a:cxn ang="0">
                  <a:pos x="T0" y="T1"/>
                </a:cxn>
                <a:cxn ang="0">
                  <a:pos x="T2" y="T3"/>
                </a:cxn>
                <a:cxn ang="0">
                  <a:pos x="T4" y="T5"/>
                </a:cxn>
              </a:cxnLst>
              <a:rect l="0" t="0" r="r" b="b"/>
              <a:pathLst>
                <a:path w="21600" h="24610" fill="none" extrusionOk="0">
                  <a:moveTo>
                    <a:pt x="-1" y="0"/>
                  </a:moveTo>
                  <a:cubicBezTo>
                    <a:pt x="11929" y="0"/>
                    <a:pt x="21600" y="9670"/>
                    <a:pt x="21600" y="21600"/>
                  </a:cubicBezTo>
                  <a:cubicBezTo>
                    <a:pt x="21600" y="22607"/>
                    <a:pt x="21529" y="23612"/>
                    <a:pt x="21389" y="24610"/>
                  </a:cubicBezTo>
                </a:path>
                <a:path w="21600" h="24610" stroke="0" extrusionOk="0">
                  <a:moveTo>
                    <a:pt x="-1" y="0"/>
                  </a:moveTo>
                  <a:cubicBezTo>
                    <a:pt x="11929" y="0"/>
                    <a:pt x="21600" y="9670"/>
                    <a:pt x="21600" y="21600"/>
                  </a:cubicBezTo>
                  <a:cubicBezTo>
                    <a:pt x="21600" y="22607"/>
                    <a:pt x="21529" y="23612"/>
                    <a:pt x="21389" y="24610"/>
                  </a:cubicBezTo>
                  <a:lnTo>
                    <a:pt x="0" y="21600"/>
                  </a:lnTo>
                  <a:close/>
                </a:path>
              </a:pathLst>
            </a:custGeom>
            <a:noFill/>
            <a:ln w="28575">
              <a:solidFill>
                <a:srgbClr val="009900"/>
              </a:solidFill>
              <a:round/>
              <a:headEnd/>
              <a:tailEnd/>
            </a:ln>
            <a:effectLst/>
          </p:spPr>
          <p:txBody>
            <a:bodyPr wrap="none" anchor="ctr"/>
            <a:lstStyle/>
            <a:p>
              <a:pPr algn="ctr"/>
              <a:endParaRPr lang="zh-CN" altLang="en-US" sz="2800">
                <a:solidFill>
                  <a:srgbClr val="009900"/>
                </a:solidFill>
              </a:endParaRPr>
            </a:p>
          </p:txBody>
        </p:sp>
      </p:grpSp>
      <p:graphicFrame>
        <p:nvGraphicFramePr>
          <p:cNvPr id="159791" name="Object 47"/>
          <p:cNvGraphicFramePr>
            <a:graphicFrameLocks noChangeAspect="1"/>
          </p:cNvGraphicFramePr>
          <p:nvPr/>
        </p:nvGraphicFramePr>
        <p:xfrm>
          <a:off x="4800600" y="5148262"/>
          <a:ext cx="3962400" cy="1238250"/>
        </p:xfrm>
        <a:graphic>
          <a:graphicData uri="http://schemas.openxmlformats.org/presentationml/2006/ole">
            <p:oleObj spid="_x0000_s996357" name="Equation" r:id="rId20" imgW="1269720" imgH="431640" progId="Equation.3">
              <p:embed/>
            </p:oleObj>
          </a:graphicData>
        </a:graphic>
      </p:graphicFrame>
      <p:grpSp>
        <p:nvGrpSpPr>
          <p:cNvPr id="10" name="Group 48"/>
          <p:cNvGrpSpPr>
            <a:grpSpLocks/>
          </p:cNvGrpSpPr>
          <p:nvPr/>
        </p:nvGrpSpPr>
        <p:grpSpPr bwMode="auto">
          <a:xfrm>
            <a:off x="838200" y="3067050"/>
            <a:ext cx="1066800" cy="1581150"/>
            <a:chOff x="528" y="2085"/>
            <a:chExt cx="672" cy="996"/>
          </a:xfrm>
        </p:grpSpPr>
        <p:grpSp>
          <p:nvGrpSpPr>
            <p:cNvPr id="11" name="Group 49"/>
            <p:cNvGrpSpPr>
              <a:grpSpLocks/>
            </p:cNvGrpSpPr>
            <p:nvPr/>
          </p:nvGrpSpPr>
          <p:grpSpPr bwMode="auto">
            <a:xfrm>
              <a:off x="960" y="2409"/>
              <a:ext cx="240" cy="672"/>
              <a:chOff x="960" y="2409"/>
              <a:chExt cx="240" cy="672"/>
            </a:xfrm>
          </p:grpSpPr>
          <p:sp>
            <p:nvSpPr>
              <p:cNvPr id="159794" name="Line 50"/>
              <p:cNvSpPr>
                <a:spLocks noChangeShapeType="1"/>
              </p:cNvSpPr>
              <p:nvPr/>
            </p:nvSpPr>
            <p:spPr bwMode="auto">
              <a:xfrm>
                <a:off x="960" y="2409"/>
                <a:ext cx="240" cy="0"/>
              </a:xfrm>
              <a:prstGeom prst="line">
                <a:avLst/>
              </a:prstGeom>
              <a:noFill/>
              <a:ln w="9525">
                <a:solidFill>
                  <a:schemeClr val="tx1"/>
                </a:solidFill>
                <a:round/>
                <a:headEnd/>
                <a:tailEnd/>
              </a:ln>
              <a:effectLst/>
            </p:spPr>
            <p:txBody>
              <a:bodyPr wrap="none"/>
              <a:lstStyle/>
              <a:p>
                <a:endParaRPr lang="zh-CN" altLang="en-US" sz="2800"/>
              </a:p>
            </p:txBody>
          </p:sp>
          <p:sp>
            <p:nvSpPr>
              <p:cNvPr id="159795" name="Line 51"/>
              <p:cNvSpPr>
                <a:spLocks noChangeShapeType="1"/>
              </p:cNvSpPr>
              <p:nvPr/>
            </p:nvSpPr>
            <p:spPr bwMode="auto">
              <a:xfrm flipV="1">
                <a:off x="1056" y="2409"/>
                <a:ext cx="0" cy="240"/>
              </a:xfrm>
              <a:prstGeom prst="line">
                <a:avLst/>
              </a:prstGeom>
              <a:noFill/>
              <a:ln w="19050">
                <a:solidFill>
                  <a:srgbClr val="FF00FF"/>
                </a:solidFill>
                <a:round/>
                <a:headEnd/>
                <a:tailEnd type="triangle" w="sm" len="lg"/>
              </a:ln>
              <a:effectLst/>
            </p:spPr>
            <p:txBody>
              <a:bodyPr wrap="none"/>
              <a:lstStyle/>
              <a:p>
                <a:endParaRPr lang="zh-CN" altLang="en-US" sz="2800"/>
              </a:p>
            </p:txBody>
          </p:sp>
          <p:graphicFrame>
            <p:nvGraphicFramePr>
              <p:cNvPr id="159796" name="Object 52"/>
              <p:cNvGraphicFramePr>
                <a:graphicFrameLocks noChangeAspect="1"/>
              </p:cNvGraphicFramePr>
              <p:nvPr/>
            </p:nvGraphicFramePr>
            <p:xfrm>
              <a:off x="976" y="2640"/>
              <a:ext cx="176" cy="177"/>
            </p:xfrm>
            <a:graphic>
              <a:graphicData uri="http://schemas.openxmlformats.org/presentationml/2006/ole">
                <p:oleObj spid="_x0000_s996359" name="Equation" r:id="rId21" imgW="164880" imgH="164880" progId="Equation.3">
                  <p:embed/>
                </p:oleObj>
              </a:graphicData>
            </a:graphic>
          </p:graphicFrame>
          <p:sp>
            <p:nvSpPr>
              <p:cNvPr id="159797" name="Line 53"/>
              <p:cNvSpPr>
                <a:spLocks noChangeShapeType="1"/>
              </p:cNvSpPr>
              <p:nvPr/>
            </p:nvSpPr>
            <p:spPr bwMode="auto">
              <a:xfrm>
                <a:off x="1056" y="2793"/>
                <a:ext cx="0" cy="288"/>
              </a:xfrm>
              <a:prstGeom prst="line">
                <a:avLst/>
              </a:prstGeom>
              <a:noFill/>
              <a:ln w="19050">
                <a:solidFill>
                  <a:srgbClr val="FF00FF"/>
                </a:solidFill>
                <a:round/>
                <a:headEnd/>
                <a:tailEnd type="triangle" w="sm" len="lg"/>
              </a:ln>
              <a:effectLst/>
            </p:spPr>
            <p:txBody>
              <a:bodyPr wrap="none"/>
              <a:lstStyle/>
              <a:p>
                <a:endParaRPr lang="zh-CN" altLang="en-US" sz="2800"/>
              </a:p>
            </p:txBody>
          </p:sp>
        </p:grpSp>
        <p:grpSp>
          <p:nvGrpSpPr>
            <p:cNvPr id="12" name="Group 54"/>
            <p:cNvGrpSpPr>
              <a:grpSpLocks/>
            </p:cNvGrpSpPr>
            <p:nvPr/>
          </p:nvGrpSpPr>
          <p:grpSpPr bwMode="auto">
            <a:xfrm>
              <a:off x="528" y="2085"/>
              <a:ext cx="480" cy="324"/>
              <a:chOff x="528" y="2085"/>
              <a:chExt cx="480" cy="324"/>
            </a:xfrm>
          </p:grpSpPr>
          <p:graphicFrame>
            <p:nvGraphicFramePr>
              <p:cNvPr id="159799" name="Object 55"/>
              <p:cNvGraphicFramePr>
                <a:graphicFrameLocks noChangeAspect="1"/>
              </p:cNvGraphicFramePr>
              <p:nvPr/>
            </p:nvGraphicFramePr>
            <p:xfrm>
              <a:off x="528" y="2085"/>
              <a:ext cx="336" cy="315"/>
            </p:xfrm>
            <a:graphic>
              <a:graphicData uri="http://schemas.openxmlformats.org/presentationml/2006/ole">
                <p:oleObj spid="_x0000_s996358" name="Equation" r:id="rId22" imgW="190440" imgH="177480" progId="Equation.3">
                  <p:embed/>
                </p:oleObj>
              </a:graphicData>
            </a:graphic>
          </p:graphicFrame>
          <p:sp>
            <p:nvSpPr>
              <p:cNvPr id="159800" name="AutoShape 56"/>
              <p:cNvSpPr>
                <a:spLocks noChangeArrowheads="1"/>
              </p:cNvSpPr>
              <p:nvPr/>
            </p:nvSpPr>
            <p:spPr bwMode="auto">
              <a:xfrm>
                <a:off x="816" y="2121"/>
                <a:ext cx="192" cy="288"/>
              </a:xfrm>
              <a:prstGeom prst="upArrow">
                <a:avLst>
                  <a:gd name="adj1" fmla="val 31250"/>
                  <a:gd name="adj2" fmla="val 50000"/>
                </a:avLst>
              </a:prstGeom>
              <a:solidFill>
                <a:schemeClr val="accent2"/>
              </a:solidFill>
              <a:ln w="38100">
                <a:solidFill>
                  <a:srgbClr val="FF5050"/>
                </a:solidFill>
                <a:miter lim="800000"/>
                <a:headEnd/>
                <a:tailEnd/>
              </a:ln>
              <a:effectLst/>
            </p:spPr>
            <p:txBody>
              <a:bodyPr wrap="none" anchor="ctr"/>
              <a:lstStyle/>
              <a:p>
                <a:endParaRPr lang="zh-CN" altLang="en-US" sz="280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upRigh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272"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strVal val="2/3*#ppt_w"/>
                                          </p:val>
                                        </p:tav>
                                        <p:tav tm="100000">
                                          <p:val>
                                            <p:strVal val="#ppt_w"/>
                                          </p:val>
                                        </p:tav>
                                      </p:tavLst>
                                    </p:anim>
                                    <p:anim calcmode="lin" valueType="num">
                                      <p:cBhvr>
                                        <p:cTn id="18" dur="500" fill="hold"/>
                                        <p:tgtEl>
                                          <p:spTgt spid="9"/>
                                        </p:tgtEl>
                                        <p:attrNameLst>
                                          <p:attrName>ppt_h</p:attrName>
                                        </p:attrNameLst>
                                      </p:cBhvr>
                                      <p:tavLst>
                                        <p:tav tm="0">
                                          <p:val>
                                            <p:strVal val="2/3*#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strips(upRigh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linds(horizontal)">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5" fill="hold" nodeType="clickEffect">
                                  <p:stCondLst>
                                    <p:cond delay="0"/>
                                  </p:stCondLst>
                                  <p:childTnLst>
                                    <p:set>
                                      <p:cBhvr>
                                        <p:cTn id="37" dur="1" fill="hold">
                                          <p:stCondLst>
                                            <p:cond delay="0"/>
                                          </p:stCondLst>
                                        </p:cTn>
                                        <p:tgtEl>
                                          <p:spTgt spid="159770"/>
                                        </p:tgtEl>
                                        <p:attrNameLst>
                                          <p:attrName>style.visibility</p:attrName>
                                        </p:attrNameLst>
                                      </p:cBhvr>
                                      <p:to>
                                        <p:strVal val="visible"/>
                                      </p:to>
                                    </p:set>
                                    <p:animEffect transition="in" filter="blinds(vertical)">
                                      <p:cBhvr>
                                        <p:cTn id="38" dur="500"/>
                                        <p:tgtEl>
                                          <p:spTgt spid="15977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5" fill="hold" nodeType="clickEffect">
                                  <p:stCondLst>
                                    <p:cond delay="0"/>
                                  </p:stCondLst>
                                  <p:childTnLst>
                                    <p:set>
                                      <p:cBhvr>
                                        <p:cTn id="42" dur="1" fill="hold">
                                          <p:stCondLst>
                                            <p:cond delay="0"/>
                                          </p:stCondLst>
                                        </p:cTn>
                                        <p:tgtEl>
                                          <p:spTgt spid="159771"/>
                                        </p:tgtEl>
                                        <p:attrNameLst>
                                          <p:attrName>style.visibility</p:attrName>
                                        </p:attrNameLst>
                                      </p:cBhvr>
                                      <p:to>
                                        <p:strVal val="visible"/>
                                      </p:to>
                                    </p:set>
                                    <p:animEffect transition="in" filter="blinds(vertical)">
                                      <p:cBhvr>
                                        <p:cTn id="43" dur="500"/>
                                        <p:tgtEl>
                                          <p:spTgt spid="15977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59772"/>
                                        </p:tgtEl>
                                        <p:attrNameLst>
                                          <p:attrName>style.visibility</p:attrName>
                                        </p:attrNameLst>
                                      </p:cBhvr>
                                      <p:to>
                                        <p:strVal val="visible"/>
                                      </p:to>
                                    </p:set>
                                    <p:animEffect transition="in" filter="blinds(horizontal)">
                                      <p:cBhvr>
                                        <p:cTn id="48" dur="500"/>
                                        <p:tgtEl>
                                          <p:spTgt spid="159772"/>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12"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strips(downLeft)">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18" presetClass="entr" presetSubtype="9"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strips(upLeft)">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5" fill="hold" nodeType="clickEffect">
                                  <p:stCondLst>
                                    <p:cond delay="0"/>
                                  </p:stCondLst>
                                  <p:childTnLst>
                                    <p:set>
                                      <p:cBhvr>
                                        <p:cTn id="62" dur="1" fill="hold">
                                          <p:stCondLst>
                                            <p:cond delay="0"/>
                                          </p:stCondLst>
                                        </p:cTn>
                                        <p:tgtEl>
                                          <p:spTgt spid="159791"/>
                                        </p:tgtEl>
                                        <p:attrNameLst>
                                          <p:attrName>style.visibility</p:attrName>
                                        </p:attrNameLst>
                                      </p:cBhvr>
                                      <p:to>
                                        <p:strVal val="visible"/>
                                      </p:to>
                                    </p:set>
                                    <p:animEffect transition="in" filter="blinds(vertical)">
                                      <p:cBhvr>
                                        <p:cTn id="63" dur="500"/>
                                        <p:tgtEl>
                                          <p:spTgt spid="159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770" name="Object 2"/>
          <p:cNvGraphicFramePr>
            <a:graphicFrameLocks noChangeAspect="1"/>
          </p:cNvGraphicFramePr>
          <p:nvPr/>
        </p:nvGraphicFramePr>
        <p:xfrm>
          <a:off x="4594225" y="609600"/>
          <a:ext cx="4016375" cy="1247775"/>
        </p:xfrm>
        <a:graphic>
          <a:graphicData uri="http://schemas.openxmlformats.org/presentationml/2006/ole">
            <p:oleObj spid="_x0000_s997378" name="Equation" r:id="rId3" imgW="1587240" imgH="469800" progId="Equation.3">
              <p:embed/>
            </p:oleObj>
          </a:graphicData>
        </a:graphic>
      </p:graphicFrame>
      <p:grpSp>
        <p:nvGrpSpPr>
          <p:cNvPr id="2" name="Group 3"/>
          <p:cNvGrpSpPr>
            <a:grpSpLocks/>
          </p:cNvGrpSpPr>
          <p:nvPr/>
        </p:nvGrpSpPr>
        <p:grpSpPr bwMode="auto">
          <a:xfrm>
            <a:off x="496888" y="2090737"/>
            <a:ext cx="5027612" cy="523875"/>
            <a:chOff x="385" y="1440"/>
            <a:chExt cx="3167" cy="330"/>
          </a:xfrm>
        </p:grpSpPr>
        <p:sp>
          <p:nvSpPr>
            <p:cNvPr id="160772" name="Text Box 4"/>
            <p:cNvSpPr txBox="1">
              <a:spLocks noChangeArrowheads="1"/>
            </p:cNvSpPr>
            <p:nvPr/>
          </p:nvSpPr>
          <p:spPr bwMode="auto">
            <a:xfrm>
              <a:off x="385" y="1440"/>
              <a:ext cx="3167" cy="330"/>
            </a:xfrm>
            <a:prstGeom prst="rect">
              <a:avLst/>
            </a:prstGeom>
            <a:noFill/>
            <a:ln w="9525">
              <a:noFill/>
              <a:miter lim="800000"/>
              <a:headEnd/>
              <a:tailEnd/>
            </a:ln>
            <a:effectLst/>
          </p:spPr>
          <p:txBody>
            <a:bodyPr>
              <a:spAutoFit/>
            </a:bodyPr>
            <a:lstStyle/>
            <a:p>
              <a:pPr>
                <a:spcBef>
                  <a:spcPct val="50000"/>
                </a:spcBef>
              </a:pPr>
              <a:r>
                <a:rPr lang="en-US" altLang="zh-CN" sz="2800"/>
                <a:t>      </a:t>
              </a:r>
              <a:r>
                <a:rPr lang="zh-CN" altLang="en-US" sz="2800"/>
                <a:t>的方向沿 </a:t>
              </a:r>
              <a:r>
                <a:rPr lang="en-US" altLang="zh-CN" sz="2800" b="0" i="1"/>
                <a:t>x</a:t>
              </a:r>
              <a:r>
                <a:rPr lang="en-US" altLang="zh-CN" sz="2800"/>
                <a:t> </a:t>
              </a:r>
              <a:r>
                <a:rPr lang="zh-CN" altLang="en-US" sz="2800"/>
                <a:t>轴的负方向.</a:t>
              </a:r>
            </a:p>
          </p:txBody>
        </p:sp>
        <p:graphicFrame>
          <p:nvGraphicFramePr>
            <p:cNvPr id="160773" name="Object 5"/>
            <p:cNvGraphicFramePr>
              <a:graphicFrameLocks noChangeAspect="1"/>
            </p:cNvGraphicFramePr>
            <p:nvPr/>
          </p:nvGraphicFramePr>
          <p:xfrm>
            <a:off x="481" y="1440"/>
            <a:ext cx="253" cy="312"/>
          </p:xfrm>
          <a:graphic>
            <a:graphicData uri="http://schemas.openxmlformats.org/presentationml/2006/ole">
              <p:oleObj spid="_x0000_s997391" name="Equation" r:id="rId4" imgW="215640" imgH="266400" progId="Equation.3">
                <p:embed/>
              </p:oleObj>
            </a:graphicData>
          </a:graphic>
        </p:graphicFrame>
      </p:grpSp>
      <p:graphicFrame>
        <p:nvGraphicFramePr>
          <p:cNvPr id="160774" name="Object 6"/>
          <p:cNvGraphicFramePr>
            <a:graphicFrameLocks noChangeAspect="1"/>
          </p:cNvGraphicFramePr>
          <p:nvPr/>
        </p:nvGraphicFramePr>
        <p:xfrm>
          <a:off x="723900" y="642937"/>
          <a:ext cx="3898900" cy="1238250"/>
        </p:xfrm>
        <a:graphic>
          <a:graphicData uri="http://schemas.openxmlformats.org/presentationml/2006/ole">
            <p:oleObj spid="_x0000_s997379" name="Equation" r:id="rId5" imgW="1269720" imgH="431640" progId="Equation.3">
              <p:embed/>
            </p:oleObj>
          </a:graphicData>
        </a:graphic>
      </p:graphicFrame>
      <p:sp>
        <p:nvSpPr>
          <p:cNvPr id="160775" name="Rectangle 7"/>
          <p:cNvSpPr>
            <a:spLocks noChangeArrowheads="1"/>
          </p:cNvSpPr>
          <p:nvPr/>
        </p:nvSpPr>
        <p:spPr bwMode="auto">
          <a:xfrm>
            <a:off x="571500" y="3005137"/>
            <a:ext cx="5638800"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无限长</a:t>
            </a:r>
            <a:r>
              <a:rPr lang="zh-CN" altLang="en-US" sz="2800"/>
              <a:t>载流长直导线的磁场.</a:t>
            </a:r>
          </a:p>
        </p:txBody>
      </p:sp>
      <p:graphicFrame>
        <p:nvGraphicFramePr>
          <p:cNvPr id="160776" name="Object 8"/>
          <p:cNvGraphicFramePr>
            <a:graphicFrameLocks noChangeAspect="1"/>
          </p:cNvGraphicFramePr>
          <p:nvPr/>
        </p:nvGraphicFramePr>
        <p:xfrm>
          <a:off x="723900" y="4773612"/>
          <a:ext cx="1411288" cy="1279525"/>
        </p:xfrm>
        <a:graphic>
          <a:graphicData uri="http://schemas.openxmlformats.org/presentationml/2006/ole">
            <p:oleObj spid="_x0000_s997380" name="Equation" r:id="rId6" imgW="482400" imgH="457200" progId="Equation.3">
              <p:embed/>
            </p:oleObj>
          </a:graphicData>
        </a:graphic>
      </p:graphicFrame>
      <p:graphicFrame>
        <p:nvGraphicFramePr>
          <p:cNvPr id="160777" name="Object 9"/>
          <p:cNvGraphicFramePr>
            <a:graphicFrameLocks noChangeAspect="1"/>
          </p:cNvGraphicFramePr>
          <p:nvPr/>
        </p:nvGraphicFramePr>
        <p:xfrm>
          <a:off x="2552700" y="4781550"/>
          <a:ext cx="1839913" cy="1122362"/>
        </p:xfrm>
        <a:graphic>
          <a:graphicData uri="http://schemas.openxmlformats.org/presentationml/2006/ole">
            <p:oleObj spid="_x0000_s997381" name="Equation" r:id="rId7" imgW="634680" imgH="431640" progId="Equation.3">
              <p:embed/>
            </p:oleObj>
          </a:graphicData>
        </a:graphic>
      </p:graphicFrame>
      <p:graphicFrame>
        <p:nvGraphicFramePr>
          <p:cNvPr id="160778" name="Object 10"/>
          <p:cNvGraphicFramePr>
            <a:graphicFrameLocks noChangeAspect="1"/>
          </p:cNvGraphicFramePr>
          <p:nvPr/>
        </p:nvGraphicFramePr>
        <p:xfrm>
          <a:off x="647700" y="3536950"/>
          <a:ext cx="4343400" cy="1187450"/>
        </p:xfrm>
        <a:graphic>
          <a:graphicData uri="http://schemas.openxmlformats.org/presentationml/2006/ole">
            <p:oleObj spid="_x0000_s997382" name="Equation" r:id="rId8" imgW="1600200" imgH="431640" progId="Equation.3">
              <p:embed/>
            </p:oleObj>
          </a:graphicData>
        </a:graphic>
      </p:graphicFrame>
      <p:grpSp>
        <p:nvGrpSpPr>
          <p:cNvPr id="3" name="Group 11"/>
          <p:cNvGrpSpPr>
            <a:grpSpLocks/>
          </p:cNvGrpSpPr>
          <p:nvPr/>
        </p:nvGrpSpPr>
        <p:grpSpPr bwMode="auto">
          <a:xfrm>
            <a:off x="5276850" y="2014537"/>
            <a:ext cx="3562350" cy="3962400"/>
            <a:chOff x="3324" y="1440"/>
            <a:chExt cx="2244" cy="2496"/>
          </a:xfrm>
        </p:grpSpPr>
        <p:sp>
          <p:nvSpPr>
            <p:cNvPr id="160780" name="Rectangle 12"/>
            <p:cNvSpPr>
              <a:spLocks noChangeArrowheads="1"/>
            </p:cNvSpPr>
            <p:nvPr/>
          </p:nvSpPr>
          <p:spPr bwMode="auto">
            <a:xfrm>
              <a:off x="3324" y="1440"/>
              <a:ext cx="2064" cy="2496"/>
            </a:xfrm>
            <a:prstGeom prst="rect">
              <a:avLst/>
            </a:prstGeom>
            <a:solidFill>
              <a:schemeClr val="bg1"/>
            </a:solidFill>
            <a:ln w="9525">
              <a:solidFill>
                <a:srgbClr val="006666"/>
              </a:solidFill>
              <a:miter lim="800000"/>
              <a:headEnd/>
              <a:tailEnd/>
            </a:ln>
            <a:effectLst/>
          </p:spPr>
          <p:txBody>
            <a:bodyPr wrap="none" anchor="ctr"/>
            <a:lstStyle/>
            <a:p>
              <a:endParaRPr lang="zh-CN" altLang="en-US" sz="2800"/>
            </a:p>
          </p:txBody>
        </p:sp>
        <p:sp>
          <p:nvSpPr>
            <p:cNvPr id="160781" name="Line 13"/>
            <p:cNvSpPr>
              <a:spLocks noChangeShapeType="1"/>
            </p:cNvSpPr>
            <p:nvPr/>
          </p:nvSpPr>
          <p:spPr bwMode="auto">
            <a:xfrm flipV="1">
              <a:off x="3900" y="1465"/>
              <a:ext cx="0" cy="1572"/>
            </a:xfrm>
            <a:prstGeom prst="line">
              <a:avLst/>
            </a:prstGeom>
            <a:noFill/>
            <a:ln w="19050">
              <a:solidFill>
                <a:srgbClr val="000000"/>
              </a:solidFill>
              <a:round/>
              <a:headEnd/>
              <a:tailEnd type="triangle" w="sm" len="lg"/>
            </a:ln>
            <a:effectLst/>
          </p:spPr>
          <p:txBody>
            <a:bodyPr wrap="none" anchor="ctr"/>
            <a:lstStyle/>
            <a:p>
              <a:endParaRPr lang="zh-CN" altLang="en-US" sz="2800"/>
            </a:p>
          </p:txBody>
        </p:sp>
        <p:sp>
          <p:nvSpPr>
            <p:cNvPr id="160782" name="Line 14"/>
            <p:cNvSpPr>
              <a:spLocks noChangeShapeType="1"/>
            </p:cNvSpPr>
            <p:nvPr/>
          </p:nvSpPr>
          <p:spPr bwMode="auto">
            <a:xfrm flipV="1">
              <a:off x="3900" y="3024"/>
              <a:ext cx="1440" cy="0"/>
            </a:xfrm>
            <a:prstGeom prst="line">
              <a:avLst/>
            </a:prstGeom>
            <a:noFill/>
            <a:ln w="12700">
              <a:solidFill>
                <a:srgbClr val="000000"/>
              </a:solidFill>
              <a:round/>
              <a:headEnd/>
              <a:tailEnd type="triangle" w="sm" len="lg"/>
            </a:ln>
            <a:effectLst/>
          </p:spPr>
          <p:txBody>
            <a:bodyPr wrap="none" anchor="ctr"/>
            <a:lstStyle/>
            <a:p>
              <a:endParaRPr lang="zh-CN" altLang="en-US" sz="2800"/>
            </a:p>
          </p:txBody>
        </p:sp>
        <p:sp>
          <p:nvSpPr>
            <p:cNvPr id="160783" name="Line 15"/>
            <p:cNvSpPr>
              <a:spLocks noChangeShapeType="1"/>
            </p:cNvSpPr>
            <p:nvPr/>
          </p:nvSpPr>
          <p:spPr bwMode="auto">
            <a:xfrm flipV="1">
              <a:off x="3911" y="3037"/>
              <a:ext cx="945" cy="715"/>
            </a:xfrm>
            <a:prstGeom prst="line">
              <a:avLst/>
            </a:prstGeom>
            <a:noFill/>
            <a:ln w="25400">
              <a:solidFill>
                <a:srgbClr val="0000FF"/>
              </a:solidFill>
              <a:prstDash val="dash"/>
              <a:round/>
              <a:headEnd/>
              <a:tailEnd type="none" w="sm" len="lg"/>
            </a:ln>
            <a:effectLst/>
          </p:spPr>
          <p:txBody>
            <a:bodyPr wrap="none" anchor="ctr"/>
            <a:lstStyle/>
            <a:p>
              <a:endParaRPr lang="zh-CN" altLang="en-US" sz="2800"/>
            </a:p>
          </p:txBody>
        </p:sp>
        <p:sp>
          <p:nvSpPr>
            <p:cNvPr id="160784" name="Line 16"/>
            <p:cNvSpPr>
              <a:spLocks noChangeShapeType="1"/>
            </p:cNvSpPr>
            <p:nvPr/>
          </p:nvSpPr>
          <p:spPr bwMode="auto">
            <a:xfrm>
              <a:off x="3911" y="1846"/>
              <a:ext cx="945" cy="1191"/>
            </a:xfrm>
            <a:prstGeom prst="line">
              <a:avLst/>
            </a:prstGeom>
            <a:noFill/>
            <a:ln w="25400">
              <a:solidFill>
                <a:srgbClr val="0000FF"/>
              </a:solidFill>
              <a:prstDash val="dash"/>
              <a:round/>
              <a:headEnd/>
              <a:tailEnd type="none" w="sm" len="lg"/>
            </a:ln>
            <a:effectLst/>
          </p:spPr>
          <p:txBody>
            <a:bodyPr wrap="none" anchor="ctr"/>
            <a:lstStyle/>
            <a:p>
              <a:endParaRPr lang="zh-CN" altLang="en-US" sz="2800"/>
            </a:p>
          </p:txBody>
        </p:sp>
        <p:sp>
          <p:nvSpPr>
            <p:cNvPr id="160785" name="Arc 17"/>
            <p:cNvSpPr>
              <a:spLocks/>
            </p:cNvSpPr>
            <p:nvPr/>
          </p:nvSpPr>
          <p:spPr bwMode="auto">
            <a:xfrm>
              <a:off x="3904" y="1656"/>
              <a:ext cx="159" cy="381"/>
            </a:xfrm>
            <a:custGeom>
              <a:avLst/>
              <a:gdLst>
                <a:gd name="G0" fmla="+- 1142 0 0"/>
                <a:gd name="G1" fmla="+- 21600 0 0"/>
                <a:gd name="G2" fmla="+- 21600 0 0"/>
                <a:gd name="T0" fmla="*/ 0 w 22742"/>
                <a:gd name="T1" fmla="*/ 30 h 21600"/>
                <a:gd name="T2" fmla="*/ 22742 w 22742"/>
                <a:gd name="T3" fmla="*/ 21600 h 21600"/>
                <a:gd name="T4" fmla="*/ 1142 w 22742"/>
                <a:gd name="T5" fmla="*/ 21600 h 21600"/>
              </a:gdLst>
              <a:ahLst/>
              <a:cxnLst>
                <a:cxn ang="0">
                  <a:pos x="T0" y="T1"/>
                </a:cxn>
                <a:cxn ang="0">
                  <a:pos x="T2" y="T3"/>
                </a:cxn>
                <a:cxn ang="0">
                  <a:pos x="T4" y="T5"/>
                </a:cxn>
              </a:cxnLst>
              <a:rect l="0" t="0" r="r" b="b"/>
              <a:pathLst>
                <a:path w="22742" h="21600" fill="none" extrusionOk="0">
                  <a:moveTo>
                    <a:pt x="0" y="30"/>
                  </a:moveTo>
                  <a:cubicBezTo>
                    <a:pt x="380" y="10"/>
                    <a:pt x="761" y="-1"/>
                    <a:pt x="1142" y="0"/>
                  </a:cubicBezTo>
                  <a:cubicBezTo>
                    <a:pt x="13071" y="0"/>
                    <a:pt x="22742" y="9670"/>
                    <a:pt x="22742" y="21600"/>
                  </a:cubicBezTo>
                </a:path>
                <a:path w="22742" h="21600" stroke="0" extrusionOk="0">
                  <a:moveTo>
                    <a:pt x="0" y="30"/>
                  </a:moveTo>
                  <a:cubicBezTo>
                    <a:pt x="380" y="10"/>
                    <a:pt x="761" y="-1"/>
                    <a:pt x="1142" y="0"/>
                  </a:cubicBezTo>
                  <a:cubicBezTo>
                    <a:pt x="13071" y="0"/>
                    <a:pt x="22742" y="9670"/>
                    <a:pt x="22742" y="21600"/>
                  </a:cubicBezTo>
                  <a:lnTo>
                    <a:pt x="1142" y="21600"/>
                  </a:lnTo>
                  <a:close/>
                </a:path>
              </a:pathLst>
            </a:custGeom>
            <a:noFill/>
            <a:ln w="34925">
              <a:solidFill>
                <a:srgbClr val="FF6600"/>
              </a:solidFill>
              <a:round/>
              <a:headEnd/>
              <a:tailEnd type="none" w="sm" len="lg"/>
            </a:ln>
            <a:effectLst/>
          </p:spPr>
          <p:txBody>
            <a:bodyPr wrap="none" anchor="ctr"/>
            <a:lstStyle/>
            <a:p>
              <a:endParaRPr lang="zh-CN" altLang="en-US" sz="2800"/>
            </a:p>
          </p:txBody>
        </p:sp>
        <p:graphicFrame>
          <p:nvGraphicFramePr>
            <p:cNvPr id="160786" name="Object 18"/>
            <p:cNvGraphicFramePr>
              <a:graphicFrameLocks noChangeAspect="1"/>
            </p:cNvGraphicFramePr>
            <p:nvPr/>
          </p:nvGraphicFramePr>
          <p:xfrm>
            <a:off x="3960" y="3213"/>
            <a:ext cx="216" cy="387"/>
          </p:xfrm>
          <a:graphic>
            <a:graphicData uri="http://schemas.openxmlformats.org/presentationml/2006/ole">
              <p:oleObj spid="_x0000_s997384" name="公式" r:id="rId9" imgW="152280" imgH="215640" progId="Equation.3">
                <p:embed/>
              </p:oleObj>
            </a:graphicData>
          </a:graphic>
        </p:graphicFrame>
        <p:graphicFrame>
          <p:nvGraphicFramePr>
            <p:cNvPr id="160787" name="Object 19"/>
            <p:cNvGraphicFramePr>
              <a:graphicFrameLocks noChangeAspect="1"/>
            </p:cNvGraphicFramePr>
            <p:nvPr/>
          </p:nvGraphicFramePr>
          <p:xfrm>
            <a:off x="4041" y="1584"/>
            <a:ext cx="231" cy="383"/>
          </p:xfrm>
          <a:graphic>
            <a:graphicData uri="http://schemas.openxmlformats.org/presentationml/2006/ole">
              <p:oleObj spid="_x0000_s997385" name="公式" r:id="rId10" imgW="164880" imgH="215640" progId="Equation.3">
                <p:embed/>
              </p:oleObj>
            </a:graphicData>
          </a:graphic>
        </p:graphicFrame>
        <p:sp>
          <p:nvSpPr>
            <p:cNvPr id="160788" name="Text Box 20"/>
            <p:cNvSpPr txBox="1">
              <a:spLocks noChangeArrowheads="1"/>
            </p:cNvSpPr>
            <p:nvPr/>
          </p:nvSpPr>
          <p:spPr bwMode="auto">
            <a:xfrm>
              <a:off x="4716" y="3043"/>
              <a:ext cx="852" cy="330"/>
            </a:xfrm>
            <a:prstGeom prst="rect">
              <a:avLst/>
            </a:prstGeom>
            <a:noFill/>
            <a:ln w="9525">
              <a:noFill/>
              <a:miter lim="800000"/>
              <a:headEnd/>
              <a:tailEnd/>
            </a:ln>
            <a:effectLst/>
          </p:spPr>
          <p:txBody>
            <a:bodyPr>
              <a:spAutoFit/>
            </a:bodyPr>
            <a:lstStyle/>
            <a:p>
              <a:pPr>
                <a:spcBef>
                  <a:spcPct val="50000"/>
                </a:spcBef>
              </a:pPr>
              <a:r>
                <a:rPr lang="en-US" altLang="zh-CN" sz="2800" b="0" i="1"/>
                <a:t>P</a:t>
              </a:r>
            </a:p>
          </p:txBody>
        </p:sp>
        <p:sp>
          <p:nvSpPr>
            <p:cNvPr id="160789" name="Text Box 21"/>
            <p:cNvSpPr txBox="1">
              <a:spLocks noChangeArrowheads="1"/>
            </p:cNvSpPr>
            <p:nvPr/>
          </p:nvSpPr>
          <p:spPr bwMode="auto">
            <a:xfrm>
              <a:off x="3564" y="3552"/>
              <a:ext cx="576" cy="327"/>
            </a:xfrm>
            <a:prstGeom prst="rect">
              <a:avLst/>
            </a:prstGeom>
            <a:noFill/>
            <a:ln w="9525">
              <a:noFill/>
              <a:miter lim="800000"/>
              <a:headEnd/>
              <a:tailEnd/>
            </a:ln>
            <a:effectLst/>
          </p:spPr>
          <p:txBody>
            <a:bodyPr>
              <a:spAutoFit/>
            </a:bodyPr>
            <a:lstStyle/>
            <a:p>
              <a:pPr>
                <a:spcBef>
                  <a:spcPct val="50000"/>
                </a:spcBef>
              </a:pPr>
              <a:r>
                <a:rPr lang="en-US" altLang="en-US" sz="2800" b="0" i="1"/>
                <a:t>C</a:t>
              </a:r>
              <a:endParaRPr lang="en-US" altLang="zh-CN" sz="2800" b="0" i="1"/>
            </a:p>
          </p:txBody>
        </p:sp>
        <p:sp>
          <p:nvSpPr>
            <p:cNvPr id="160790" name="Text Box 22"/>
            <p:cNvSpPr txBox="1">
              <a:spLocks noChangeArrowheads="1"/>
            </p:cNvSpPr>
            <p:nvPr/>
          </p:nvSpPr>
          <p:spPr bwMode="auto">
            <a:xfrm>
              <a:off x="3574" y="1703"/>
              <a:ext cx="470" cy="328"/>
            </a:xfrm>
            <a:prstGeom prst="rect">
              <a:avLst/>
            </a:prstGeom>
            <a:noFill/>
            <a:ln w="9525">
              <a:noFill/>
              <a:miter lim="800000"/>
              <a:headEnd/>
              <a:tailEnd/>
            </a:ln>
            <a:effectLst/>
          </p:spPr>
          <p:txBody>
            <a:bodyPr>
              <a:spAutoFit/>
            </a:bodyPr>
            <a:lstStyle/>
            <a:p>
              <a:pPr>
                <a:spcBef>
                  <a:spcPct val="50000"/>
                </a:spcBef>
              </a:pPr>
              <a:r>
                <a:rPr lang="en-US" altLang="zh-CN" sz="2800" b="0" i="1"/>
                <a:t>D</a:t>
              </a:r>
            </a:p>
          </p:txBody>
        </p:sp>
        <p:graphicFrame>
          <p:nvGraphicFramePr>
            <p:cNvPr id="160791" name="Object 23"/>
            <p:cNvGraphicFramePr>
              <a:graphicFrameLocks noChangeAspect="1"/>
            </p:cNvGraphicFramePr>
            <p:nvPr/>
          </p:nvGraphicFramePr>
          <p:xfrm>
            <a:off x="5097" y="3085"/>
            <a:ext cx="195" cy="275"/>
          </p:xfrm>
          <a:graphic>
            <a:graphicData uri="http://schemas.openxmlformats.org/presentationml/2006/ole">
              <p:oleObj spid="_x0000_s997386" name="公式" r:id="rId11" imgW="190440" imgH="241200" progId="Equation.3">
                <p:embed/>
              </p:oleObj>
            </a:graphicData>
          </a:graphic>
        </p:graphicFrame>
        <p:graphicFrame>
          <p:nvGraphicFramePr>
            <p:cNvPr id="160792" name="Object 24"/>
            <p:cNvGraphicFramePr>
              <a:graphicFrameLocks noChangeAspect="1"/>
            </p:cNvGraphicFramePr>
            <p:nvPr/>
          </p:nvGraphicFramePr>
          <p:xfrm>
            <a:off x="3347" y="3229"/>
            <a:ext cx="169" cy="227"/>
          </p:xfrm>
          <a:graphic>
            <a:graphicData uri="http://schemas.openxmlformats.org/presentationml/2006/ole">
              <p:oleObj spid="_x0000_s997387" name="Equation" r:id="rId12" imgW="177480" imgH="190440" progId="Equation.3">
                <p:embed/>
              </p:oleObj>
            </a:graphicData>
          </a:graphic>
        </p:graphicFrame>
        <p:graphicFrame>
          <p:nvGraphicFramePr>
            <p:cNvPr id="160793" name="Object 25"/>
            <p:cNvGraphicFramePr>
              <a:graphicFrameLocks noChangeAspect="1"/>
            </p:cNvGraphicFramePr>
            <p:nvPr/>
          </p:nvGraphicFramePr>
          <p:xfrm>
            <a:off x="3708" y="1488"/>
            <a:ext cx="145" cy="192"/>
          </p:xfrm>
          <a:graphic>
            <a:graphicData uri="http://schemas.openxmlformats.org/presentationml/2006/ole">
              <p:oleObj spid="_x0000_s997388" name="Equation" r:id="rId13" imgW="164880" imgH="164880" progId="Equation.3">
                <p:embed/>
              </p:oleObj>
            </a:graphicData>
          </a:graphic>
        </p:graphicFrame>
        <p:graphicFrame>
          <p:nvGraphicFramePr>
            <p:cNvPr id="160794" name="Object 26"/>
            <p:cNvGraphicFramePr>
              <a:graphicFrameLocks noChangeAspect="1"/>
            </p:cNvGraphicFramePr>
            <p:nvPr/>
          </p:nvGraphicFramePr>
          <p:xfrm>
            <a:off x="3660" y="2846"/>
            <a:ext cx="172" cy="251"/>
          </p:xfrm>
          <a:graphic>
            <a:graphicData uri="http://schemas.openxmlformats.org/presentationml/2006/ole">
              <p:oleObj spid="_x0000_s997389" name="Equation" r:id="rId14" imgW="164880" imgH="190440" progId="Equation.3">
                <p:embed/>
              </p:oleObj>
            </a:graphicData>
          </a:graphic>
        </p:graphicFrame>
        <p:sp>
          <p:nvSpPr>
            <p:cNvPr id="160795" name="AutoShape 27"/>
            <p:cNvSpPr>
              <a:spLocks noChangeArrowheads="1"/>
            </p:cNvSpPr>
            <p:nvPr/>
          </p:nvSpPr>
          <p:spPr bwMode="auto">
            <a:xfrm>
              <a:off x="3852" y="1798"/>
              <a:ext cx="76" cy="1954"/>
            </a:xfrm>
            <a:prstGeom prst="can">
              <a:avLst>
                <a:gd name="adj" fmla="val 92725"/>
              </a:avLst>
            </a:prstGeom>
            <a:gradFill rotWithShape="0">
              <a:gsLst>
                <a:gs pos="0">
                  <a:schemeClr val="accent1">
                    <a:gamma/>
                    <a:shade val="56078"/>
                    <a:invGamma/>
                  </a:schemeClr>
                </a:gs>
                <a:gs pos="50000">
                  <a:schemeClr val="accent1"/>
                </a:gs>
                <a:gs pos="100000">
                  <a:schemeClr val="accent1">
                    <a:gamma/>
                    <a:shade val="56078"/>
                    <a:invGamma/>
                  </a:schemeClr>
                </a:gs>
              </a:gsLst>
              <a:lin ang="0" scaled="1"/>
            </a:gradFill>
            <a:ln w="9525">
              <a:solidFill>
                <a:schemeClr val="tx1"/>
              </a:solidFill>
              <a:round/>
              <a:headEnd/>
              <a:tailEnd/>
            </a:ln>
            <a:effectLst/>
          </p:spPr>
          <p:txBody>
            <a:bodyPr wrap="none" anchor="ctr"/>
            <a:lstStyle/>
            <a:p>
              <a:endParaRPr lang="zh-CN" altLang="en-US" sz="2800"/>
            </a:p>
          </p:txBody>
        </p:sp>
        <p:graphicFrame>
          <p:nvGraphicFramePr>
            <p:cNvPr id="160796" name="Object 28"/>
            <p:cNvGraphicFramePr>
              <a:graphicFrameLocks noChangeAspect="1"/>
            </p:cNvGraphicFramePr>
            <p:nvPr/>
          </p:nvGraphicFramePr>
          <p:xfrm>
            <a:off x="3660" y="2379"/>
            <a:ext cx="162" cy="264"/>
          </p:xfrm>
          <a:graphic>
            <a:graphicData uri="http://schemas.openxmlformats.org/presentationml/2006/ole">
              <p:oleObj spid="_x0000_s997390" name="Equation" r:id="rId15" imgW="164880" imgH="228600" progId="Equation.3">
                <p:embed/>
              </p:oleObj>
            </a:graphicData>
          </a:graphic>
        </p:graphicFrame>
        <p:sp>
          <p:nvSpPr>
            <p:cNvPr id="160797" name="Arc 29"/>
            <p:cNvSpPr>
              <a:spLocks/>
            </p:cNvSpPr>
            <p:nvPr/>
          </p:nvSpPr>
          <p:spPr bwMode="auto">
            <a:xfrm>
              <a:off x="3931" y="3505"/>
              <a:ext cx="164" cy="100"/>
            </a:xfrm>
            <a:custGeom>
              <a:avLst/>
              <a:gdLst>
                <a:gd name="G0" fmla="+- 2971 0 0"/>
                <a:gd name="G1" fmla="+- 21600 0 0"/>
                <a:gd name="G2" fmla="+- 21600 0 0"/>
                <a:gd name="T0" fmla="*/ 0 w 24571"/>
                <a:gd name="T1" fmla="*/ 205 h 22498"/>
                <a:gd name="T2" fmla="*/ 24552 w 24571"/>
                <a:gd name="T3" fmla="*/ 22498 h 22498"/>
                <a:gd name="T4" fmla="*/ 2971 w 24571"/>
                <a:gd name="T5" fmla="*/ 21600 h 22498"/>
              </a:gdLst>
              <a:ahLst/>
              <a:cxnLst>
                <a:cxn ang="0">
                  <a:pos x="T0" y="T1"/>
                </a:cxn>
                <a:cxn ang="0">
                  <a:pos x="T2" y="T3"/>
                </a:cxn>
                <a:cxn ang="0">
                  <a:pos x="T4" y="T5"/>
                </a:cxn>
              </a:cxnLst>
              <a:rect l="0" t="0" r="r" b="b"/>
              <a:pathLst>
                <a:path w="24571" h="22498" fill="none" extrusionOk="0">
                  <a:moveTo>
                    <a:pt x="0" y="205"/>
                  </a:moveTo>
                  <a:cubicBezTo>
                    <a:pt x="984" y="68"/>
                    <a:pt x="1977" y="-1"/>
                    <a:pt x="2971" y="0"/>
                  </a:cubicBezTo>
                  <a:cubicBezTo>
                    <a:pt x="14900" y="0"/>
                    <a:pt x="24571" y="9670"/>
                    <a:pt x="24571" y="21600"/>
                  </a:cubicBezTo>
                  <a:cubicBezTo>
                    <a:pt x="24571" y="21899"/>
                    <a:pt x="24564" y="22198"/>
                    <a:pt x="24552" y="22498"/>
                  </a:cubicBezTo>
                </a:path>
                <a:path w="24571" h="22498" stroke="0" extrusionOk="0">
                  <a:moveTo>
                    <a:pt x="0" y="205"/>
                  </a:moveTo>
                  <a:cubicBezTo>
                    <a:pt x="984" y="68"/>
                    <a:pt x="1977" y="-1"/>
                    <a:pt x="2971" y="0"/>
                  </a:cubicBezTo>
                  <a:cubicBezTo>
                    <a:pt x="14900" y="0"/>
                    <a:pt x="24571" y="9670"/>
                    <a:pt x="24571" y="21600"/>
                  </a:cubicBezTo>
                  <a:cubicBezTo>
                    <a:pt x="24571" y="21899"/>
                    <a:pt x="24564" y="22198"/>
                    <a:pt x="24552" y="22498"/>
                  </a:cubicBezTo>
                  <a:lnTo>
                    <a:pt x="2971" y="21600"/>
                  </a:lnTo>
                  <a:close/>
                </a:path>
              </a:pathLst>
            </a:custGeom>
            <a:noFill/>
            <a:ln w="34925">
              <a:solidFill>
                <a:srgbClr val="FF6600"/>
              </a:solidFill>
              <a:round/>
              <a:headEnd/>
              <a:tailEnd/>
            </a:ln>
            <a:effectLst/>
          </p:spPr>
          <p:txBody>
            <a:bodyPr wrap="none" anchor="ctr"/>
            <a:lstStyle/>
            <a:p>
              <a:endParaRPr lang="zh-CN" altLang="en-US" sz="2800"/>
            </a:p>
          </p:txBody>
        </p:sp>
        <p:sp>
          <p:nvSpPr>
            <p:cNvPr id="160798" name="Line 30"/>
            <p:cNvSpPr>
              <a:spLocks noChangeShapeType="1"/>
            </p:cNvSpPr>
            <p:nvPr/>
          </p:nvSpPr>
          <p:spPr bwMode="auto">
            <a:xfrm flipV="1">
              <a:off x="3900" y="2320"/>
              <a:ext cx="0" cy="352"/>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0799" name="Line 31"/>
            <p:cNvSpPr>
              <a:spLocks noChangeShapeType="1"/>
            </p:cNvSpPr>
            <p:nvPr/>
          </p:nvSpPr>
          <p:spPr bwMode="auto">
            <a:xfrm flipH="1">
              <a:off x="3420" y="3024"/>
              <a:ext cx="480" cy="480"/>
            </a:xfrm>
            <a:prstGeom prst="line">
              <a:avLst/>
            </a:prstGeom>
            <a:noFill/>
            <a:ln w="12700">
              <a:solidFill>
                <a:srgbClr val="000000"/>
              </a:solidFill>
              <a:round/>
              <a:headEnd/>
              <a:tailEnd type="triangle" w="sm" len="lg"/>
            </a:ln>
            <a:effectLst/>
          </p:spPr>
          <p:txBody>
            <a:bodyPr wrap="none" anchor="ctr"/>
            <a:lstStyle/>
            <a:p>
              <a:endParaRPr lang="zh-CN" altLang="en-US" sz="2800"/>
            </a:p>
          </p:txBody>
        </p:sp>
      </p:grpSp>
      <p:grpSp>
        <p:nvGrpSpPr>
          <p:cNvPr id="4" name="Group 32"/>
          <p:cNvGrpSpPr>
            <a:grpSpLocks/>
          </p:cNvGrpSpPr>
          <p:nvPr/>
        </p:nvGrpSpPr>
        <p:grpSpPr bwMode="auto">
          <a:xfrm>
            <a:off x="7639050" y="3783012"/>
            <a:ext cx="457200" cy="981075"/>
            <a:chOff x="4896" y="2544"/>
            <a:chExt cx="288" cy="618"/>
          </a:xfrm>
        </p:grpSpPr>
        <p:graphicFrame>
          <p:nvGraphicFramePr>
            <p:cNvPr id="160801" name="Object 33"/>
            <p:cNvGraphicFramePr>
              <a:graphicFrameLocks noChangeAspect="1"/>
            </p:cNvGraphicFramePr>
            <p:nvPr/>
          </p:nvGraphicFramePr>
          <p:xfrm>
            <a:off x="4896" y="2544"/>
            <a:ext cx="288" cy="287"/>
          </p:xfrm>
          <a:graphic>
            <a:graphicData uri="http://schemas.openxmlformats.org/presentationml/2006/ole">
              <p:oleObj spid="_x0000_s997383" name="公式" r:id="rId16" imgW="215640" imgH="266400" progId="Equation.3">
                <p:embed/>
              </p:oleObj>
            </a:graphicData>
          </a:graphic>
        </p:graphicFrame>
        <p:grpSp>
          <p:nvGrpSpPr>
            <p:cNvPr id="5" name="Group 34"/>
            <p:cNvGrpSpPr>
              <a:grpSpLocks/>
            </p:cNvGrpSpPr>
            <p:nvPr/>
          </p:nvGrpSpPr>
          <p:grpSpPr bwMode="auto">
            <a:xfrm>
              <a:off x="4896" y="2832"/>
              <a:ext cx="288" cy="330"/>
              <a:chOff x="4944" y="288"/>
              <a:chExt cx="288" cy="333"/>
            </a:xfrm>
          </p:grpSpPr>
          <p:sp>
            <p:nvSpPr>
              <p:cNvPr id="160803" name="Oval 35"/>
              <p:cNvSpPr>
                <a:spLocks noChangeArrowheads="1"/>
              </p:cNvSpPr>
              <p:nvPr/>
            </p:nvSpPr>
            <p:spPr bwMode="auto">
              <a:xfrm>
                <a:off x="4944" y="336"/>
                <a:ext cx="192" cy="192"/>
              </a:xfrm>
              <a:prstGeom prst="ellipse">
                <a:avLst/>
              </a:prstGeom>
              <a:solidFill>
                <a:schemeClr val="accent2"/>
              </a:solidFill>
              <a:ln w="9525">
                <a:solidFill>
                  <a:srgbClr val="FF0000"/>
                </a:solidFill>
                <a:round/>
                <a:headEnd/>
                <a:tailEnd/>
              </a:ln>
              <a:effectLst/>
            </p:spPr>
            <p:txBody>
              <a:bodyPr wrap="none" anchor="ctr"/>
              <a:lstStyle/>
              <a:p>
                <a:endParaRPr lang="zh-CN" altLang="en-US" sz="2800"/>
              </a:p>
            </p:txBody>
          </p:sp>
          <p:sp>
            <p:nvSpPr>
              <p:cNvPr id="160804" name="Text Box 36"/>
              <p:cNvSpPr txBox="1">
                <a:spLocks noChangeArrowheads="1"/>
              </p:cNvSpPr>
              <p:nvPr/>
            </p:nvSpPr>
            <p:spPr bwMode="auto">
              <a:xfrm>
                <a:off x="4944" y="288"/>
                <a:ext cx="288" cy="333"/>
              </a:xfrm>
              <a:prstGeom prst="rect">
                <a:avLst/>
              </a:prstGeom>
              <a:noFill/>
              <a:ln w="9525">
                <a:noFill/>
                <a:miter lim="800000"/>
                <a:headEnd/>
                <a:tailEnd/>
              </a:ln>
              <a:effectLst/>
            </p:spPr>
            <p:txBody>
              <a:bodyPr>
                <a:spAutoFit/>
              </a:bodyPr>
              <a:lstStyle/>
              <a:p>
                <a:pPr>
                  <a:spcBef>
                    <a:spcPct val="50000"/>
                  </a:spcBef>
                </a:pPr>
                <a:r>
                  <a:rPr lang="zh-CN" altLang="en-US" sz="2800"/>
                  <a:t>+</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blinds(vertical)">
                                      <p:cBhvr>
                                        <p:cTn id="7" dur="500"/>
                                        <p:tgtEl>
                                          <p:spTgt spid="1607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27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strVal val="2/3*#ppt_w"/>
                                          </p:val>
                                        </p:tav>
                                        <p:tav tm="100000">
                                          <p:val>
                                            <p:strVal val="#ppt_w"/>
                                          </p:val>
                                        </p:tav>
                                      </p:tavLst>
                                    </p:anim>
                                    <p:anim calcmode="lin" valueType="num">
                                      <p:cBhvr>
                                        <p:cTn id="18"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60775"/>
                                        </p:tgtEl>
                                        <p:attrNameLst>
                                          <p:attrName>style.visibility</p:attrName>
                                        </p:attrNameLst>
                                      </p:cBhvr>
                                      <p:to>
                                        <p:strVal val="visible"/>
                                      </p:to>
                                    </p:set>
                                    <p:animEffect transition="in" filter="blinds(horizontal)">
                                      <p:cBhvr>
                                        <p:cTn id="23" dur="500"/>
                                        <p:tgtEl>
                                          <p:spTgt spid="16077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60778"/>
                                        </p:tgtEl>
                                        <p:attrNameLst>
                                          <p:attrName>style.visibility</p:attrName>
                                        </p:attrNameLst>
                                      </p:cBhvr>
                                      <p:to>
                                        <p:strVal val="visible"/>
                                      </p:to>
                                    </p:set>
                                    <p:animEffect transition="in" filter="blinds(horizontal)">
                                      <p:cBhvr>
                                        <p:cTn id="28" dur="500"/>
                                        <p:tgtEl>
                                          <p:spTgt spid="16077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5" fill="hold" nodeType="clickEffect">
                                  <p:stCondLst>
                                    <p:cond delay="0"/>
                                  </p:stCondLst>
                                  <p:childTnLst>
                                    <p:set>
                                      <p:cBhvr>
                                        <p:cTn id="32" dur="1" fill="hold">
                                          <p:stCondLst>
                                            <p:cond delay="0"/>
                                          </p:stCondLst>
                                        </p:cTn>
                                        <p:tgtEl>
                                          <p:spTgt spid="160776"/>
                                        </p:tgtEl>
                                        <p:attrNameLst>
                                          <p:attrName>style.visibility</p:attrName>
                                        </p:attrNameLst>
                                      </p:cBhvr>
                                      <p:to>
                                        <p:strVal val="visible"/>
                                      </p:to>
                                    </p:set>
                                    <p:animEffect transition="in" filter="blinds(vertical)">
                                      <p:cBhvr>
                                        <p:cTn id="33" dur="500"/>
                                        <p:tgtEl>
                                          <p:spTgt spid="16077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5" fill="hold" nodeType="clickEffect">
                                  <p:stCondLst>
                                    <p:cond delay="0"/>
                                  </p:stCondLst>
                                  <p:childTnLst>
                                    <p:set>
                                      <p:cBhvr>
                                        <p:cTn id="37" dur="1" fill="hold">
                                          <p:stCondLst>
                                            <p:cond delay="0"/>
                                          </p:stCondLst>
                                        </p:cTn>
                                        <p:tgtEl>
                                          <p:spTgt spid="160777"/>
                                        </p:tgtEl>
                                        <p:attrNameLst>
                                          <p:attrName>style.visibility</p:attrName>
                                        </p:attrNameLst>
                                      </p:cBhvr>
                                      <p:to>
                                        <p:strVal val="visible"/>
                                      </p:to>
                                    </p:set>
                                    <p:animEffect transition="in" filter="blinds(vertical)">
                                      <p:cBhvr>
                                        <p:cTn id="38" dur="500"/>
                                        <p:tgtEl>
                                          <p:spTgt spid="160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90600" y="1143000"/>
            <a:ext cx="7391400" cy="1905000"/>
            <a:chOff x="624" y="864"/>
            <a:chExt cx="4656" cy="1200"/>
          </a:xfrm>
        </p:grpSpPr>
        <p:grpSp>
          <p:nvGrpSpPr>
            <p:cNvPr id="3" name="Group 3"/>
            <p:cNvGrpSpPr>
              <a:grpSpLocks/>
            </p:cNvGrpSpPr>
            <p:nvPr/>
          </p:nvGrpSpPr>
          <p:grpSpPr bwMode="auto">
            <a:xfrm>
              <a:off x="624" y="864"/>
              <a:ext cx="4656" cy="1200"/>
              <a:chOff x="576" y="864"/>
              <a:chExt cx="4704" cy="1200"/>
            </a:xfrm>
          </p:grpSpPr>
          <p:sp>
            <p:nvSpPr>
              <p:cNvPr id="161796" name="Rectangle 4"/>
              <p:cNvSpPr>
                <a:spLocks noChangeArrowheads="1"/>
              </p:cNvSpPr>
              <p:nvPr/>
            </p:nvSpPr>
            <p:spPr bwMode="auto">
              <a:xfrm>
                <a:off x="576" y="864"/>
                <a:ext cx="4704" cy="120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4" name="Group 5"/>
              <p:cNvGrpSpPr>
                <a:grpSpLocks/>
              </p:cNvGrpSpPr>
              <p:nvPr/>
            </p:nvGrpSpPr>
            <p:grpSpPr bwMode="auto">
              <a:xfrm>
                <a:off x="2855" y="1344"/>
                <a:ext cx="144" cy="144"/>
                <a:chOff x="4176" y="960"/>
                <a:chExt cx="144" cy="144"/>
              </a:xfrm>
            </p:grpSpPr>
            <p:sp>
              <p:nvSpPr>
                <p:cNvPr id="161798" name="Oval 6"/>
                <p:cNvSpPr>
                  <a:spLocks noChangeArrowheads="1"/>
                </p:cNvSpPr>
                <p:nvPr/>
              </p:nvSpPr>
              <p:spPr bwMode="auto">
                <a:xfrm>
                  <a:off x="4176" y="960"/>
                  <a:ext cx="144" cy="144"/>
                </a:xfrm>
                <a:prstGeom prst="ellipse">
                  <a:avLst/>
                </a:prstGeom>
                <a:solidFill>
                  <a:srgbClr val="FFFFFF"/>
                </a:solidFill>
                <a:ln w="9525">
                  <a:solidFill>
                    <a:schemeClr val="tx1"/>
                  </a:solidFill>
                  <a:round/>
                  <a:headEnd/>
                  <a:tailEnd/>
                </a:ln>
                <a:effectLst/>
              </p:spPr>
              <p:txBody>
                <a:bodyPr wrap="none" anchor="ctr"/>
                <a:lstStyle/>
                <a:p>
                  <a:endParaRPr lang="zh-CN" altLang="en-US" sz="2800"/>
                </a:p>
              </p:txBody>
            </p:sp>
            <p:sp>
              <p:nvSpPr>
                <p:cNvPr id="161799" name="Oval 7"/>
                <p:cNvSpPr>
                  <a:spLocks noChangeArrowheads="1"/>
                </p:cNvSpPr>
                <p:nvPr/>
              </p:nvSpPr>
              <p:spPr bwMode="auto">
                <a:xfrm>
                  <a:off x="4224" y="1008"/>
                  <a:ext cx="48" cy="48"/>
                </a:xfrm>
                <a:prstGeom prst="ellipse">
                  <a:avLst/>
                </a:prstGeom>
                <a:solidFill>
                  <a:srgbClr val="FF3300"/>
                </a:solidFill>
                <a:ln w="9525">
                  <a:solidFill>
                    <a:schemeClr val="tx1"/>
                  </a:solidFill>
                  <a:round/>
                  <a:headEnd/>
                  <a:tailEnd/>
                </a:ln>
                <a:effectLst/>
              </p:spPr>
              <p:txBody>
                <a:bodyPr wrap="none" anchor="ctr"/>
                <a:lstStyle/>
                <a:p>
                  <a:endParaRPr lang="zh-CN" altLang="en-US" sz="2800"/>
                </a:p>
              </p:txBody>
            </p:sp>
          </p:grpSp>
          <p:sp>
            <p:nvSpPr>
              <p:cNvPr id="161800" name="Oval 8"/>
              <p:cNvSpPr>
                <a:spLocks noChangeArrowheads="1"/>
              </p:cNvSpPr>
              <p:nvPr/>
            </p:nvSpPr>
            <p:spPr bwMode="auto">
              <a:xfrm>
                <a:off x="2711" y="1200"/>
                <a:ext cx="432" cy="432"/>
              </a:xfrm>
              <a:prstGeom prst="ellipse">
                <a:avLst/>
              </a:prstGeom>
              <a:noFill/>
              <a:ln w="19050">
                <a:solidFill>
                  <a:srgbClr val="0000FF"/>
                </a:solidFill>
                <a:prstDash val="dash"/>
                <a:round/>
                <a:headEnd/>
                <a:tailEnd/>
              </a:ln>
              <a:effectLst/>
            </p:spPr>
            <p:txBody>
              <a:bodyPr wrap="none" anchor="ctr"/>
              <a:lstStyle/>
              <a:p>
                <a:endParaRPr lang="zh-CN" altLang="en-US" sz="2800"/>
              </a:p>
            </p:txBody>
          </p:sp>
          <p:sp>
            <p:nvSpPr>
              <p:cNvPr id="161801" name="Oval 9"/>
              <p:cNvSpPr>
                <a:spLocks noChangeArrowheads="1"/>
              </p:cNvSpPr>
              <p:nvPr/>
            </p:nvSpPr>
            <p:spPr bwMode="auto">
              <a:xfrm>
                <a:off x="2423" y="960"/>
                <a:ext cx="1008" cy="960"/>
              </a:xfrm>
              <a:prstGeom prst="ellipse">
                <a:avLst/>
              </a:prstGeom>
              <a:noFill/>
              <a:ln w="19050">
                <a:solidFill>
                  <a:srgbClr val="0000FF"/>
                </a:solidFill>
                <a:prstDash val="dash"/>
                <a:round/>
                <a:headEnd/>
                <a:tailEnd/>
              </a:ln>
              <a:effectLst/>
            </p:spPr>
            <p:txBody>
              <a:bodyPr wrap="none" anchor="ctr"/>
              <a:lstStyle/>
              <a:p>
                <a:endParaRPr lang="zh-CN" altLang="en-US" sz="2800"/>
              </a:p>
            </p:txBody>
          </p:sp>
          <p:sp>
            <p:nvSpPr>
              <p:cNvPr id="161802" name="Oval 10"/>
              <p:cNvSpPr>
                <a:spLocks noChangeArrowheads="1"/>
              </p:cNvSpPr>
              <p:nvPr/>
            </p:nvSpPr>
            <p:spPr bwMode="auto">
              <a:xfrm>
                <a:off x="2807" y="1296"/>
                <a:ext cx="240" cy="240"/>
              </a:xfrm>
              <a:prstGeom prst="ellipse">
                <a:avLst/>
              </a:prstGeom>
              <a:noFill/>
              <a:ln w="19050">
                <a:solidFill>
                  <a:srgbClr val="0000FF"/>
                </a:solidFill>
                <a:prstDash val="dash"/>
                <a:round/>
                <a:headEnd/>
                <a:tailEnd/>
              </a:ln>
              <a:effectLst/>
            </p:spPr>
            <p:txBody>
              <a:bodyPr wrap="none" anchor="ctr"/>
              <a:lstStyle/>
              <a:p>
                <a:endParaRPr lang="zh-CN" altLang="en-US" sz="2800"/>
              </a:p>
            </p:txBody>
          </p:sp>
          <p:sp>
            <p:nvSpPr>
              <p:cNvPr id="161803" name="Line 11"/>
              <p:cNvSpPr>
                <a:spLocks noChangeShapeType="1"/>
              </p:cNvSpPr>
              <p:nvPr/>
            </p:nvSpPr>
            <p:spPr bwMode="auto">
              <a:xfrm flipV="1">
                <a:off x="3427" y="1392"/>
                <a:ext cx="0" cy="96"/>
              </a:xfrm>
              <a:prstGeom prst="line">
                <a:avLst/>
              </a:prstGeom>
              <a:noFill/>
              <a:ln w="38100">
                <a:solidFill>
                  <a:srgbClr val="CC00CC"/>
                </a:solidFill>
                <a:round/>
                <a:headEnd/>
                <a:tailEnd type="triangle" w="sm" len="lg"/>
              </a:ln>
              <a:effectLst/>
            </p:spPr>
            <p:txBody>
              <a:bodyPr wrap="none" anchor="ctr"/>
              <a:lstStyle/>
              <a:p>
                <a:endParaRPr lang="zh-CN" altLang="en-US" sz="2800"/>
              </a:p>
            </p:txBody>
          </p:sp>
          <p:sp>
            <p:nvSpPr>
              <p:cNvPr id="161804" name="Line 12"/>
              <p:cNvSpPr>
                <a:spLocks noChangeShapeType="1"/>
              </p:cNvSpPr>
              <p:nvPr/>
            </p:nvSpPr>
            <p:spPr bwMode="auto">
              <a:xfrm flipV="1">
                <a:off x="3135" y="1344"/>
                <a:ext cx="0" cy="96"/>
              </a:xfrm>
              <a:prstGeom prst="line">
                <a:avLst/>
              </a:prstGeom>
              <a:noFill/>
              <a:ln w="38100">
                <a:solidFill>
                  <a:srgbClr val="CC00CC"/>
                </a:solidFill>
                <a:round/>
                <a:headEnd/>
                <a:tailEnd type="triangle" w="sm" len="lg"/>
              </a:ln>
              <a:effectLst/>
            </p:spPr>
            <p:txBody>
              <a:bodyPr wrap="none" anchor="ctr"/>
              <a:lstStyle/>
              <a:p>
                <a:endParaRPr lang="zh-CN" altLang="en-US" sz="2800"/>
              </a:p>
            </p:txBody>
          </p:sp>
          <p:sp>
            <p:nvSpPr>
              <p:cNvPr id="161805" name="Line 13"/>
              <p:cNvSpPr>
                <a:spLocks noChangeShapeType="1"/>
              </p:cNvSpPr>
              <p:nvPr/>
            </p:nvSpPr>
            <p:spPr bwMode="auto">
              <a:xfrm flipV="1">
                <a:off x="3046" y="1343"/>
                <a:ext cx="0" cy="48"/>
              </a:xfrm>
              <a:prstGeom prst="line">
                <a:avLst/>
              </a:prstGeom>
              <a:noFill/>
              <a:ln w="28575">
                <a:solidFill>
                  <a:srgbClr val="CC00CC"/>
                </a:solidFill>
                <a:round/>
                <a:headEnd/>
                <a:tailEnd type="triangle" w="sm" len="lg"/>
              </a:ln>
              <a:effectLst/>
            </p:spPr>
            <p:txBody>
              <a:bodyPr wrap="none" anchor="ctr"/>
              <a:lstStyle/>
              <a:p>
                <a:endParaRPr lang="zh-CN" altLang="en-US" sz="2800"/>
              </a:p>
            </p:txBody>
          </p:sp>
          <p:sp>
            <p:nvSpPr>
              <p:cNvPr id="161806" name="Text Box 14"/>
              <p:cNvSpPr txBox="1">
                <a:spLocks noChangeArrowheads="1"/>
              </p:cNvSpPr>
              <p:nvPr/>
            </p:nvSpPr>
            <p:spPr bwMode="auto">
              <a:xfrm>
                <a:off x="2807" y="912"/>
                <a:ext cx="175" cy="330"/>
              </a:xfrm>
              <a:prstGeom prst="rect">
                <a:avLst/>
              </a:prstGeom>
              <a:noFill/>
              <a:ln w="9525">
                <a:noFill/>
                <a:miter lim="800000"/>
                <a:headEnd/>
                <a:tailEnd/>
              </a:ln>
              <a:effectLst/>
            </p:spPr>
            <p:txBody>
              <a:bodyPr wrap="none">
                <a:spAutoFit/>
              </a:bodyPr>
              <a:lstStyle/>
              <a:p>
                <a:pPr>
                  <a:spcBef>
                    <a:spcPct val="50000"/>
                  </a:spcBef>
                </a:pPr>
                <a:r>
                  <a:rPr lang="en-US" altLang="zh-CN" sz="2800" b="0" i="1"/>
                  <a:t>I</a:t>
                </a:r>
              </a:p>
            </p:txBody>
          </p:sp>
          <p:sp>
            <p:nvSpPr>
              <p:cNvPr id="161807" name="Text Box 15"/>
              <p:cNvSpPr txBox="1">
                <a:spLocks noChangeArrowheads="1"/>
              </p:cNvSpPr>
              <p:nvPr/>
            </p:nvSpPr>
            <p:spPr bwMode="auto">
              <a:xfrm>
                <a:off x="3431" y="1296"/>
                <a:ext cx="553" cy="327"/>
              </a:xfrm>
              <a:prstGeom prst="rect">
                <a:avLst/>
              </a:prstGeom>
              <a:noFill/>
              <a:ln w="9525">
                <a:noFill/>
                <a:miter lim="800000"/>
                <a:headEnd/>
                <a:tailEnd/>
              </a:ln>
              <a:effectLst/>
            </p:spPr>
            <p:txBody>
              <a:bodyPr>
                <a:spAutoFit/>
              </a:bodyPr>
              <a:lstStyle/>
              <a:p>
                <a:pPr>
                  <a:spcBef>
                    <a:spcPct val="50000"/>
                  </a:spcBef>
                </a:pPr>
                <a:r>
                  <a:rPr lang="en-US" altLang="zh-CN" sz="2800" b="0" i="1"/>
                  <a:t>B</a:t>
                </a:r>
              </a:p>
            </p:txBody>
          </p:sp>
        </p:grpSp>
        <p:sp>
          <p:nvSpPr>
            <p:cNvPr id="161808" name="Rectangle 16"/>
            <p:cNvSpPr>
              <a:spLocks noChangeArrowheads="1"/>
            </p:cNvSpPr>
            <p:nvPr/>
          </p:nvSpPr>
          <p:spPr bwMode="auto">
            <a:xfrm>
              <a:off x="624" y="864"/>
              <a:ext cx="1378" cy="1200"/>
            </a:xfrm>
            <a:prstGeom prst="rect">
              <a:avLst/>
            </a:prstGeom>
            <a:gradFill rotWithShape="0">
              <a:gsLst>
                <a:gs pos="0">
                  <a:schemeClr val="folHlink"/>
                </a:gs>
                <a:gs pos="50000">
                  <a:schemeClr val="bg1"/>
                </a:gs>
                <a:gs pos="100000">
                  <a:schemeClr val="folHlink"/>
                </a:gs>
              </a:gsLst>
              <a:lin ang="5400000" scaled="1"/>
            </a:gradFill>
            <a:ln w="9525">
              <a:solidFill>
                <a:schemeClr val="tx1"/>
              </a:solidFill>
              <a:miter lim="800000"/>
              <a:headEnd/>
              <a:tailEnd/>
            </a:ln>
            <a:effectLst/>
          </p:spPr>
          <p:txBody>
            <a:bodyPr wrap="none" anchor="ctr"/>
            <a:lstStyle/>
            <a:p>
              <a:endParaRPr lang="zh-CN" altLang="en-US" sz="2800"/>
            </a:p>
          </p:txBody>
        </p:sp>
        <p:graphicFrame>
          <p:nvGraphicFramePr>
            <p:cNvPr id="161809" name="Object 17"/>
            <p:cNvGraphicFramePr>
              <a:graphicFrameLocks noChangeAspect="1"/>
            </p:cNvGraphicFramePr>
            <p:nvPr/>
          </p:nvGraphicFramePr>
          <p:xfrm>
            <a:off x="672" y="1104"/>
            <a:ext cx="1296" cy="810"/>
          </p:xfrm>
          <a:graphic>
            <a:graphicData uri="http://schemas.openxmlformats.org/presentationml/2006/ole">
              <p:oleObj spid="_x0000_s998407" name="Equation" r:id="rId3" imgW="1168200" imgH="838080" progId="Equation.3">
                <p:embed/>
              </p:oleObj>
            </a:graphicData>
          </a:graphic>
        </p:graphicFrame>
      </p:grpSp>
      <p:sp>
        <p:nvSpPr>
          <p:cNvPr id="161810" name="Text Box 18"/>
          <p:cNvSpPr txBox="1">
            <a:spLocks noChangeArrowheads="1"/>
          </p:cNvSpPr>
          <p:nvPr/>
        </p:nvSpPr>
        <p:spPr bwMode="auto">
          <a:xfrm>
            <a:off x="381000" y="3138488"/>
            <a:ext cx="6256338" cy="519112"/>
          </a:xfrm>
          <a:prstGeom prst="rect">
            <a:avLst/>
          </a:prstGeom>
          <a:noFill/>
          <a:ln w="9525">
            <a:noFill/>
            <a:miter lim="800000"/>
            <a:headEnd/>
            <a:tailEnd/>
          </a:ln>
          <a:effectLst/>
        </p:spPr>
        <p:txBody>
          <a:bodyPr>
            <a:spAutoFit/>
          </a:bodyPr>
          <a:lstStyle/>
          <a:p>
            <a:pPr>
              <a:spcBef>
                <a:spcPct val="50000"/>
              </a:spcBef>
              <a:buFontTx/>
              <a:buBlip>
                <a:blip r:embed="rId4"/>
              </a:buBlip>
            </a:pPr>
            <a:r>
              <a:rPr lang="zh-CN" altLang="en-US" sz="2800"/>
              <a:t>   电流与磁感强度成</a:t>
            </a:r>
            <a:r>
              <a:rPr lang="zh-CN" altLang="en-US" sz="2800">
                <a:solidFill>
                  <a:srgbClr val="CC0000"/>
                </a:solidFill>
              </a:rPr>
              <a:t>右螺旋关系</a:t>
            </a:r>
          </a:p>
        </p:txBody>
      </p:sp>
      <p:sp>
        <p:nvSpPr>
          <p:cNvPr id="161811" name="Rectangle 19"/>
          <p:cNvSpPr>
            <a:spLocks noChangeArrowheads="1"/>
          </p:cNvSpPr>
          <p:nvPr/>
        </p:nvSpPr>
        <p:spPr bwMode="auto">
          <a:xfrm>
            <a:off x="812800" y="3810000"/>
            <a:ext cx="5816600"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半无限长</a:t>
            </a:r>
            <a:r>
              <a:rPr lang="zh-CN" altLang="en-US" sz="2800"/>
              <a:t>载流长直导线的磁场</a:t>
            </a:r>
          </a:p>
        </p:txBody>
      </p:sp>
      <p:graphicFrame>
        <p:nvGraphicFramePr>
          <p:cNvPr id="161812" name="Object 20"/>
          <p:cNvGraphicFramePr>
            <a:graphicFrameLocks noChangeAspect="1"/>
          </p:cNvGraphicFramePr>
          <p:nvPr/>
        </p:nvGraphicFramePr>
        <p:xfrm>
          <a:off x="3048000" y="4572000"/>
          <a:ext cx="2362200" cy="1347788"/>
        </p:xfrm>
        <a:graphic>
          <a:graphicData uri="http://schemas.openxmlformats.org/presentationml/2006/ole">
            <p:oleObj spid="_x0000_s998402" name="Equation" r:id="rId5" imgW="1307880" imgH="838080" progId="Equation.3">
              <p:embed/>
            </p:oleObj>
          </a:graphicData>
        </a:graphic>
      </p:graphicFrame>
      <p:sp>
        <p:nvSpPr>
          <p:cNvPr id="161813" name="Rectangle 21"/>
          <p:cNvSpPr>
            <a:spLocks noChangeArrowheads="1"/>
          </p:cNvSpPr>
          <p:nvPr/>
        </p:nvSpPr>
        <p:spPr bwMode="auto">
          <a:xfrm>
            <a:off x="381000" y="609600"/>
            <a:ext cx="5807075" cy="519113"/>
          </a:xfrm>
          <a:prstGeom prst="rect">
            <a:avLst/>
          </a:prstGeom>
          <a:noFill/>
          <a:ln w="9525">
            <a:noFill/>
            <a:miter lim="800000"/>
            <a:headEnd/>
            <a:tailEnd/>
          </a:ln>
          <a:effectLst/>
        </p:spPr>
        <p:txBody>
          <a:bodyPr>
            <a:spAutoFit/>
          </a:bodyPr>
          <a:lstStyle/>
          <a:p>
            <a:pPr>
              <a:spcBef>
                <a:spcPct val="50000"/>
              </a:spcBef>
              <a:buFontTx/>
              <a:buBlip>
                <a:blip r:embed="rId4"/>
              </a:buBlip>
            </a:pPr>
            <a:r>
              <a:rPr lang="zh-CN" altLang="en-US" sz="2800"/>
              <a:t>   无限长载流长直导线的磁场</a:t>
            </a:r>
          </a:p>
        </p:txBody>
      </p:sp>
      <p:grpSp>
        <p:nvGrpSpPr>
          <p:cNvPr id="5" name="Group 22"/>
          <p:cNvGrpSpPr>
            <a:grpSpLocks/>
          </p:cNvGrpSpPr>
          <p:nvPr/>
        </p:nvGrpSpPr>
        <p:grpSpPr bwMode="auto">
          <a:xfrm>
            <a:off x="6019800" y="3352800"/>
            <a:ext cx="2590800" cy="2667000"/>
            <a:chOff x="3792" y="2256"/>
            <a:chExt cx="1632" cy="1680"/>
          </a:xfrm>
        </p:grpSpPr>
        <p:sp>
          <p:nvSpPr>
            <p:cNvPr id="161815" name="Rectangle 23"/>
            <p:cNvSpPr>
              <a:spLocks noChangeArrowheads="1"/>
            </p:cNvSpPr>
            <p:nvPr/>
          </p:nvSpPr>
          <p:spPr bwMode="auto">
            <a:xfrm>
              <a:off x="3792" y="2256"/>
              <a:ext cx="1584" cy="168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1816" name="Line 24"/>
            <p:cNvSpPr>
              <a:spLocks noChangeShapeType="1"/>
            </p:cNvSpPr>
            <p:nvPr/>
          </p:nvSpPr>
          <p:spPr bwMode="auto">
            <a:xfrm flipH="1">
              <a:off x="4198" y="2958"/>
              <a:ext cx="0" cy="758"/>
            </a:xfrm>
            <a:prstGeom prst="line">
              <a:avLst/>
            </a:prstGeom>
            <a:noFill/>
            <a:ln w="38100">
              <a:solidFill>
                <a:srgbClr val="FF0000"/>
              </a:solidFill>
              <a:round/>
              <a:headEnd/>
              <a:tailEnd type="none" w="sm" len="lg"/>
            </a:ln>
            <a:effectLst/>
          </p:spPr>
          <p:txBody>
            <a:bodyPr wrap="none" anchor="ctr"/>
            <a:lstStyle/>
            <a:p>
              <a:endParaRPr lang="zh-CN" altLang="en-US" sz="2800"/>
            </a:p>
          </p:txBody>
        </p:sp>
        <p:sp>
          <p:nvSpPr>
            <p:cNvPr id="161817" name="Line 25"/>
            <p:cNvSpPr>
              <a:spLocks noChangeShapeType="1"/>
            </p:cNvSpPr>
            <p:nvPr/>
          </p:nvSpPr>
          <p:spPr bwMode="auto">
            <a:xfrm>
              <a:off x="4187" y="3716"/>
              <a:ext cx="869" cy="0"/>
            </a:xfrm>
            <a:prstGeom prst="line">
              <a:avLst/>
            </a:prstGeom>
            <a:noFill/>
            <a:ln w="28575">
              <a:solidFill>
                <a:srgbClr val="0000FF"/>
              </a:solidFill>
              <a:round/>
              <a:headEnd/>
              <a:tailEnd type="none" w="sm" len="lg"/>
            </a:ln>
            <a:effectLst/>
          </p:spPr>
          <p:txBody>
            <a:bodyPr wrap="none" anchor="ctr"/>
            <a:lstStyle/>
            <a:p>
              <a:endParaRPr lang="zh-CN" altLang="en-US" sz="2800"/>
            </a:p>
          </p:txBody>
        </p:sp>
        <p:graphicFrame>
          <p:nvGraphicFramePr>
            <p:cNvPr id="161818" name="Object 26"/>
            <p:cNvGraphicFramePr>
              <a:graphicFrameLocks noChangeAspect="1"/>
            </p:cNvGraphicFramePr>
            <p:nvPr/>
          </p:nvGraphicFramePr>
          <p:xfrm>
            <a:off x="4531" y="3408"/>
            <a:ext cx="285" cy="308"/>
          </p:xfrm>
          <a:graphic>
            <a:graphicData uri="http://schemas.openxmlformats.org/presentationml/2006/ole">
              <p:oleObj spid="_x0000_s998404" name="公式" r:id="rId6" imgW="114120" imgH="126720" progId="Equation.3">
                <p:embed/>
              </p:oleObj>
            </a:graphicData>
          </a:graphic>
        </p:graphicFrame>
        <p:sp>
          <p:nvSpPr>
            <p:cNvPr id="161819" name="Text Box 27"/>
            <p:cNvSpPr txBox="1">
              <a:spLocks noChangeArrowheads="1"/>
            </p:cNvSpPr>
            <p:nvPr/>
          </p:nvSpPr>
          <p:spPr bwMode="auto">
            <a:xfrm>
              <a:off x="4913" y="3570"/>
              <a:ext cx="367"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0000FF"/>
                  </a:solidFill>
                </a:rPr>
                <a:t>*</a:t>
              </a:r>
            </a:p>
          </p:txBody>
        </p:sp>
        <p:sp>
          <p:nvSpPr>
            <p:cNvPr id="161820" name="Text Box 28"/>
            <p:cNvSpPr txBox="1">
              <a:spLocks noChangeArrowheads="1"/>
            </p:cNvSpPr>
            <p:nvPr/>
          </p:nvSpPr>
          <p:spPr bwMode="auto">
            <a:xfrm>
              <a:off x="5118" y="3500"/>
              <a:ext cx="306" cy="327"/>
            </a:xfrm>
            <a:prstGeom prst="rect">
              <a:avLst/>
            </a:prstGeom>
            <a:noFill/>
            <a:ln w="9525">
              <a:noFill/>
              <a:miter lim="800000"/>
              <a:headEnd/>
              <a:tailEnd/>
            </a:ln>
            <a:effectLst/>
          </p:spPr>
          <p:txBody>
            <a:bodyPr>
              <a:spAutoFit/>
            </a:bodyPr>
            <a:lstStyle/>
            <a:p>
              <a:pPr>
                <a:spcBef>
                  <a:spcPct val="50000"/>
                </a:spcBef>
              </a:pPr>
              <a:r>
                <a:rPr lang="en-US" altLang="zh-CN" sz="2800" b="0" i="1"/>
                <a:t>P</a:t>
              </a:r>
            </a:p>
          </p:txBody>
        </p:sp>
        <p:sp>
          <p:nvSpPr>
            <p:cNvPr id="161821" name="Line 29"/>
            <p:cNvSpPr>
              <a:spLocks noChangeShapeType="1"/>
            </p:cNvSpPr>
            <p:nvPr/>
          </p:nvSpPr>
          <p:spPr bwMode="auto">
            <a:xfrm flipV="1">
              <a:off x="4198" y="3120"/>
              <a:ext cx="0" cy="163"/>
            </a:xfrm>
            <a:prstGeom prst="line">
              <a:avLst/>
            </a:prstGeom>
            <a:noFill/>
            <a:ln w="38100">
              <a:solidFill>
                <a:srgbClr val="FF3300"/>
              </a:solidFill>
              <a:round/>
              <a:headEnd/>
              <a:tailEnd type="triangle" w="sm" len="lg"/>
            </a:ln>
            <a:effectLst/>
          </p:spPr>
          <p:txBody>
            <a:bodyPr wrap="none" anchor="ctr"/>
            <a:lstStyle/>
            <a:p>
              <a:endParaRPr lang="zh-CN" altLang="en-US" sz="2800"/>
            </a:p>
          </p:txBody>
        </p:sp>
        <p:graphicFrame>
          <p:nvGraphicFramePr>
            <p:cNvPr id="161822" name="Object 30"/>
            <p:cNvGraphicFramePr>
              <a:graphicFrameLocks noChangeAspect="1"/>
            </p:cNvGraphicFramePr>
            <p:nvPr/>
          </p:nvGraphicFramePr>
          <p:xfrm>
            <a:off x="4290" y="3066"/>
            <a:ext cx="184" cy="271"/>
          </p:xfrm>
          <a:graphic>
            <a:graphicData uri="http://schemas.openxmlformats.org/presentationml/2006/ole">
              <p:oleObj spid="_x0000_s998405" name="Equation" r:id="rId7" imgW="164880" imgH="228600" progId="Equation.3">
                <p:embed/>
              </p:oleObj>
            </a:graphicData>
          </a:graphic>
        </p:graphicFrame>
        <p:graphicFrame>
          <p:nvGraphicFramePr>
            <p:cNvPr id="161823" name="Object 31"/>
            <p:cNvGraphicFramePr>
              <a:graphicFrameLocks noChangeAspect="1"/>
            </p:cNvGraphicFramePr>
            <p:nvPr/>
          </p:nvGraphicFramePr>
          <p:xfrm>
            <a:off x="3997" y="3554"/>
            <a:ext cx="199" cy="243"/>
          </p:xfrm>
          <a:graphic>
            <a:graphicData uri="http://schemas.openxmlformats.org/presentationml/2006/ole">
              <p:oleObj spid="_x0000_s998406" name="Equation" r:id="rId8" imgW="164880" imgH="190440" progId="Equation.3">
                <p:embed/>
              </p:oleObj>
            </a:graphicData>
          </a:graphic>
        </p:graphicFrame>
        <p:sp>
          <p:nvSpPr>
            <p:cNvPr id="161824" name="Line 32"/>
            <p:cNvSpPr>
              <a:spLocks noChangeShapeType="1"/>
            </p:cNvSpPr>
            <p:nvPr/>
          </p:nvSpPr>
          <p:spPr bwMode="auto">
            <a:xfrm flipV="1">
              <a:off x="4201" y="2352"/>
              <a:ext cx="0" cy="596"/>
            </a:xfrm>
            <a:prstGeom prst="line">
              <a:avLst/>
            </a:prstGeom>
            <a:noFill/>
            <a:ln w="19050">
              <a:solidFill>
                <a:srgbClr val="FF0000"/>
              </a:solidFill>
              <a:prstDash val="dash"/>
              <a:round/>
              <a:headEnd/>
              <a:tailEnd type="none" w="sm" len="lg"/>
            </a:ln>
            <a:effectLst/>
          </p:spPr>
          <p:txBody>
            <a:bodyPr wrap="none"/>
            <a:lstStyle/>
            <a:p>
              <a:endParaRPr lang="zh-CN" altLang="en-US" sz="2800"/>
            </a:p>
          </p:txBody>
        </p:sp>
      </p:grpSp>
      <p:graphicFrame>
        <p:nvGraphicFramePr>
          <p:cNvPr id="161825" name="Object 33"/>
          <p:cNvGraphicFramePr>
            <a:graphicFrameLocks noChangeAspect="1"/>
          </p:cNvGraphicFramePr>
          <p:nvPr/>
        </p:nvGraphicFramePr>
        <p:xfrm>
          <a:off x="1066800" y="4267200"/>
          <a:ext cx="1343025" cy="1828800"/>
        </p:xfrm>
        <a:graphic>
          <a:graphicData uri="http://schemas.openxmlformats.org/presentationml/2006/ole">
            <p:oleObj spid="_x0000_s998403" name="Equation" r:id="rId9" imgW="495000" imgH="634680" progId="Equation.3">
              <p:embed/>
            </p:oleObj>
          </a:graphicData>
        </a:graphic>
      </p:graphicFrame>
      <p:grpSp>
        <p:nvGrpSpPr>
          <p:cNvPr id="6" name="Group 34"/>
          <p:cNvGrpSpPr>
            <a:grpSpLocks/>
          </p:cNvGrpSpPr>
          <p:nvPr/>
        </p:nvGrpSpPr>
        <p:grpSpPr bwMode="auto">
          <a:xfrm>
            <a:off x="6248400" y="1219200"/>
            <a:ext cx="2286000" cy="1600200"/>
            <a:chOff x="3936" y="912"/>
            <a:chExt cx="1440" cy="1008"/>
          </a:xfrm>
        </p:grpSpPr>
        <p:sp>
          <p:nvSpPr>
            <p:cNvPr id="161827" name="Oval 35"/>
            <p:cNvSpPr>
              <a:spLocks noChangeArrowheads="1"/>
            </p:cNvSpPr>
            <p:nvPr/>
          </p:nvSpPr>
          <p:spPr bwMode="auto">
            <a:xfrm>
              <a:off x="4368" y="1344"/>
              <a:ext cx="144" cy="144"/>
            </a:xfrm>
            <a:prstGeom prst="ellipse">
              <a:avLst/>
            </a:prstGeom>
            <a:solidFill>
              <a:srgbClr val="FFFFFF"/>
            </a:solidFill>
            <a:ln w="9525">
              <a:solidFill>
                <a:schemeClr val="tx1"/>
              </a:solidFill>
              <a:round/>
              <a:headEnd/>
              <a:tailEnd/>
            </a:ln>
            <a:effectLst/>
          </p:spPr>
          <p:txBody>
            <a:bodyPr wrap="none" anchor="ctr"/>
            <a:lstStyle/>
            <a:p>
              <a:endParaRPr lang="zh-CN" altLang="en-US" sz="2800"/>
            </a:p>
          </p:txBody>
        </p:sp>
        <p:sp>
          <p:nvSpPr>
            <p:cNvPr id="161828" name="Oval 36"/>
            <p:cNvSpPr>
              <a:spLocks noChangeArrowheads="1"/>
            </p:cNvSpPr>
            <p:nvPr/>
          </p:nvSpPr>
          <p:spPr bwMode="auto">
            <a:xfrm>
              <a:off x="4224" y="1200"/>
              <a:ext cx="432" cy="432"/>
            </a:xfrm>
            <a:prstGeom prst="ellipse">
              <a:avLst/>
            </a:prstGeom>
            <a:noFill/>
            <a:ln w="19050">
              <a:solidFill>
                <a:srgbClr val="0000FF"/>
              </a:solidFill>
              <a:prstDash val="dash"/>
              <a:round/>
              <a:headEnd/>
              <a:tailEnd/>
            </a:ln>
            <a:effectLst/>
          </p:spPr>
          <p:txBody>
            <a:bodyPr wrap="none" anchor="ctr"/>
            <a:lstStyle/>
            <a:p>
              <a:endParaRPr lang="zh-CN" altLang="en-US" sz="2800"/>
            </a:p>
          </p:txBody>
        </p:sp>
        <p:sp>
          <p:nvSpPr>
            <p:cNvPr id="161829" name="Oval 37"/>
            <p:cNvSpPr>
              <a:spLocks noChangeArrowheads="1"/>
            </p:cNvSpPr>
            <p:nvPr/>
          </p:nvSpPr>
          <p:spPr bwMode="auto">
            <a:xfrm>
              <a:off x="3936" y="960"/>
              <a:ext cx="1008" cy="960"/>
            </a:xfrm>
            <a:prstGeom prst="ellipse">
              <a:avLst/>
            </a:prstGeom>
            <a:noFill/>
            <a:ln w="19050">
              <a:solidFill>
                <a:srgbClr val="0000FF"/>
              </a:solidFill>
              <a:prstDash val="dash"/>
              <a:round/>
              <a:headEnd/>
              <a:tailEnd/>
            </a:ln>
            <a:effectLst/>
          </p:spPr>
          <p:txBody>
            <a:bodyPr wrap="none" anchor="ctr"/>
            <a:lstStyle/>
            <a:p>
              <a:endParaRPr lang="zh-CN" altLang="en-US" sz="2800"/>
            </a:p>
          </p:txBody>
        </p:sp>
        <p:sp>
          <p:nvSpPr>
            <p:cNvPr id="161830" name="Oval 38"/>
            <p:cNvSpPr>
              <a:spLocks noChangeArrowheads="1"/>
            </p:cNvSpPr>
            <p:nvPr/>
          </p:nvSpPr>
          <p:spPr bwMode="auto">
            <a:xfrm>
              <a:off x="4320" y="1296"/>
              <a:ext cx="240" cy="240"/>
            </a:xfrm>
            <a:prstGeom prst="ellipse">
              <a:avLst/>
            </a:prstGeom>
            <a:noFill/>
            <a:ln w="19050">
              <a:solidFill>
                <a:srgbClr val="0000FF"/>
              </a:solidFill>
              <a:prstDash val="dash"/>
              <a:round/>
              <a:headEnd/>
              <a:tailEnd/>
            </a:ln>
            <a:effectLst/>
          </p:spPr>
          <p:txBody>
            <a:bodyPr wrap="none" anchor="ctr"/>
            <a:lstStyle/>
            <a:p>
              <a:endParaRPr lang="zh-CN" altLang="en-US" sz="2800"/>
            </a:p>
          </p:txBody>
        </p:sp>
        <p:sp>
          <p:nvSpPr>
            <p:cNvPr id="161831" name="Text Box 39"/>
            <p:cNvSpPr txBox="1">
              <a:spLocks noChangeArrowheads="1"/>
            </p:cNvSpPr>
            <p:nvPr/>
          </p:nvSpPr>
          <p:spPr bwMode="auto">
            <a:xfrm>
              <a:off x="4321" y="912"/>
              <a:ext cx="173" cy="330"/>
            </a:xfrm>
            <a:prstGeom prst="rect">
              <a:avLst/>
            </a:prstGeom>
            <a:noFill/>
            <a:ln w="9525">
              <a:noFill/>
              <a:miter lim="800000"/>
              <a:headEnd/>
              <a:tailEnd/>
            </a:ln>
            <a:effectLst/>
          </p:spPr>
          <p:txBody>
            <a:bodyPr wrap="none">
              <a:spAutoFit/>
            </a:bodyPr>
            <a:lstStyle/>
            <a:p>
              <a:pPr>
                <a:spcBef>
                  <a:spcPct val="50000"/>
                </a:spcBef>
              </a:pPr>
              <a:r>
                <a:rPr lang="en-US" altLang="zh-CN" sz="2800" b="0" i="1"/>
                <a:t>I</a:t>
              </a:r>
            </a:p>
          </p:txBody>
        </p:sp>
        <p:sp>
          <p:nvSpPr>
            <p:cNvPr id="161832" name="Text Box 40"/>
            <p:cNvSpPr txBox="1">
              <a:spLocks noChangeArrowheads="1"/>
            </p:cNvSpPr>
            <p:nvPr/>
          </p:nvSpPr>
          <p:spPr bwMode="auto">
            <a:xfrm>
              <a:off x="4896" y="1296"/>
              <a:ext cx="480" cy="327"/>
            </a:xfrm>
            <a:prstGeom prst="rect">
              <a:avLst/>
            </a:prstGeom>
            <a:noFill/>
            <a:ln w="9525">
              <a:noFill/>
              <a:miter lim="800000"/>
              <a:headEnd/>
              <a:tailEnd/>
            </a:ln>
            <a:effectLst/>
          </p:spPr>
          <p:txBody>
            <a:bodyPr>
              <a:spAutoFit/>
            </a:bodyPr>
            <a:lstStyle/>
            <a:p>
              <a:pPr>
                <a:spcBef>
                  <a:spcPct val="50000"/>
                </a:spcBef>
              </a:pPr>
              <a:r>
                <a:rPr lang="en-US" altLang="zh-CN" sz="2800" b="0" i="1"/>
                <a:t>B</a:t>
              </a:r>
            </a:p>
          </p:txBody>
        </p:sp>
        <p:sp>
          <p:nvSpPr>
            <p:cNvPr id="161833" name="Text Box 41"/>
            <p:cNvSpPr txBox="1">
              <a:spLocks noChangeArrowheads="1"/>
            </p:cNvSpPr>
            <p:nvPr/>
          </p:nvSpPr>
          <p:spPr bwMode="auto">
            <a:xfrm>
              <a:off x="4320" y="1248"/>
              <a:ext cx="229" cy="330"/>
            </a:xfrm>
            <a:prstGeom prst="rect">
              <a:avLst/>
            </a:prstGeom>
            <a:noFill/>
            <a:ln w="9525">
              <a:noFill/>
              <a:miter lim="800000"/>
              <a:headEnd/>
              <a:tailEnd/>
            </a:ln>
            <a:effectLst/>
          </p:spPr>
          <p:txBody>
            <a:bodyPr wrap="none">
              <a:spAutoFit/>
            </a:bodyPr>
            <a:lstStyle/>
            <a:p>
              <a:pPr>
                <a:spcBef>
                  <a:spcPct val="50000"/>
                </a:spcBef>
              </a:pPr>
              <a:r>
                <a:rPr lang="en-US" altLang="zh-CN" sz="2800">
                  <a:solidFill>
                    <a:srgbClr val="FF0000"/>
                  </a:solidFill>
                  <a:latin typeface="方正舒体" pitchFamily="2" charset="-122"/>
                  <a:ea typeface="方正舒体" pitchFamily="2" charset="-122"/>
                </a:rPr>
                <a:t>X</a:t>
              </a:r>
            </a:p>
          </p:txBody>
        </p:sp>
        <p:sp>
          <p:nvSpPr>
            <p:cNvPr id="161834" name="Line 42"/>
            <p:cNvSpPr>
              <a:spLocks noChangeShapeType="1"/>
            </p:cNvSpPr>
            <p:nvPr/>
          </p:nvSpPr>
          <p:spPr bwMode="auto">
            <a:xfrm>
              <a:off x="4939" y="1440"/>
              <a:ext cx="0" cy="48"/>
            </a:xfrm>
            <a:prstGeom prst="line">
              <a:avLst/>
            </a:prstGeom>
            <a:noFill/>
            <a:ln w="38100">
              <a:solidFill>
                <a:srgbClr val="CC00CC"/>
              </a:solidFill>
              <a:round/>
              <a:headEnd/>
              <a:tailEnd type="triangle" w="sm" len="lg"/>
            </a:ln>
            <a:effectLst/>
          </p:spPr>
          <p:txBody>
            <a:bodyPr wrap="none" anchor="ctr"/>
            <a:lstStyle/>
            <a:p>
              <a:endParaRPr lang="zh-CN" altLang="en-US" sz="2800"/>
            </a:p>
          </p:txBody>
        </p:sp>
        <p:sp>
          <p:nvSpPr>
            <p:cNvPr id="161835" name="Line 43"/>
            <p:cNvSpPr>
              <a:spLocks noChangeShapeType="1"/>
            </p:cNvSpPr>
            <p:nvPr/>
          </p:nvSpPr>
          <p:spPr bwMode="auto">
            <a:xfrm>
              <a:off x="4649" y="1436"/>
              <a:ext cx="0" cy="48"/>
            </a:xfrm>
            <a:prstGeom prst="line">
              <a:avLst/>
            </a:prstGeom>
            <a:noFill/>
            <a:ln w="28575">
              <a:solidFill>
                <a:srgbClr val="CC00CC"/>
              </a:solidFill>
              <a:round/>
              <a:headEnd/>
              <a:tailEnd type="triangle" w="sm" len="lg"/>
            </a:ln>
            <a:effectLst/>
          </p:spPr>
          <p:txBody>
            <a:bodyPr wrap="none" anchor="ctr"/>
            <a:lstStyle/>
            <a:p>
              <a:endParaRPr lang="zh-CN" altLang="en-US" sz="2800"/>
            </a:p>
          </p:txBody>
        </p:sp>
        <p:sp>
          <p:nvSpPr>
            <p:cNvPr id="161836" name="Line 44"/>
            <p:cNvSpPr>
              <a:spLocks noChangeShapeType="1"/>
            </p:cNvSpPr>
            <p:nvPr/>
          </p:nvSpPr>
          <p:spPr bwMode="auto">
            <a:xfrm>
              <a:off x="4560" y="1440"/>
              <a:ext cx="0" cy="48"/>
            </a:xfrm>
            <a:prstGeom prst="line">
              <a:avLst/>
            </a:prstGeom>
            <a:noFill/>
            <a:ln w="28575">
              <a:solidFill>
                <a:srgbClr val="CC00CC"/>
              </a:solidFill>
              <a:round/>
              <a:headEnd/>
              <a:tailEnd type="triangle" w="sm" len="lg"/>
            </a:ln>
            <a:effectLst/>
          </p:spPr>
          <p:txBody>
            <a:bodyPr wrap="none" anchor="ctr"/>
            <a:lstStyle/>
            <a:p>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1810"/>
                                        </p:tgtEl>
                                        <p:attrNameLst>
                                          <p:attrName>style.visibility</p:attrName>
                                        </p:attrNameLst>
                                      </p:cBhvr>
                                      <p:to>
                                        <p:strVal val="visible"/>
                                      </p:to>
                                    </p:set>
                                    <p:animEffect transition="in" filter="blinds(horizontal)">
                                      <p:cBhvr>
                                        <p:cTn id="12" dur="500"/>
                                        <p:tgtEl>
                                          <p:spTgt spid="1618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811"/>
                                        </p:tgtEl>
                                        <p:attrNameLst>
                                          <p:attrName>style.visibility</p:attrName>
                                        </p:attrNameLst>
                                      </p:cBhvr>
                                      <p:to>
                                        <p:strVal val="visible"/>
                                      </p:to>
                                    </p:set>
                                    <p:animEffect transition="in" filter="blinds(horizontal)">
                                      <p:cBhvr>
                                        <p:cTn id="17" dur="500"/>
                                        <p:tgtEl>
                                          <p:spTgt spid="16181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ou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1825"/>
                                        </p:tgtEl>
                                        <p:attrNameLst>
                                          <p:attrName>style.visibility</p:attrName>
                                        </p:attrNameLst>
                                      </p:cBhvr>
                                      <p:to>
                                        <p:strVal val="visible"/>
                                      </p:to>
                                    </p:set>
                                    <p:animEffect transition="in" filter="blinds(horizontal)">
                                      <p:cBhvr>
                                        <p:cTn id="27" dur="500"/>
                                        <p:tgtEl>
                                          <p:spTgt spid="16182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1812"/>
                                        </p:tgtEl>
                                        <p:attrNameLst>
                                          <p:attrName>style.visibility</p:attrName>
                                        </p:attrNameLst>
                                      </p:cBhvr>
                                      <p:to>
                                        <p:strVal val="visible"/>
                                      </p:to>
                                    </p:set>
                                    <p:animEffect transition="in" filter="blinds(horizontal)">
                                      <p:cBhvr>
                                        <p:cTn id="32" dur="500"/>
                                        <p:tgtEl>
                                          <p:spTgt spid="161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10" grpId="0" autoUpdateAnimBg="0"/>
      <p:bldP spid="16181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533400" y="1981200"/>
            <a:ext cx="8305800" cy="3581400"/>
          </a:xfrm>
          <a:prstGeom prst="rect">
            <a:avLst/>
          </a:prstGeom>
          <a:solidFill>
            <a:schemeClr val="bg1"/>
          </a:solidFill>
          <a:ln w="12700">
            <a:solidFill>
              <a:schemeClr val="tx2"/>
            </a:solidFill>
            <a:miter lim="800000"/>
            <a:headEnd/>
            <a:tailEnd/>
          </a:ln>
          <a:effectLst/>
        </p:spPr>
        <p:txBody>
          <a:bodyPr wrap="none" anchor="ctr"/>
          <a:lstStyle/>
          <a:p>
            <a:pPr algn="ctr"/>
            <a:endParaRPr lang="zh-CN" altLang="en-US" sz="2800">
              <a:solidFill>
                <a:srgbClr val="1C1C1C"/>
              </a:solidFill>
            </a:endParaRPr>
          </a:p>
        </p:txBody>
      </p:sp>
      <p:sp>
        <p:nvSpPr>
          <p:cNvPr id="162819" name="Line 3"/>
          <p:cNvSpPr>
            <a:spLocks noChangeShapeType="1"/>
          </p:cNvSpPr>
          <p:nvPr/>
        </p:nvSpPr>
        <p:spPr bwMode="auto">
          <a:xfrm flipH="1">
            <a:off x="533400" y="3962400"/>
            <a:ext cx="8229600" cy="1588"/>
          </a:xfrm>
          <a:prstGeom prst="line">
            <a:avLst/>
          </a:prstGeom>
          <a:noFill/>
          <a:ln w="19050">
            <a:solidFill>
              <a:srgbClr val="000000"/>
            </a:solidFill>
            <a:round/>
            <a:headEnd type="triangle" w="sm" len="lg"/>
            <a:tailEnd/>
          </a:ln>
          <a:effectLst/>
        </p:spPr>
        <p:txBody>
          <a:bodyPr wrap="none" anchor="ctr"/>
          <a:lstStyle/>
          <a:p>
            <a:endParaRPr lang="zh-CN" altLang="en-US" sz="2800"/>
          </a:p>
        </p:txBody>
      </p:sp>
      <p:sp>
        <p:nvSpPr>
          <p:cNvPr id="162820" name="AutoShape 4"/>
          <p:cNvSpPr>
            <a:spLocks noChangeArrowheads="1"/>
          </p:cNvSpPr>
          <p:nvPr/>
        </p:nvSpPr>
        <p:spPr bwMode="auto">
          <a:xfrm>
            <a:off x="3733800" y="5172075"/>
            <a:ext cx="762000" cy="228600"/>
          </a:xfrm>
          <a:prstGeom prst="curvedUpArrow">
            <a:avLst>
              <a:gd name="adj1" fmla="val 53657"/>
              <a:gd name="adj2" fmla="val 109213"/>
              <a:gd name="adj3" fmla="val 67361"/>
            </a:avLst>
          </a:prstGeom>
          <a:solidFill>
            <a:srgbClr val="FF3399"/>
          </a:solidFill>
          <a:ln w="9525">
            <a:solidFill>
              <a:schemeClr val="tx1"/>
            </a:solidFill>
            <a:miter lim="800000"/>
            <a:headEnd/>
            <a:tailEnd/>
          </a:ln>
          <a:effectLst/>
        </p:spPr>
        <p:txBody>
          <a:bodyPr wrap="none" anchor="ctr"/>
          <a:lstStyle/>
          <a:p>
            <a:endParaRPr lang="zh-CN" altLang="en-US" sz="2800"/>
          </a:p>
        </p:txBody>
      </p:sp>
      <p:sp>
        <p:nvSpPr>
          <p:cNvPr id="162821" name="Text Box 5"/>
          <p:cNvSpPr txBox="1">
            <a:spLocks noChangeArrowheads="1"/>
          </p:cNvSpPr>
          <p:nvPr/>
        </p:nvSpPr>
        <p:spPr bwMode="auto">
          <a:xfrm>
            <a:off x="4419600" y="4867275"/>
            <a:ext cx="762000" cy="519113"/>
          </a:xfrm>
          <a:prstGeom prst="rect">
            <a:avLst/>
          </a:prstGeom>
          <a:noFill/>
          <a:ln w="9525">
            <a:noFill/>
            <a:miter lim="800000"/>
            <a:headEnd/>
            <a:tailEnd/>
          </a:ln>
          <a:effectLst/>
        </p:spPr>
        <p:txBody>
          <a:bodyPr>
            <a:spAutoFit/>
          </a:bodyPr>
          <a:lstStyle/>
          <a:p>
            <a:pPr>
              <a:spcBef>
                <a:spcPct val="50000"/>
              </a:spcBef>
            </a:pPr>
            <a:r>
              <a:rPr lang="en-US" altLang="zh-CN" sz="2800" i="1"/>
              <a:t>I</a:t>
            </a:r>
          </a:p>
        </p:txBody>
      </p:sp>
      <p:graphicFrame>
        <p:nvGraphicFramePr>
          <p:cNvPr id="162822" name="Object 6"/>
          <p:cNvGraphicFramePr>
            <a:graphicFrameLocks noChangeAspect="1"/>
          </p:cNvGraphicFramePr>
          <p:nvPr/>
        </p:nvGraphicFramePr>
        <p:xfrm>
          <a:off x="8305800" y="4029075"/>
          <a:ext cx="444500" cy="476250"/>
        </p:xfrm>
        <a:graphic>
          <a:graphicData uri="http://schemas.openxmlformats.org/presentationml/2006/ole">
            <p:oleObj spid="_x0000_s999426" name="Equation" r:id="rId3" imgW="177480" imgH="190440" progId="Equation.3">
              <p:embed/>
            </p:oleObj>
          </a:graphicData>
        </a:graphic>
      </p:graphicFrame>
      <p:sp>
        <p:nvSpPr>
          <p:cNvPr id="162823" name="Oval 7"/>
          <p:cNvSpPr>
            <a:spLocks noChangeArrowheads="1"/>
          </p:cNvSpPr>
          <p:nvPr/>
        </p:nvSpPr>
        <p:spPr bwMode="auto">
          <a:xfrm rot="52875">
            <a:off x="3462338" y="2559050"/>
            <a:ext cx="1219200" cy="2590800"/>
          </a:xfrm>
          <a:prstGeom prst="ellipse">
            <a:avLst/>
          </a:prstGeom>
          <a:noFill/>
          <a:ln w="28575">
            <a:solidFill>
              <a:schemeClr val="tx1"/>
            </a:solidFill>
            <a:round/>
            <a:headEnd/>
            <a:tailEnd/>
          </a:ln>
          <a:effectLst/>
        </p:spPr>
        <p:txBody>
          <a:bodyPr wrap="none" anchor="ctr"/>
          <a:lstStyle/>
          <a:p>
            <a:endParaRPr lang="zh-CN" altLang="en-US" sz="2800"/>
          </a:p>
        </p:txBody>
      </p:sp>
      <p:sp>
        <p:nvSpPr>
          <p:cNvPr id="162824" name="Oval 8"/>
          <p:cNvSpPr>
            <a:spLocks noChangeArrowheads="1"/>
          </p:cNvSpPr>
          <p:nvPr/>
        </p:nvSpPr>
        <p:spPr bwMode="auto">
          <a:xfrm rot="52875">
            <a:off x="3543300" y="2640013"/>
            <a:ext cx="1057275" cy="2428875"/>
          </a:xfrm>
          <a:prstGeom prst="ellipse">
            <a:avLst/>
          </a:prstGeom>
          <a:solidFill>
            <a:schemeClr val="bg1"/>
          </a:solidFill>
          <a:ln w="28575">
            <a:solidFill>
              <a:schemeClr val="tx1"/>
            </a:solidFill>
            <a:round/>
            <a:headEnd/>
            <a:tailEnd/>
          </a:ln>
          <a:effectLst/>
        </p:spPr>
        <p:txBody>
          <a:bodyPr wrap="none" anchor="ctr"/>
          <a:lstStyle/>
          <a:p>
            <a:endParaRPr lang="zh-CN" altLang="en-US" sz="2800"/>
          </a:p>
        </p:txBody>
      </p:sp>
      <p:sp>
        <p:nvSpPr>
          <p:cNvPr id="162825" name="Text Box 9"/>
          <p:cNvSpPr txBox="1">
            <a:spLocks noChangeArrowheads="1"/>
          </p:cNvSpPr>
          <p:nvPr/>
        </p:nvSpPr>
        <p:spPr bwMode="auto">
          <a:xfrm>
            <a:off x="420688" y="838200"/>
            <a:ext cx="8570912" cy="95410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 </a:t>
            </a:r>
            <a:r>
              <a:rPr lang="zh-CN" altLang="en-US" sz="2800"/>
              <a:t>       真空中 , 半径为</a:t>
            </a:r>
            <a:r>
              <a:rPr lang="en-US" altLang="zh-CN" sz="2800" b="0" i="1"/>
              <a:t>R </a:t>
            </a:r>
            <a:r>
              <a:rPr lang="zh-CN" altLang="en-US" sz="2800"/>
              <a:t>的载流导线 , 通有电流</a:t>
            </a:r>
            <a:r>
              <a:rPr lang="en-US" altLang="zh-CN" sz="2800" b="0" i="1"/>
              <a:t>I </a:t>
            </a:r>
            <a:r>
              <a:rPr lang="en-US" altLang="zh-CN" sz="2800"/>
              <a:t>, </a:t>
            </a:r>
            <a:r>
              <a:rPr lang="zh-CN" altLang="en-US" sz="2800"/>
              <a:t>称</a:t>
            </a:r>
            <a:r>
              <a:rPr lang="zh-CN" altLang="zh-CN" sz="2800"/>
              <a:t>圆电流</a:t>
            </a:r>
            <a:r>
              <a:rPr lang="zh-CN" altLang="en-US" sz="2800"/>
              <a:t>.   </a:t>
            </a:r>
            <a:r>
              <a:rPr lang="zh-CN" altLang="en-US" sz="2800">
                <a:solidFill>
                  <a:srgbClr val="CC0000"/>
                </a:solidFill>
              </a:rPr>
              <a:t>求</a:t>
            </a:r>
            <a:r>
              <a:rPr lang="zh-CN" altLang="en-US" sz="2800"/>
              <a:t>其</a:t>
            </a:r>
            <a:r>
              <a:rPr lang="zh-CN" altLang="zh-CN" sz="2800"/>
              <a:t>轴线上一点</a:t>
            </a:r>
            <a:r>
              <a:rPr lang="zh-CN" altLang="en-US" sz="2800"/>
              <a:t> </a:t>
            </a:r>
            <a:r>
              <a:rPr lang="zh-CN" altLang="en-US" sz="2800" b="0" i="1"/>
              <a:t>p</a:t>
            </a:r>
            <a:r>
              <a:rPr lang="zh-CN" altLang="en-US" sz="2800" b="0"/>
              <a:t> </a:t>
            </a:r>
            <a:r>
              <a:rPr lang="zh-CN" altLang="zh-CN" sz="2800"/>
              <a:t>的磁感强度的方向和大小</a:t>
            </a:r>
            <a:r>
              <a:rPr lang="zh-CN" altLang="en-US" sz="2800"/>
              <a:t>. </a:t>
            </a:r>
          </a:p>
        </p:txBody>
      </p:sp>
      <p:sp>
        <p:nvSpPr>
          <p:cNvPr id="162826" name="Line 10"/>
          <p:cNvSpPr>
            <a:spLocks noChangeShapeType="1"/>
          </p:cNvSpPr>
          <p:nvPr/>
        </p:nvSpPr>
        <p:spPr bwMode="auto">
          <a:xfrm>
            <a:off x="4114800" y="3951288"/>
            <a:ext cx="4038600" cy="1587"/>
          </a:xfrm>
          <a:prstGeom prst="line">
            <a:avLst/>
          </a:prstGeom>
          <a:noFill/>
          <a:ln w="19050">
            <a:solidFill>
              <a:schemeClr val="tx1"/>
            </a:solidFill>
            <a:round/>
            <a:headEnd/>
            <a:tailEnd type="none" w="sm" len="lg"/>
          </a:ln>
          <a:effectLst/>
        </p:spPr>
        <p:txBody>
          <a:bodyPr wrap="none" anchor="ctr"/>
          <a:lstStyle/>
          <a:p>
            <a:endParaRPr lang="zh-CN" altLang="en-US" sz="2800"/>
          </a:p>
        </p:txBody>
      </p:sp>
      <p:grpSp>
        <p:nvGrpSpPr>
          <p:cNvPr id="2" name="Group 11"/>
          <p:cNvGrpSpPr>
            <a:grpSpLocks/>
          </p:cNvGrpSpPr>
          <p:nvPr/>
        </p:nvGrpSpPr>
        <p:grpSpPr bwMode="auto">
          <a:xfrm>
            <a:off x="762000" y="3409950"/>
            <a:ext cx="2743200" cy="534988"/>
            <a:chOff x="480" y="2298"/>
            <a:chExt cx="1728" cy="337"/>
          </a:xfrm>
        </p:grpSpPr>
        <p:sp>
          <p:nvSpPr>
            <p:cNvPr id="162828" name="Line 12"/>
            <p:cNvSpPr>
              <a:spLocks noChangeShapeType="1"/>
            </p:cNvSpPr>
            <p:nvPr/>
          </p:nvSpPr>
          <p:spPr bwMode="auto">
            <a:xfrm flipH="1">
              <a:off x="480" y="2634"/>
              <a:ext cx="1728" cy="1"/>
            </a:xfrm>
            <a:prstGeom prst="line">
              <a:avLst/>
            </a:prstGeom>
            <a:noFill/>
            <a:ln w="19050">
              <a:solidFill>
                <a:schemeClr val="tx2"/>
              </a:solidFill>
              <a:round/>
              <a:headEnd/>
              <a:tailEnd type="triangle" w="sm" len="lg"/>
            </a:ln>
            <a:effectLst/>
          </p:spPr>
          <p:txBody>
            <a:bodyPr wrap="none" anchor="ctr"/>
            <a:lstStyle/>
            <a:p>
              <a:endParaRPr lang="zh-CN" altLang="en-US" sz="2800"/>
            </a:p>
          </p:txBody>
        </p:sp>
        <p:sp>
          <p:nvSpPr>
            <p:cNvPr id="162829" name="Line 13"/>
            <p:cNvSpPr>
              <a:spLocks noChangeShapeType="1"/>
            </p:cNvSpPr>
            <p:nvPr/>
          </p:nvSpPr>
          <p:spPr bwMode="auto">
            <a:xfrm flipV="1">
              <a:off x="480" y="2298"/>
              <a:ext cx="432" cy="336"/>
            </a:xfrm>
            <a:prstGeom prst="line">
              <a:avLst/>
            </a:prstGeom>
            <a:noFill/>
            <a:ln w="38100">
              <a:solidFill>
                <a:schemeClr val="tx2"/>
              </a:solidFill>
              <a:round/>
              <a:headEnd/>
              <a:tailEnd type="triangle" w="sm" len="lg"/>
            </a:ln>
            <a:effectLst/>
          </p:spPr>
          <p:txBody>
            <a:bodyPr wrap="none" anchor="ctr"/>
            <a:lstStyle/>
            <a:p>
              <a:endParaRPr lang="zh-CN" altLang="en-US" sz="2800"/>
            </a:p>
          </p:txBody>
        </p:sp>
      </p:grpSp>
      <p:grpSp>
        <p:nvGrpSpPr>
          <p:cNvPr id="3" name="Group 14"/>
          <p:cNvGrpSpPr>
            <a:grpSpLocks/>
          </p:cNvGrpSpPr>
          <p:nvPr/>
        </p:nvGrpSpPr>
        <p:grpSpPr bwMode="auto">
          <a:xfrm>
            <a:off x="533400" y="5607050"/>
            <a:ext cx="7391400" cy="776288"/>
            <a:chOff x="336" y="3676"/>
            <a:chExt cx="4656" cy="489"/>
          </a:xfrm>
        </p:grpSpPr>
        <p:sp>
          <p:nvSpPr>
            <p:cNvPr id="162831" name="Text Box 15"/>
            <p:cNvSpPr txBox="1">
              <a:spLocks noChangeArrowheads="1"/>
            </p:cNvSpPr>
            <p:nvPr/>
          </p:nvSpPr>
          <p:spPr bwMode="auto">
            <a:xfrm>
              <a:off x="336" y="3737"/>
              <a:ext cx="2640"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解</a:t>
              </a:r>
              <a:r>
                <a:rPr lang="zh-CN" altLang="en-US" sz="2800"/>
                <a:t>   根据对称性分析</a:t>
              </a:r>
            </a:p>
          </p:txBody>
        </p:sp>
        <p:graphicFrame>
          <p:nvGraphicFramePr>
            <p:cNvPr id="162832" name="Object 16"/>
            <p:cNvGraphicFramePr>
              <a:graphicFrameLocks noChangeAspect="1"/>
            </p:cNvGraphicFramePr>
            <p:nvPr/>
          </p:nvGraphicFramePr>
          <p:xfrm>
            <a:off x="2832" y="3676"/>
            <a:ext cx="2160" cy="489"/>
          </p:xfrm>
          <a:graphic>
            <a:graphicData uri="http://schemas.openxmlformats.org/presentationml/2006/ole">
              <p:oleObj spid="_x0000_s999436" name="Equation" r:id="rId4" imgW="1269720" imgH="291960" progId="Equation.3">
                <p:embed/>
              </p:oleObj>
            </a:graphicData>
          </a:graphic>
        </p:graphicFrame>
      </p:grpSp>
      <p:graphicFrame>
        <p:nvGraphicFramePr>
          <p:cNvPr id="162833" name="Object 17"/>
          <p:cNvGraphicFramePr>
            <a:graphicFrameLocks noChangeAspect="1"/>
          </p:cNvGraphicFramePr>
          <p:nvPr/>
        </p:nvGraphicFramePr>
        <p:xfrm>
          <a:off x="5638800" y="4410075"/>
          <a:ext cx="2667000" cy="1143000"/>
        </p:xfrm>
        <a:graphic>
          <a:graphicData uri="http://schemas.openxmlformats.org/presentationml/2006/ole">
            <p:oleObj spid="_x0000_s999427" name="Equation" r:id="rId5" imgW="799920" imgH="393480" progId="Equation.3">
              <p:embed/>
            </p:oleObj>
          </a:graphicData>
        </a:graphic>
      </p:graphicFrame>
      <p:grpSp>
        <p:nvGrpSpPr>
          <p:cNvPr id="4" name="Group 18"/>
          <p:cNvGrpSpPr>
            <a:grpSpLocks/>
          </p:cNvGrpSpPr>
          <p:nvPr/>
        </p:nvGrpSpPr>
        <p:grpSpPr bwMode="auto">
          <a:xfrm>
            <a:off x="5773738" y="3562350"/>
            <a:ext cx="550862" cy="381000"/>
            <a:chOff x="3637" y="2394"/>
            <a:chExt cx="347" cy="240"/>
          </a:xfrm>
        </p:grpSpPr>
        <p:sp>
          <p:nvSpPr>
            <p:cNvPr id="162835" name="Arc 19"/>
            <p:cNvSpPr>
              <a:spLocks/>
            </p:cNvSpPr>
            <p:nvPr/>
          </p:nvSpPr>
          <p:spPr bwMode="auto">
            <a:xfrm flipH="1">
              <a:off x="3888" y="2426"/>
              <a:ext cx="96" cy="2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type="none" w="sm" len="lg"/>
            </a:ln>
            <a:effectLst/>
          </p:spPr>
          <p:txBody>
            <a:bodyPr wrap="none" anchor="ctr"/>
            <a:lstStyle/>
            <a:p>
              <a:endParaRPr lang="zh-CN" altLang="en-US" sz="2800"/>
            </a:p>
          </p:txBody>
        </p:sp>
        <p:graphicFrame>
          <p:nvGraphicFramePr>
            <p:cNvPr id="162836" name="Object 20"/>
            <p:cNvGraphicFramePr>
              <a:graphicFrameLocks noChangeAspect="1"/>
            </p:cNvGraphicFramePr>
            <p:nvPr/>
          </p:nvGraphicFramePr>
          <p:xfrm>
            <a:off x="3637" y="2394"/>
            <a:ext cx="232" cy="237"/>
          </p:xfrm>
          <a:graphic>
            <a:graphicData uri="http://schemas.openxmlformats.org/presentationml/2006/ole">
              <p:oleObj spid="_x0000_s999435" name="Equation" r:id="rId6" imgW="139680" imgH="164880" progId="Equation.3">
                <p:embed/>
              </p:oleObj>
            </a:graphicData>
          </a:graphic>
        </p:graphicFrame>
      </p:grpSp>
      <p:sp>
        <p:nvSpPr>
          <p:cNvPr id="162837" name="Text Box 21"/>
          <p:cNvSpPr txBox="1">
            <a:spLocks noChangeArrowheads="1"/>
          </p:cNvSpPr>
          <p:nvPr/>
        </p:nvSpPr>
        <p:spPr bwMode="auto">
          <a:xfrm>
            <a:off x="381000" y="304800"/>
            <a:ext cx="5480050" cy="519113"/>
          </a:xfrm>
          <a:prstGeom prst="rect">
            <a:avLst/>
          </a:prstGeom>
          <a:noFill/>
          <a:ln w="9525">
            <a:noFill/>
            <a:miter lim="800000"/>
            <a:headEnd/>
            <a:tailEnd/>
          </a:ln>
          <a:effectLst/>
        </p:spPr>
        <p:txBody>
          <a:bodyPr>
            <a:spAutoFit/>
          </a:bodyPr>
          <a:lstStyle/>
          <a:p>
            <a:pPr>
              <a:spcBef>
                <a:spcPct val="50000"/>
              </a:spcBef>
            </a:pPr>
            <a:r>
              <a:rPr lang="zh-CN" altLang="zh-CN" sz="2800" b="1" dirty="0">
                <a:solidFill>
                  <a:srgbClr val="C00000"/>
                </a:solidFill>
              </a:rPr>
              <a:t>例</a:t>
            </a:r>
            <a:r>
              <a:rPr lang="zh-CN" altLang="en-US" sz="2800" b="1" dirty="0">
                <a:solidFill>
                  <a:srgbClr val="C00000"/>
                </a:solidFill>
              </a:rPr>
              <a:t>2   </a:t>
            </a:r>
            <a:r>
              <a:rPr lang="zh-CN" altLang="zh-CN" sz="2800" b="1" dirty="0">
                <a:solidFill>
                  <a:srgbClr val="C00000"/>
                </a:solidFill>
              </a:rPr>
              <a:t>圆形载流导线的磁场</a:t>
            </a:r>
            <a:r>
              <a:rPr lang="zh-CN" altLang="en-US" sz="2800" b="1" dirty="0">
                <a:solidFill>
                  <a:srgbClr val="C00000"/>
                </a:solidFill>
              </a:rPr>
              <a:t>.</a:t>
            </a:r>
          </a:p>
        </p:txBody>
      </p:sp>
      <p:grpSp>
        <p:nvGrpSpPr>
          <p:cNvPr id="5" name="Group 22"/>
          <p:cNvGrpSpPr>
            <a:grpSpLocks/>
          </p:cNvGrpSpPr>
          <p:nvPr/>
        </p:nvGrpSpPr>
        <p:grpSpPr bwMode="auto">
          <a:xfrm>
            <a:off x="4114800" y="3943350"/>
            <a:ext cx="3352800" cy="1152525"/>
            <a:chOff x="2592" y="2634"/>
            <a:chExt cx="2112" cy="726"/>
          </a:xfrm>
        </p:grpSpPr>
        <p:sp>
          <p:nvSpPr>
            <p:cNvPr id="162839" name="Line 23"/>
            <p:cNvSpPr>
              <a:spLocks noChangeShapeType="1"/>
            </p:cNvSpPr>
            <p:nvPr/>
          </p:nvSpPr>
          <p:spPr bwMode="auto">
            <a:xfrm>
              <a:off x="4464" y="2634"/>
              <a:ext cx="240" cy="480"/>
            </a:xfrm>
            <a:prstGeom prst="line">
              <a:avLst/>
            </a:prstGeom>
            <a:noFill/>
            <a:ln w="38100">
              <a:solidFill>
                <a:srgbClr val="FF00FF"/>
              </a:solidFill>
              <a:round/>
              <a:headEnd/>
              <a:tailEnd type="triangle" w="sm" len="lg"/>
            </a:ln>
            <a:effectLst/>
          </p:spPr>
          <p:txBody>
            <a:bodyPr wrap="none" anchor="ctr"/>
            <a:lstStyle/>
            <a:p>
              <a:endParaRPr lang="zh-CN" altLang="en-US" sz="2800"/>
            </a:p>
          </p:txBody>
        </p:sp>
        <p:sp>
          <p:nvSpPr>
            <p:cNvPr id="162840" name="Line 24"/>
            <p:cNvSpPr>
              <a:spLocks noChangeShapeType="1"/>
            </p:cNvSpPr>
            <p:nvPr/>
          </p:nvSpPr>
          <p:spPr bwMode="auto">
            <a:xfrm flipV="1">
              <a:off x="2592" y="2634"/>
              <a:ext cx="1872" cy="726"/>
            </a:xfrm>
            <a:prstGeom prst="line">
              <a:avLst/>
            </a:prstGeom>
            <a:noFill/>
            <a:ln w="28575">
              <a:solidFill>
                <a:srgbClr val="FF33CC"/>
              </a:solidFill>
              <a:round/>
              <a:headEnd/>
              <a:tailEnd type="triangle" w="sm" len="lg"/>
            </a:ln>
            <a:effectLst/>
          </p:spPr>
          <p:txBody>
            <a:bodyPr wrap="none" anchor="ctr"/>
            <a:lstStyle/>
            <a:p>
              <a:endParaRPr lang="zh-CN" altLang="en-US" sz="2800"/>
            </a:p>
          </p:txBody>
        </p:sp>
      </p:grpSp>
      <p:grpSp>
        <p:nvGrpSpPr>
          <p:cNvPr id="6" name="Group 25"/>
          <p:cNvGrpSpPr>
            <a:grpSpLocks/>
          </p:cNvGrpSpPr>
          <p:nvPr/>
        </p:nvGrpSpPr>
        <p:grpSpPr bwMode="auto">
          <a:xfrm>
            <a:off x="762000" y="2581275"/>
            <a:ext cx="3276600" cy="2124075"/>
            <a:chOff x="480" y="1776"/>
            <a:chExt cx="2064" cy="1338"/>
          </a:xfrm>
        </p:grpSpPr>
        <p:sp>
          <p:nvSpPr>
            <p:cNvPr id="162842" name="Line 26"/>
            <p:cNvSpPr>
              <a:spLocks noChangeShapeType="1"/>
            </p:cNvSpPr>
            <p:nvPr/>
          </p:nvSpPr>
          <p:spPr bwMode="auto">
            <a:xfrm>
              <a:off x="480" y="2634"/>
              <a:ext cx="240" cy="480"/>
            </a:xfrm>
            <a:prstGeom prst="line">
              <a:avLst/>
            </a:prstGeom>
            <a:noFill/>
            <a:ln w="38100">
              <a:solidFill>
                <a:srgbClr val="FF00FF"/>
              </a:solidFill>
              <a:round/>
              <a:headEnd/>
              <a:tailEnd type="triangle" w="sm" len="lg"/>
            </a:ln>
            <a:effectLst/>
          </p:spPr>
          <p:txBody>
            <a:bodyPr wrap="none" anchor="ctr"/>
            <a:lstStyle/>
            <a:p>
              <a:endParaRPr lang="zh-CN" altLang="en-US" sz="2800"/>
            </a:p>
          </p:txBody>
        </p:sp>
        <p:sp>
          <p:nvSpPr>
            <p:cNvPr id="162843" name="Line 27"/>
            <p:cNvSpPr>
              <a:spLocks noChangeShapeType="1"/>
            </p:cNvSpPr>
            <p:nvPr/>
          </p:nvSpPr>
          <p:spPr bwMode="auto">
            <a:xfrm flipH="1">
              <a:off x="480" y="1776"/>
              <a:ext cx="2064" cy="858"/>
            </a:xfrm>
            <a:prstGeom prst="line">
              <a:avLst/>
            </a:prstGeom>
            <a:noFill/>
            <a:ln w="19050">
              <a:solidFill>
                <a:srgbClr val="FF33CC"/>
              </a:solidFill>
              <a:round/>
              <a:headEnd/>
              <a:tailEnd type="triangle" w="sm" len="lg"/>
            </a:ln>
            <a:effectLst/>
          </p:spPr>
          <p:txBody>
            <a:bodyPr wrap="none" anchor="ctr"/>
            <a:lstStyle/>
            <a:p>
              <a:endParaRPr lang="zh-CN" altLang="en-US" sz="2800"/>
            </a:p>
          </p:txBody>
        </p:sp>
      </p:grpSp>
      <p:grpSp>
        <p:nvGrpSpPr>
          <p:cNvPr id="7" name="Group 28"/>
          <p:cNvGrpSpPr>
            <a:grpSpLocks/>
          </p:cNvGrpSpPr>
          <p:nvPr/>
        </p:nvGrpSpPr>
        <p:grpSpPr bwMode="auto">
          <a:xfrm>
            <a:off x="762000" y="3181350"/>
            <a:ext cx="3200400" cy="1914525"/>
            <a:chOff x="480" y="2154"/>
            <a:chExt cx="2016" cy="1206"/>
          </a:xfrm>
        </p:grpSpPr>
        <p:sp>
          <p:nvSpPr>
            <p:cNvPr id="162845" name="Line 29"/>
            <p:cNvSpPr>
              <a:spLocks noChangeShapeType="1"/>
            </p:cNvSpPr>
            <p:nvPr/>
          </p:nvSpPr>
          <p:spPr bwMode="auto">
            <a:xfrm flipV="1">
              <a:off x="480" y="2154"/>
              <a:ext cx="240" cy="480"/>
            </a:xfrm>
            <a:prstGeom prst="line">
              <a:avLst/>
            </a:prstGeom>
            <a:noFill/>
            <a:ln w="38100">
              <a:solidFill>
                <a:srgbClr val="FF00FF"/>
              </a:solidFill>
              <a:round/>
              <a:headEnd/>
              <a:tailEnd type="triangle" w="sm" len="lg"/>
            </a:ln>
            <a:effectLst/>
          </p:spPr>
          <p:txBody>
            <a:bodyPr wrap="none" anchor="ctr"/>
            <a:lstStyle/>
            <a:p>
              <a:endParaRPr lang="zh-CN" altLang="en-US" sz="2800"/>
            </a:p>
          </p:txBody>
        </p:sp>
        <p:sp>
          <p:nvSpPr>
            <p:cNvPr id="162846" name="Line 30"/>
            <p:cNvSpPr>
              <a:spLocks noChangeShapeType="1"/>
            </p:cNvSpPr>
            <p:nvPr/>
          </p:nvSpPr>
          <p:spPr bwMode="auto">
            <a:xfrm flipH="1" flipV="1">
              <a:off x="480" y="2634"/>
              <a:ext cx="2016" cy="726"/>
            </a:xfrm>
            <a:prstGeom prst="line">
              <a:avLst/>
            </a:prstGeom>
            <a:noFill/>
            <a:ln w="19050">
              <a:solidFill>
                <a:srgbClr val="FF33CC"/>
              </a:solidFill>
              <a:round/>
              <a:headEnd/>
              <a:tailEnd type="triangle" w="sm" len="lg"/>
            </a:ln>
            <a:effectLst/>
          </p:spPr>
          <p:txBody>
            <a:bodyPr wrap="none" anchor="ctr"/>
            <a:lstStyle/>
            <a:p>
              <a:endParaRPr lang="zh-CN" altLang="en-US" sz="2800"/>
            </a:p>
          </p:txBody>
        </p:sp>
      </p:grpSp>
      <p:grpSp>
        <p:nvGrpSpPr>
          <p:cNvPr id="8" name="Group 31"/>
          <p:cNvGrpSpPr>
            <a:grpSpLocks/>
          </p:cNvGrpSpPr>
          <p:nvPr/>
        </p:nvGrpSpPr>
        <p:grpSpPr bwMode="auto">
          <a:xfrm>
            <a:off x="4114800" y="2581275"/>
            <a:ext cx="3733800" cy="1362075"/>
            <a:chOff x="2592" y="1776"/>
            <a:chExt cx="2352" cy="858"/>
          </a:xfrm>
        </p:grpSpPr>
        <p:graphicFrame>
          <p:nvGraphicFramePr>
            <p:cNvPr id="162848" name="Object 32"/>
            <p:cNvGraphicFramePr>
              <a:graphicFrameLocks noChangeAspect="1"/>
            </p:cNvGraphicFramePr>
            <p:nvPr/>
          </p:nvGraphicFramePr>
          <p:xfrm>
            <a:off x="3552" y="1962"/>
            <a:ext cx="243" cy="271"/>
          </p:xfrm>
          <a:graphic>
            <a:graphicData uri="http://schemas.openxmlformats.org/presentationml/2006/ole">
              <p:oleObj spid="_x0000_s999433" name="公式" r:id="rId7" imgW="114120" imgH="126720" progId="Equation.3">
                <p:embed/>
              </p:oleObj>
            </a:graphicData>
          </a:graphic>
        </p:graphicFrame>
        <p:sp>
          <p:nvSpPr>
            <p:cNvPr id="162849" name="Line 33"/>
            <p:cNvSpPr>
              <a:spLocks noChangeShapeType="1"/>
            </p:cNvSpPr>
            <p:nvPr/>
          </p:nvSpPr>
          <p:spPr bwMode="auto">
            <a:xfrm flipV="1">
              <a:off x="4464" y="2154"/>
              <a:ext cx="288" cy="480"/>
            </a:xfrm>
            <a:prstGeom prst="line">
              <a:avLst/>
            </a:prstGeom>
            <a:noFill/>
            <a:ln w="38100">
              <a:solidFill>
                <a:srgbClr val="FF00FF"/>
              </a:solidFill>
              <a:round/>
              <a:headEnd/>
              <a:tailEnd type="triangle" w="sm" len="lg"/>
            </a:ln>
            <a:effectLst/>
          </p:spPr>
          <p:txBody>
            <a:bodyPr wrap="none" anchor="ctr"/>
            <a:lstStyle/>
            <a:p>
              <a:endParaRPr lang="zh-CN" altLang="en-US" sz="2800"/>
            </a:p>
          </p:txBody>
        </p:sp>
        <p:graphicFrame>
          <p:nvGraphicFramePr>
            <p:cNvPr id="162850" name="Object 34"/>
            <p:cNvGraphicFramePr>
              <a:graphicFrameLocks noChangeAspect="1"/>
            </p:cNvGraphicFramePr>
            <p:nvPr/>
          </p:nvGraphicFramePr>
          <p:xfrm>
            <a:off x="4608" y="1879"/>
            <a:ext cx="336" cy="285"/>
          </p:xfrm>
          <a:graphic>
            <a:graphicData uri="http://schemas.openxmlformats.org/presentationml/2006/ole">
              <p:oleObj spid="_x0000_s999434" name="Equation" r:id="rId8" imgW="330120" imgH="279360" progId="Equation.3">
                <p:embed/>
              </p:oleObj>
            </a:graphicData>
          </a:graphic>
        </p:graphicFrame>
        <p:sp>
          <p:nvSpPr>
            <p:cNvPr id="162851" name="Line 35"/>
            <p:cNvSpPr>
              <a:spLocks noChangeShapeType="1"/>
            </p:cNvSpPr>
            <p:nvPr/>
          </p:nvSpPr>
          <p:spPr bwMode="auto">
            <a:xfrm>
              <a:off x="2592" y="1776"/>
              <a:ext cx="1872" cy="858"/>
            </a:xfrm>
            <a:prstGeom prst="line">
              <a:avLst/>
            </a:prstGeom>
            <a:noFill/>
            <a:ln w="28575">
              <a:solidFill>
                <a:srgbClr val="FF33CC"/>
              </a:solidFill>
              <a:round/>
              <a:headEnd/>
              <a:tailEnd type="triangle" w="sm" len="lg"/>
            </a:ln>
            <a:effectLst/>
          </p:spPr>
          <p:txBody>
            <a:bodyPr wrap="none" anchor="ctr"/>
            <a:lstStyle/>
            <a:p>
              <a:endParaRPr lang="zh-CN" altLang="en-US" sz="2800"/>
            </a:p>
          </p:txBody>
        </p:sp>
      </p:grpSp>
      <p:grpSp>
        <p:nvGrpSpPr>
          <p:cNvPr id="9" name="Group 36"/>
          <p:cNvGrpSpPr>
            <a:grpSpLocks/>
          </p:cNvGrpSpPr>
          <p:nvPr/>
        </p:nvGrpSpPr>
        <p:grpSpPr bwMode="auto">
          <a:xfrm>
            <a:off x="3505200" y="3943350"/>
            <a:ext cx="4267200" cy="457200"/>
            <a:chOff x="2208" y="2634"/>
            <a:chExt cx="2688" cy="288"/>
          </a:xfrm>
        </p:grpSpPr>
        <p:sp>
          <p:nvSpPr>
            <p:cNvPr id="162853" name="Line 37"/>
            <p:cNvSpPr>
              <a:spLocks noChangeShapeType="1"/>
            </p:cNvSpPr>
            <p:nvPr/>
          </p:nvSpPr>
          <p:spPr bwMode="auto">
            <a:xfrm>
              <a:off x="4464" y="2634"/>
              <a:ext cx="432" cy="288"/>
            </a:xfrm>
            <a:prstGeom prst="line">
              <a:avLst/>
            </a:prstGeom>
            <a:noFill/>
            <a:ln w="38100">
              <a:solidFill>
                <a:schemeClr val="tx2"/>
              </a:solidFill>
              <a:round/>
              <a:headEnd/>
              <a:tailEnd type="triangle" w="sm" len="lg"/>
            </a:ln>
            <a:effectLst/>
          </p:spPr>
          <p:txBody>
            <a:bodyPr wrap="none" anchor="ctr"/>
            <a:lstStyle/>
            <a:p>
              <a:endParaRPr lang="zh-CN" altLang="en-US" sz="2800"/>
            </a:p>
          </p:txBody>
        </p:sp>
        <p:sp>
          <p:nvSpPr>
            <p:cNvPr id="162854" name="Line 38"/>
            <p:cNvSpPr>
              <a:spLocks noChangeShapeType="1"/>
            </p:cNvSpPr>
            <p:nvPr/>
          </p:nvSpPr>
          <p:spPr bwMode="auto">
            <a:xfrm>
              <a:off x="2208" y="2639"/>
              <a:ext cx="2256" cy="1"/>
            </a:xfrm>
            <a:prstGeom prst="line">
              <a:avLst/>
            </a:prstGeom>
            <a:noFill/>
            <a:ln w="28575">
              <a:solidFill>
                <a:schemeClr val="tx2"/>
              </a:solidFill>
              <a:round/>
              <a:headEnd/>
              <a:tailEnd type="triangle" w="sm" len="lg"/>
            </a:ln>
            <a:effectLst/>
          </p:spPr>
          <p:txBody>
            <a:bodyPr wrap="none" anchor="ctr"/>
            <a:lstStyle/>
            <a:p>
              <a:endParaRPr lang="zh-CN" altLang="en-US" sz="2800"/>
            </a:p>
          </p:txBody>
        </p:sp>
      </p:grpSp>
      <p:sp>
        <p:nvSpPr>
          <p:cNvPr id="162855" name="AutoShape 39"/>
          <p:cNvSpPr>
            <a:spLocks noChangeArrowheads="1"/>
          </p:cNvSpPr>
          <p:nvPr/>
        </p:nvSpPr>
        <p:spPr bwMode="auto">
          <a:xfrm>
            <a:off x="4562475" y="3733800"/>
            <a:ext cx="152400" cy="304800"/>
          </a:xfrm>
          <a:prstGeom prst="upArrow">
            <a:avLst>
              <a:gd name="adj1" fmla="val 50000"/>
              <a:gd name="adj2" fmla="val 50000"/>
            </a:avLst>
          </a:prstGeom>
          <a:solidFill>
            <a:schemeClr val="folHlink"/>
          </a:solidFill>
          <a:ln w="28575">
            <a:solidFill>
              <a:srgbClr val="FF0000"/>
            </a:solidFill>
            <a:miter lim="800000"/>
            <a:headEnd/>
            <a:tailEnd/>
          </a:ln>
          <a:effectLst/>
        </p:spPr>
        <p:txBody>
          <a:bodyPr wrap="none" anchor="ctr"/>
          <a:lstStyle/>
          <a:p>
            <a:endParaRPr lang="zh-CN" altLang="en-US" sz="2800"/>
          </a:p>
        </p:txBody>
      </p:sp>
      <p:grpSp>
        <p:nvGrpSpPr>
          <p:cNvPr id="10" name="Group 40"/>
          <p:cNvGrpSpPr>
            <a:grpSpLocks/>
          </p:cNvGrpSpPr>
          <p:nvPr/>
        </p:nvGrpSpPr>
        <p:grpSpPr bwMode="auto">
          <a:xfrm>
            <a:off x="762000" y="3943350"/>
            <a:ext cx="3810000" cy="457200"/>
            <a:chOff x="480" y="2634"/>
            <a:chExt cx="2400" cy="288"/>
          </a:xfrm>
        </p:grpSpPr>
        <p:sp>
          <p:nvSpPr>
            <p:cNvPr id="162857" name="Line 41"/>
            <p:cNvSpPr>
              <a:spLocks noChangeShapeType="1"/>
            </p:cNvSpPr>
            <p:nvPr/>
          </p:nvSpPr>
          <p:spPr bwMode="auto">
            <a:xfrm flipH="1">
              <a:off x="480" y="2640"/>
              <a:ext cx="2400" cy="0"/>
            </a:xfrm>
            <a:prstGeom prst="line">
              <a:avLst/>
            </a:prstGeom>
            <a:noFill/>
            <a:ln w="19050">
              <a:solidFill>
                <a:srgbClr val="3366FF"/>
              </a:solidFill>
              <a:round/>
              <a:headEnd/>
              <a:tailEnd type="triangle" w="sm" len="lg"/>
            </a:ln>
            <a:effectLst/>
          </p:spPr>
          <p:txBody>
            <a:bodyPr wrap="none"/>
            <a:lstStyle/>
            <a:p>
              <a:endParaRPr lang="zh-CN" altLang="en-US" sz="2800"/>
            </a:p>
          </p:txBody>
        </p:sp>
        <p:sp>
          <p:nvSpPr>
            <p:cNvPr id="162858" name="Line 42"/>
            <p:cNvSpPr>
              <a:spLocks noChangeShapeType="1"/>
            </p:cNvSpPr>
            <p:nvPr/>
          </p:nvSpPr>
          <p:spPr bwMode="auto">
            <a:xfrm>
              <a:off x="480" y="2634"/>
              <a:ext cx="432" cy="288"/>
            </a:xfrm>
            <a:prstGeom prst="line">
              <a:avLst/>
            </a:prstGeom>
            <a:noFill/>
            <a:ln w="38100">
              <a:solidFill>
                <a:srgbClr val="3366FF"/>
              </a:solidFill>
              <a:round/>
              <a:headEnd/>
              <a:tailEnd type="triangle" w="sm" len="lg"/>
            </a:ln>
            <a:effectLst/>
          </p:spPr>
          <p:txBody>
            <a:bodyPr wrap="none" anchor="ctr"/>
            <a:lstStyle/>
            <a:p>
              <a:endParaRPr lang="zh-CN" altLang="en-US" sz="2800"/>
            </a:p>
          </p:txBody>
        </p:sp>
      </p:grpSp>
      <p:grpSp>
        <p:nvGrpSpPr>
          <p:cNvPr id="11" name="Group 43"/>
          <p:cNvGrpSpPr>
            <a:grpSpLocks/>
          </p:cNvGrpSpPr>
          <p:nvPr/>
        </p:nvGrpSpPr>
        <p:grpSpPr bwMode="auto">
          <a:xfrm>
            <a:off x="4724400" y="3484563"/>
            <a:ext cx="3048000" cy="468312"/>
            <a:chOff x="2976" y="2345"/>
            <a:chExt cx="1920" cy="295"/>
          </a:xfrm>
        </p:grpSpPr>
        <p:sp>
          <p:nvSpPr>
            <p:cNvPr id="162860" name="Line 44"/>
            <p:cNvSpPr>
              <a:spLocks noChangeShapeType="1"/>
            </p:cNvSpPr>
            <p:nvPr/>
          </p:nvSpPr>
          <p:spPr bwMode="auto">
            <a:xfrm flipV="1">
              <a:off x="4464" y="2345"/>
              <a:ext cx="432" cy="288"/>
            </a:xfrm>
            <a:prstGeom prst="line">
              <a:avLst/>
            </a:prstGeom>
            <a:noFill/>
            <a:ln w="38100">
              <a:solidFill>
                <a:srgbClr val="3366FF"/>
              </a:solidFill>
              <a:round/>
              <a:headEnd/>
              <a:tailEnd type="triangle" w="sm" len="lg"/>
            </a:ln>
            <a:effectLst/>
          </p:spPr>
          <p:txBody>
            <a:bodyPr wrap="none" anchor="ctr"/>
            <a:lstStyle/>
            <a:p>
              <a:endParaRPr lang="zh-CN" altLang="en-US" sz="2800"/>
            </a:p>
          </p:txBody>
        </p:sp>
        <p:sp>
          <p:nvSpPr>
            <p:cNvPr id="162861" name="Line 45"/>
            <p:cNvSpPr>
              <a:spLocks noChangeShapeType="1"/>
            </p:cNvSpPr>
            <p:nvPr/>
          </p:nvSpPr>
          <p:spPr bwMode="auto">
            <a:xfrm>
              <a:off x="2976" y="2640"/>
              <a:ext cx="1536" cy="0"/>
            </a:xfrm>
            <a:prstGeom prst="line">
              <a:avLst/>
            </a:prstGeom>
            <a:noFill/>
            <a:ln w="22225">
              <a:solidFill>
                <a:srgbClr val="3366FF"/>
              </a:solidFill>
              <a:round/>
              <a:headEnd/>
              <a:tailEnd type="triangle" w="sm" len="lg"/>
            </a:ln>
            <a:effectLst/>
          </p:spPr>
          <p:txBody>
            <a:bodyPr wrap="none"/>
            <a:lstStyle/>
            <a:p>
              <a:endParaRPr lang="zh-CN" altLang="en-US" sz="2800"/>
            </a:p>
          </p:txBody>
        </p:sp>
      </p:grpSp>
      <p:grpSp>
        <p:nvGrpSpPr>
          <p:cNvPr id="12" name="Group 46"/>
          <p:cNvGrpSpPr>
            <a:grpSpLocks/>
          </p:cNvGrpSpPr>
          <p:nvPr/>
        </p:nvGrpSpPr>
        <p:grpSpPr bwMode="auto">
          <a:xfrm>
            <a:off x="838200" y="3343275"/>
            <a:ext cx="7478713" cy="800100"/>
            <a:chOff x="528" y="2592"/>
            <a:chExt cx="4711" cy="504"/>
          </a:xfrm>
        </p:grpSpPr>
        <p:sp>
          <p:nvSpPr>
            <p:cNvPr id="162863" name="Line 47"/>
            <p:cNvSpPr>
              <a:spLocks noChangeShapeType="1"/>
            </p:cNvSpPr>
            <p:nvPr/>
          </p:nvSpPr>
          <p:spPr bwMode="auto">
            <a:xfrm>
              <a:off x="4464" y="2976"/>
              <a:ext cx="720"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62864" name="Line 48"/>
            <p:cNvSpPr>
              <a:spLocks noChangeShapeType="1"/>
            </p:cNvSpPr>
            <p:nvPr/>
          </p:nvSpPr>
          <p:spPr bwMode="auto">
            <a:xfrm>
              <a:off x="528" y="2976"/>
              <a:ext cx="720"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graphicFrame>
          <p:nvGraphicFramePr>
            <p:cNvPr id="162865" name="Object 49"/>
            <p:cNvGraphicFramePr>
              <a:graphicFrameLocks noChangeAspect="1"/>
            </p:cNvGraphicFramePr>
            <p:nvPr/>
          </p:nvGraphicFramePr>
          <p:xfrm>
            <a:off x="4992" y="2592"/>
            <a:ext cx="247" cy="312"/>
          </p:xfrm>
          <a:graphic>
            <a:graphicData uri="http://schemas.openxmlformats.org/presentationml/2006/ole">
              <p:oleObj spid="_x0000_s999431" name="公式" r:id="rId9" imgW="152280" imgH="190440" progId="Equation.3">
                <p:embed/>
              </p:oleObj>
            </a:graphicData>
          </a:graphic>
        </p:graphicFrame>
        <p:graphicFrame>
          <p:nvGraphicFramePr>
            <p:cNvPr id="162866" name="Object 50"/>
            <p:cNvGraphicFramePr>
              <a:graphicFrameLocks noChangeAspect="1"/>
            </p:cNvGraphicFramePr>
            <p:nvPr/>
          </p:nvGraphicFramePr>
          <p:xfrm>
            <a:off x="1296" y="2784"/>
            <a:ext cx="247" cy="312"/>
          </p:xfrm>
          <a:graphic>
            <a:graphicData uri="http://schemas.openxmlformats.org/presentationml/2006/ole">
              <p:oleObj spid="_x0000_s999432" name="公式" r:id="rId10" imgW="152280" imgH="190440" progId="Equation.3">
                <p:embed/>
              </p:oleObj>
            </a:graphicData>
          </a:graphic>
        </p:graphicFrame>
      </p:grpSp>
      <p:sp>
        <p:nvSpPr>
          <p:cNvPr id="162867" name="AutoShape 51"/>
          <p:cNvSpPr>
            <a:spLocks noChangeArrowheads="1"/>
          </p:cNvSpPr>
          <p:nvPr/>
        </p:nvSpPr>
        <p:spPr bwMode="auto">
          <a:xfrm flipV="1">
            <a:off x="3429000" y="3800475"/>
            <a:ext cx="152400" cy="304800"/>
          </a:xfrm>
          <a:prstGeom prst="upArrow">
            <a:avLst>
              <a:gd name="adj1" fmla="val 50000"/>
              <a:gd name="adj2" fmla="val 50000"/>
            </a:avLst>
          </a:prstGeom>
          <a:solidFill>
            <a:schemeClr val="folHlink"/>
          </a:solidFill>
          <a:ln w="28575">
            <a:solidFill>
              <a:srgbClr val="FF0000"/>
            </a:solidFill>
            <a:miter lim="800000"/>
            <a:headEnd/>
            <a:tailEnd/>
          </a:ln>
          <a:effectLst/>
        </p:spPr>
        <p:txBody>
          <a:bodyPr wrap="none" anchor="ctr"/>
          <a:lstStyle/>
          <a:p>
            <a:endParaRPr lang="zh-CN" altLang="en-US" sz="2800"/>
          </a:p>
        </p:txBody>
      </p:sp>
      <p:grpSp>
        <p:nvGrpSpPr>
          <p:cNvPr id="13" name="Group 52"/>
          <p:cNvGrpSpPr>
            <a:grpSpLocks/>
          </p:cNvGrpSpPr>
          <p:nvPr/>
        </p:nvGrpSpPr>
        <p:grpSpPr bwMode="auto">
          <a:xfrm>
            <a:off x="3810000" y="2063750"/>
            <a:ext cx="604838" cy="609600"/>
            <a:chOff x="2400" y="1440"/>
            <a:chExt cx="381" cy="384"/>
          </a:xfrm>
        </p:grpSpPr>
        <p:graphicFrame>
          <p:nvGraphicFramePr>
            <p:cNvPr id="162869" name="Object 53"/>
            <p:cNvGraphicFramePr>
              <a:graphicFrameLocks noChangeAspect="1"/>
            </p:cNvGraphicFramePr>
            <p:nvPr/>
          </p:nvGraphicFramePr>
          <p:xfrm>
            <a:off x="2400" y="1440"/>
            <a:ext cx="381" cy="282"/>
          </p:xfrm>
          <a:graphic>
            <a:graphicData uri="http://schemas.openxmlformats.org/presentationml/2006/ole">
              <p:oleObj spid="_x0000_s999430" name="Equation" r:id="rId11" imgW="393480" imgH="291960" progId="Equation.3">
                <p:embed/>
              </p:oleObj>
            </a:graphicData>
          </a:graphic>
        </p:graphicFrame>
        <p:sp>
          <p:nvSpPr>
            <p:cNvPr id="162870" name="AutoShape 54"/>
            <p:cNvSpPr>
              <a:spLocks noChangeArrowheads="1"/>
            </p:cNvSpPr>
            <p:nvPr/>
          </p:nvSpPr>
          <p:spPr bwMode="auto">
            <a:xfrm flipH="1">
              <a:off x="2459" y="1728"/>
              <a:ext cx="192" cy="96"/>
            </a:xfrm>
            <a:prstGeom prst="rightArrow">
              <a:avLst>
                <a:gd name="adj1" fmla="val 52056"/>
                <a:gd name="adj2" fmla="val 66667"/>
              </a:avLst>
            </a:prstGeom>
            <a:solidFill>
              <a:schemeClr val="folHlink"/>
            </a:solidFill>
            <a:ln w="28575">
              <a:solidFill>
                <a:srgbClr val="FF5050"/>
              </a:solidFill>
              <a:miter lim="800000"/>
              <a:headEnd/>
              <a:tailEnd/>
            </a:ln>
            <a:effectLst/>
          </p:spPr>
          <p:txBody>
            <a:bodyPr wrap="none" anchor="ctr"/>
            <a:lstStyle/>
            <a:p>
              <a:endParaRPr lang="zh-CN" altLang="en-US" sz="2800"/>
            </a:p>
          </p:txBody>
        </p:sp>
      </p:grpSp>
      <p:sp>
        <p:nvSpPr>
          <p:cNvPr id="162871" name="Text Box 55"/>
          <p:cNvSpPr txBox="1">
            <a:spLocks noChangeArrowheads="1"/>
          </p:cNvSpPr>
          <p:nvPr/>
        </p:nvSpPr>
        <p:spPr bwMode="auto">
          <a:xfrm>
            <a:off x="6918325" y="3343275"/>
            <a:ext cx="701675" cy="519113"/>
          </a:xfrm>
          <a:prstGeom prst="rect">
            <a:avLst/>
          </a:prstGeom>
          <a:noFill/>
          <a:ln w="9525">
            <a:noFill/>
            <a:miter lim="800000"/>
            <a:headEnd/>
            <a:tailEnd/>
          </a:ln>
          <a:effectLst/>
        </p:spPr>
        <p:txBody>
          <a:bodyPr>
            <a:spAutoFit/>
          </a:bodyPr>
          <a:lstStyle/>
          <a:p>
            <a:r>
              <a:rPr lang="en-US" altLang="zh-CN" sz="2800" b="0" i="1">
                <a:solidFill>
                  <a:srgbClr val="1C1C1C"/>
                </a:solidFill>
              </a:rPr>
              <a:t>p</a:t>
            </a:r>
          </a:p>
        </p:txBody>
      </p:sp>
      <p:sp>
        <p:nvSpPr>
          <p:cNvPr id="162872" name="Oval 56"/>
          <p:cNvSpPr>
            <a:spLocks noChangeArrowheads="1"/>
          </p:cNvSpPr>
          <p:nvPr/>
        </p:nvSpPr>
        <p:spPr bwMode="auto">
          <a:xfrm>
            <a:off x="3581400" y="2657475"/>
            <a:ext cx="990600" cy="2438400"/>
          </a:xfrm>
          <a:prstGeom prst="ellipse">
            <a:avLst/>
          </a:prstGeom>
          <a:solidFill>
            <a:schemeClr val="accent1">
              <a:alpha val="50000"/>
            </a:schemeClr>
          </a:solidFill>
          <a:ln w="9525">
            <a:noFill/>
            <a:round/>
            <a:headEnd/>
            <a:tailEnd/>
          </a:ln>
          <a:effectLst/>
        </p:spPr>
        <p:txBody>
          <a:bodyPr wrap="none" anchor="ctr"/>
          <a:lstStyle/>
          <a:p>
            <a:endParaRPr lang="zh-CN" altLang="en-US" sz="2800"/>
          </a:p>
        </p:txBody>
      </p:sp>
      <p:grpSp>
        <p:nvGrpSpPr>
          <p:cNvPr id="14" name="Group 57"/>
          <p:cNvGrpSpPr>
            <a:grpSpLocks/>
          </p:cNvGrpSpPr>
          <p:nvPr/>
        </p:nvGrpSpPr>
        <p:grpSpPr bwMode="auto">
          <a:xfrm>
            <a:off x="3657600" y="3952875"/>
            <a:ext cx="533400" cy="704850"/>
            <a:chOff x="4032" y="1200"/>
            <a:chExt cx="341" cy="480"/>
          </a:xfrm>
        </p:grpSpPr>
        <p:sp>
          <p:nvSpPr>
            <p:cNvPr id="162874" name="Line 58"/>
            <p:cNvSpPr>
              <a:spLocks noChangeShapeType="1"/>
            </p:cNvSpPr>
            <p:nvPr/>
          </p:nvSpPr>
          <p:spPr bwMode="auto">
            <a:xfrm flipH="1">
              <a:off x="4032" y="1200"/>
              <a:ext cx="278" cy="480"/>
            </a:xfrm>
            <a:prstGeom prst="line">
              <a:avLst/>
            </a:prstGeom>
            <a:noFill/>
            <a:ln w="28575">
              <a:solidFill>
                <a:srgbClr val="CC0099"/>
              </a:solidFill>
              <a:round/>
              <a:headEnd/>
              <a:tailEnd type="triangle" w="sm" len="lg"/>
            </a:ln>
            <a:effectLst/>
          </p:spPr>
          <p:txBody>
            <a:bodyPr wrap="none" anchor="ctr"/>
            <a:lstStyle/>
            <a:p>
              <a:endParaRPr lang="zh-CN" altLang="en-US" sz="2800"/>
            </a:p>
          </p:txBody>
        </p:sp>
        <p:graphicFrame>
          <p:nvGraphicFramePr>
            <p:cNvPr id="162875" name="Object 59"/>
            <p:cNvGraphicFramePr>
              <a:graphicFrameLocks noChangeAspect="1"/>
            </p:cNvGraphicFramePr>
            <p:nvPr/>
          </p:nvGraphicFramePr>
          <p:xfrm>
            <a:off x="4176" y="1344"/>
            <a:ext cx="197" cy="216"/>
          </p:xfrm>
          <a:graphic>
            <a:graphicData uri="http://schemas.openxmlformats.org/presentationml/2006/ole">
              <p:oleObj spid="_x0000_s999429" name="Equation" r:id="rId12" imgW="215640" imgH="228600" progId="Equation.3">
                <p:embed/>
              </p:oleObj>
            </a:graphicData>
          </a:graphic>
        </p:graphicFrame>
      </p:grpSp>
      <p:graphicFrame>
        <p:nvGraphicFramePr>
          <p:cNvPr id="162876" name="Object 60"/>
          <p:cNvGraphicFramePr>
            <a:graphicFrameLocks noChangeAspect="1"/>
          </p:cNvGraphicFramePr>
          <p:nvPr/>
        </p:nvGraphicFramePr>
        <p:xfrm>
          <a:off x="3886200" y="3552825"/>
          <a:ext cx="346075" cy="400050"/>
        </p:xfrm>
        <a:graphic>
          <a:graphicData uri="http://schemas.openxmlformats.org/presentationml/2006/ole">
            <p:oleObj spid="_x0000_s999428" name="Equation" r:id="rId13" imgW="164880" imgH="190440" progId="Equation.3">
              <p:embed/>
            </p:oleObj>
          </a:graphicData>
        </a:graphic>
      </p:graphicFrame>
      <p:sp>
        <p:nvSpPr>
          <p:cNvPr id="162877" name="Line 61"/>
          <p:cNvSpPr>
            <a:spLocks noChangeShapeType="1"/>
          </p:cNvSpPr>
          <p:nvPr/>
        </p:nvSpPr>
        <p:spPr bwMode="auto">
          <a:xfrm>
            <a:off x="4114800" y="3952875"/>
            <a:ext cx="609600" cy="0"/>
          </a:xfrm>
          <a:prstGeom prst="line">
            <a:avLst/>
          </a:prstGeom>
          <a:noFill/>
          <a:ln w="19050">
            <a:solidFill>
              <a:srgbClr val="000000"/>
            </a:solidFill>
            <a:round/>
            <a:headEnd/>
            <a:tailEnd/>
          </a:ln>
          <a:effectLst/>
        </p:spPr>
        <p:txBody>
          <a:bodyPr wrap="none"/>
          <a:lstStyle/>
          <a:p>
            <a:endParaRPr lang="zh-CN" altLang="en-US" sz="2800"/>
          </a:p>
        </p:txBody>
      </p:sp>
      <p:sp>
        <p:nvSpPr>
          <p:cNvPr id="162878" name="AutoShape 62"/>
          <p:cNvSpPr>
            <a:spLocks noChangeArrowheads="1"/>
          </p:cNvSpPr>
          <p:nvPr/>
        </p:nvSpPr>
        <p:spPr bwMode="auto">
          <a:xfrm>
            <a:off x="3962400" y="5019675"/>
            <a:ext cx="304800" cy="152400"/>
          </a:xfrm>
          <a:prstGeom prst="rightArrow">
            <a:avLst>
              <a:gd name="adj1" fmla="val 52056"/>
              <a:gd name="adj2" fmla="val 66667"/>
            </a:avLst>
          </a:prstGeom>
          <a:solidFill>
            <a:schemeClr val="folHlink"/>
          </a:solidFill>
          <a:ln w="28575">
            <a:solidFill>
              <a:srgbClr val="FF5050"/>
            </a:solidFill>
            <a:miter lim="800000"/>
            <a:headEnd/>
            <a:tailEnd/>
          </a:ln>
          <a:effectLst/>
        </p:spPr>
        <p:txBody>
          <a:bodyPr wrap="none" anchor="ctr"/>
          <a:lstStyle/>
          <a:p>
            <a:endParaRPr lang="zh-CN" altLang="en-US" sz="2800"/>
          </a:p>
        </p:txBody>
      </p:sp>
      <p:sp>
        <p:nvSpPr>
          <p:cNvPr id="162879" name="Text Box 63"/>
          <p:cNvSpPr txBox="1">
            <a:spLocks noChangeArrowheads="1"/>
          </p:cNvSpPr>
          <p:nvPr/>
        </p:nvSpPr>
        <p:spPr bwMode="auto">
          <a:xfrm>
            <a:off x="6858000" y="3748088"/>
            <a:ext cx="549275" cy="519112"/>
          </a:xfrm>
          <a:prstGeom prst="rect">
            <a:avLst/>
          </a:prstGeom>
          <a:noFill/>
          <a:ln w="9525">
            <a:noFill/>
            <a:miter lim="800000"/>
            <a:headEnd/>
            <a:tailEnd/>
          </a:ln>
          <a:effectLst/>
        </p:spPr>
        <p:txBody>
          <a:bodyPr>
            <a:spAutoFit/>
          </a:bodyPr>
          <a:lstStyle/>
          <a:p>
            <a:pPr>
              <a:spcBef>
                <a:spcPct val="50000"/>
              </a:spcBef>
            </a:pPr>
            <a:r>
              <a:rPr lang="zh-CN" altLang="en-US" sz="2800" b="0" i="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2820"/>
                                        </p:tgtEl>
                                        <p:attrNameLst>
                                          <p:attrName>style.visibility</p:attrName>
                                        </p:attrNameLst>
                                      </p:cBhvr>
                                      <p:to>
                                        <p:strVal val="visible"/>
                                      </p:to>
                                    </p:set>
                                    <p:animEffect transition="in" filter="blinds(horizontal)">
                                      <p:cBhvr>
                                        <p:cTn id="7" dur="500"/>
                                        <p:tgtEl>
                                          <p:spTgt spid="16282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7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strVal val="2/3*#ppt_w"/>
                                          </p:val>
                                        </p:tav>
                                        <p:tav tm="100000">
                                          <p:val>
                                            <p:strVal val="#ppt_w"/>
                                          </p:val>
                                        </p:tav>
                                      </p:tavLst>
                                    </p:anim>
                                    <p:anim calcmode="lin" valueType="num">
                                      <p:cBhvr>
                                        <p:cTn id="13" dur="500" fill="hold"/>
                                        <p:tgtEl>
                                          <p:spTgt spid="13"/>
                                        </p:tgtEl>
                                        <p:attrNameLst>
                                          <p:attrName>ppt_h</p:attrName>
                                        </p:attrNameLst>
                                      </p:cBhvr>
                                      <p:tavLst>
                                        <p:tav tm="0">
                                          <p:val>
                                            <p:strVal val="2/3*#ppt_h"/>
                                          </p:val>
                                        </p:tav>
                                        <p:tav tm="100000">
                                          <p:val>
                                            <p:strVal val="#ppt_h"/>
                                          </p:val>
                                        </p:tav>
                                      </p:tavLst>
                                    </p:anim>
                                  </p:childTnLst>
                                </p:cTn>
                              </p:par>
                            </p:childTnLst>
                          </p:cTn>
                        </p:par>
                        <p:par>
                          <p:cTn id="14" fill="hold">
                            <p:stCondLst>
                              <p:cond delay="500"/>
                            </p:stCondLst>
                            <p:childTnLst>
                              <p:par>
                                <p:cTn id="15" presetID="18" presetClass="entr" presetSubtype="6" fill="hold" nodeType="afterEffect">
                                  <p:stCondLst>
                                    <p:cond delay="1000"/>
                                  </p:stCondLst>
                                  <p:childTnLst>
                                    <p:set>
                                      <p:cBhvr>
                                        <p:cTn id="16" dur="1" fill="hold">
                                          <p:stCondLst>
                                            <p:cond delay="0"/>
                                          </p:stCondLst>
                                        </p:cTn>
                                        <p:tgtEl>
                                          <p:spTgt spid="8"/>
                                        </p:tgtEl>
                                        <p:attrNameLst>
                                          <p:attrName>style.visibility</p:attrName>
                                        </p:attrNameLst>
                                      </p:cBhvr>
                                      <p:to>
                                        <p:strVal val="visible"/>
                                      </p:to>
                                    </p:set>
                                    <p:animEffect transition="in" filter="strips(downRight)">
                                      <p:cBhvr>
                                        <p:cTn id="17" dur="500"/>
                                        <p:tgtEl>
                                          <p:spTgt spid="8"/>
                                        </p:tgtEl>
                                      </p:cBhvr>
                                    </p:animEffect>
                                  </p:childTnLst>
                                </p:cTn>
                              </p:par>
                            </p:childTnLst>
                          </p:cTn>
                        </p:par>
                        <p:par>
                          <p:cTn id="18" fill="hold">
                            <p:stCondLst>
                              <p:cond delay="2000"/>
                            </p:stCondLst>
                            <p:childTnLst>
                              <p:par>
                                <p:cTn id="19" presetID="23" presetClass="entr" presetSubtype="272" fill="hold" nodeType="afterEffect">
                                  <p:stCondLst>
                                    <p:cond delay="100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strVal val="2/3*#ppt_w"/>
                                          </p:val>
                                        </p:tav>
                                        <p:tav tm="100000">
                                          <p:val>
                                            <p:strVal val="#ppt_w"/>
                                          </p:val>
                                        </p:tav>
                                      </p:tavLst>
                                    </p:anim>
                                    <p:anim calcmode="lin" valueType="num">
                                      <p:cBhvr>
                                        <p:cTn id="22" dur="500" fill="hold"/>
                                        <p:tgtEl>
                                          <p:spTgt spid="4"/>
                                        </p:tgtEl>
                                        <p:attrNameLst>
                                          <p:attrName>ppt_h</p:attrName>
                                        </p:attrNameLst>
                                      </p:cBhvr>
                                      <p:tavLst>
                                        <p:tav tm="0">
                                          <p:val>
                                            <p:strVal val="2/3*#ppt_h"/>
                                          </p:val>
                                        </p:tav>
                                        <p:tav tm="100000">
                                          <p:val>
                                            <p:strVal val="#ppt_h"/>
                                          </p:val>
                                        </p:tav>
                                      </p:tavLst>
                                    </p:anim>
                                  </p:childTnLst>
                                </p:cTn>
                              </p:par>
                            </p:childTnLst>
                          </p:cTn>
                        </p:par>
                        <p:par>
                          <p:cTn id="23" fill="hold">
                            <p:stCondLst>
                              <p:cond delay="3500"/>
                            </p:stCondLst>
                            <p:childTnLst>
                              <p:par>
                                <p:cTn id="24" presetID="18" presetClass="entr" presetSubtype="9" fill="hold" nodeType="afterEffect">
                                  <p:stCondLst>
                                    <p:cond delay="1000"/>
                                  </p:stCondLst>
                                  <p:childTnLst>
                                    <p:set>
                                      <p:cBhvr>
                                        <p:cTn id="25" dur="1" fill="hold">
                                          <p:stCondLst>
                                            <p:cond delay="0"/>
                                          </p:stCondLst>
                                        </p:cTn>
                                        <p:tgtEl>
                                          <p:spTgt spid="6"/>
                                        </p:tgtEl>
                                        <p:attrNameLst>
                                          <p:attrName>style.visibility</p:attrName>
                                        </p:attrNameLst>
                                      </p:cBhvr>
                                      <p:to>
                                        <p:strVal val="visible"/>
                                      </p:to>
                                    </p:set>
                                    <p:animEffect transition="in" filter="strips(upLeft)">
                                      <p:cBhvr>
                                        <p:cTn id="26" dur="500"/>
                                        <p:tgtEl>
                                          <p:spTgt spid="6"/>
                                        </p:tgtEl>
                                      </p:cBhvr>
                                    </p:animEffect>
                                  </p:childTnLst>
                                </p:cTn>
                              </p:par>
                            </p:childTnLst>
                          </p:cTn>
                        </p:par>
                        <p:par>
                          <p:cTn id="27" fill="hold">
                            <p:stCondLst>
                              <p:cond delay="5000"/>
                            </p:stCondLst>
                            <p:childTnLst>
                              <p:par>
                                <p:cTn id="28" presetID="23" presetClass="entr" presetSubtype="16" fill="hold" grpId="0" nodeType="afterEffect">
                                  <p:stCondLst>
                                    <p:cond delay="2000"/>
                                  </p:stCondLst>
                                  <p:childTnLst>
                                    <p:set>
                                      <p:cBhvr>
                                        <p:cTn id="29" dur="1" fill="hold">
                                          <p:stCondLst>
                                            <p:cond delay="0"/>
                                          </p:stCondLst>
                                        </p:cTn>
                                        <p:tgtEl>
                                          <p:spTgt spid="162878"/>
                                        </p:tgtEl>
                                        <p:attrNameLst>
                                          <p:attrName>style.visibility</p:attrName>
                                        </p:attrNameLst>
                                      </p:cBhvr>
                                      <p:to>
                                        <p:strVal val="visible"/>
                                      </p:to>
                                    </p:set>
                                    <p:anim calcmode="lin" valueType="num">
                                      <p:cBhvr>
                                        <p:cTn id="30" dur="500" fill="hold"/>
                                        <p:tgtEl>
                                          <p:spTgt spid="162878"/>
                                        </p:tgtEl>
                                        <p:attrNameLst>
                                          <p:attrName>ppt_w</p:attrName>
                                        </p:attrNameLst>
                                      </p:cBhvr>
                                      <p:tavLst>
                                        <p:tav tm="0">
                                          <p:val>
                                            <p:fltVal val="0"/>
                                          </p:val>
                                        </p:tav>
                                        <p:tav tm="100000">
                                          <p:val>
                                            <p:strVal val="#ppt_w"/>
                                          </p:val>
                                        </p:tav>
                                      </p:tavLst>
                                    </p:anim>
                                    <p:anim calcmode="lin" valueType="num">
                                      <p:cBhvr>
                                        <p:cTn id="31" dur="500" fill="hold"/>
                                        <p:tgtEl>
                                          <p:spTgt spid="162878"/>
                                        </p:tgtEl>
                                        <p:attrNameLst>
                                          <p:attrName>ppt_h</p:attrName>
                                        </p:attrNameLst>
                                      </p:cBhvr>
                                      <p:tavLst>
                                        <p:tav tm="0">
                                          <p:val>
                                            <p:fltVal val="0"/>
                                          </p:val>
                                        </p:tav>
                                        <p:tav tm="100000">
                                          <p:val>
                                            <p:strVal val="#ppt_h"/>
                                          </p:val>
                                        </p:tav>
                                      </p:tavLst>
                                    </p:anim>
                                  </p:childTnLst>
                                </p:cTn>
                              </p:par>
                            </p:childTnLst>
                          </p:cTn>
                        </p:par>
                        <p:par>
                          <p:cTn id="32" fill="hold">
                            <p:stCondLst>
                              <p:cond delay="7500"/>
                            </p:stCondLst>
                            <p:childTnLst>
                              <p:par>
                                <p:cTn id="33" presetID="18" presetClass="entr" presetSubtype="3" fill="hold" nodeType="afterEffect">
                                  <p:stCondLst>
                                    <p:cond delay="2000"/>
                                  </p:stCondLst>
                                  <p:childTnLst>
                                    <p:set>
                                      <p:cBhvr>
                                        <p:cTn id="34" dur="1" fill="hold">
                                          <p:stCondLst>
                                            <p:cond delay="0"/>
                                          </p:stCondLst>
                                        </p:cTn>
                                        <p:tgtEl>
                                          <p:spTgt spid="5"/>
                                        </p:tgtEl>
                                        <p:attrNameLst>
                                          <p:attrName>style.visibility</p:attrName>
                                        </p:attrNameLst>
                                      </p:cBhvr>
                                      <p:to>
                                        <p:strVal val="visible"/>
                                      </p:to>
                                    </p:set>
                                    <p:animEffect transition="in" filter="strips(upRight)">
                                      <p:cBhvr>
                                        <p:cTn id="35" dur="500"/>
                                        <p:tgtEl>
                                          <p:spTgt spid="5"/>
                                        </p:tgtEl>
                                      </p:cBhvr>
                                    </p:animEffect>
                                  </p:childTnLst>
                                </p:cTn>
                              </p:par>
                            </p:childTnLst>
                          </p:cTn>
                        </p:par>
                        <p:par>
                          <p:cTn id="36" fill="hold">
                            <p:stCondLst>
                              <p:cond delay="10000"/>
                            </p:stCondLst>
                            <p:childTnLst>
                              <p:par>
                                <p:cTn id="37" presetID="18" presetClass="entr" presetSubtype="12" fill="hold" nodeType="afterEffect">
                                  <p:stCondLst>
                                    <p:cond delay="2000"/>
                                  </p:stCondLst>
                                  <p:childTnLst>
                                    <p:set>
                                      <p:cBhvr>
                                        <p:cTn id="38" dur="1" fill="hold">
                                          <p:stCondLst>
                                            <p:cond delay="0"/>
                                          </p:stCondLst>
                                        </p:cTn>
                                        <p:tgtEl>
                                          <p:spTgt spid="7"/>
                                        </p:tgtEl>
                                        <p:attrNameLst>
                                          <p:attrName>style.visibility</p:attrName>
                                        </p:attrNameLst>
                                      </p:cBhvr>
                                      <p:to>
                                        <p:strVal val="visible"/>
                                      </p:to>
                                    </p:set>
                                    <p:animEffect transition="in" filter="strips(downLeft)">
                                      <p:cBhvr>
                                        <p:cTn id="39" dur="500"/>
                                        <p:tgtEl>
                                          <p:spTgt spid="7"/>
                                        </p:tgtEl>
                                      </p:cBhvr>
                                    </p:animEffect>
                                  </p:childTnLst>
                                </p:cTn>
                              </p:par>
                            </p:childTnLst>
                          </p:cTn>
                        </p:par>
                        <p:par>
                          <p:cTn id="40" fill="hold">
                            <p:stCondLst>
                              <p:cond delay="12500"/>
                            </p:stCondLst>
                            <p:childTnLst>
                              <p:par>
                                <p:cTn id="41" presetID="23" presetClass="entr" presetSubtype="272" fill="hold" grpId="0" nodeType="afterEffect">
                                  <p:stCondLst>
                                    <p:cond delay="2000"/>
                                  </p:stCondLst>
                                  <p:childTnLst>
                                    <p:set>
                                      <p:cBhvr>
                                        <p:cTn id="42" dur="1" fill="hold">
                                          <p:stCondLst>
                                            <p:cond delay="0"/>
                                          </p:stCondLst>
                                        </p:cTn>
                                        <p:tgtEl>
                                          <p:spTgt spid="162867"/>
                                        </p:tgtEl>
                                        <p:attrNameLst>
                                          <p:attrName>style.visibility</p:attrName>
                                        </p:attrNameLst>
                                      </p:cBhvr>
                                      <p:to>
                                        <p:strVal val="visible"/>
                                      </p:to>
                                    </p:set>
                                    <p:anim calcmode="lin" valueType="num">
                                      <p:cBhvr>
                                        <p:cTn id="43" dur="500" fill="hold"/>
                                        <p:tgtEl>
                                          <p:spTgt spid="162867"/>
                                        </p:tgtEl>
                                        <p:attrNameLst>
                                          <p:attrName>ppt_w</p:attrName>
                                        </p:attrNameLst>
                                      </p:cBhvr>
                                      <p:tavLst>
                                        <p:tav tm="0">
                                          <p:val>
                                            <p:strVal val="2/3*#ppt_w"/>
                                          </p:val>
                                        </p:tav>
                                        <p:tav tm="100000">
                                          <p:val>
                                            <p:strVal val="#ppt_w"/>
                                          </p:val>
                                        </p:tav>
                                      </p:tavLst>
                                    </p:anim>
                                    <p:anim calcmode="lin" valueType="num">
                                      <p:cBhvr>
                                        <p:cTn id="44" dur="500" fill="hold"/>
                                        <p:tgtEl>
                                          <p:spTgt spid="162867"/>
                                        </p:tgtEl>
                                        <p:attrNameLst>
                                          <p:attrName>ppt_h</p:attrName>
                                        </p:attrNameLst>
                                      </p:cBhvr>
                                      <p:tavLst>
                                        <p:tav tm="0">
                                          <p:val>
                                            <p:strVal val="2/3*#ppt_h"/>
                                          </p:val>
                                        </p:tav>
                                        <p:tav tm="100000">
                                          <p:val>
                                            <p:strVal val="#ppt_h"/>
                                          </p:val>
                                        </p:tav>
                                      </p:tavLst>
                                    </p:anim>
                                  </p:childTnLst>
                                </p:cTn>
                              </p:par>
                            </p:childTnLst>
                          </p:cTn>
                        </p:par>
                        <p:par>
                          <p:cTn id="45" fill="hold">
                            <p:stCondLst>
                              <p:cond delay="15000"/>
                            </p:stCondLst>
                            <p:childTnLst>
                              <p:par>
                                <p:cTn id="46" presetID="18" presetClass="entr" presetSubtype="6" fill="hold" nodeType="afterEffect">
                                  <p:stCondLst>
                                    <p:cond delay="2000"/>
                                  </p:stCondLst>
                                  <p:childTnLst>
                                    <p:set>
                                      <p:cBhvr>
                                        <p:cTn id="47" dur="1" fill="hold">
                                          <p:stCondLst>
                                            <p:cond delay="0"/>
                                          </p:stCondLst>
                                        </p:cTn>
                                        <p:tgtEl>
                                          <p:spTgt spid="9"/>
                                        </p:tgtEl>
                                        <p:attrNameLst>
                                          <p:attrName>style.visibility</p:attrName>
                                        </p:attrNameLst>
                                      </p:cBhvr>
                                      <p:to>
                                        <p:strVal val="visible"/>
                                      </p:to>
                                    </p:set>
                                    <p:animEffect transition="in" filter="strips(downRight)">
                                      <p:cBhvr>
                                        <p:cTn id="48" dur="500"/>
                                        <p:tgtEl>
                                          <p:spTgt spid="9"/>
                                        </p:tgtEl>
                                      </p:cBhvr>
                                    </p:animEffect>
                                  </p:childTnLst>
                                </p:cTn>
                              </p:par>
                            </p:childTnLst>
                          </p:cTn>
                        </p:par>
                        <p:par>
                          <p:cTn id="49" fill="hold">
                            <p:stCondLst>
                              <p:cond delay="17500"/>
                            </p:stCondLst>
                            <p:childTnLst>
                              <p:par>
                                <p:cTn id="50" presetID="18" presetClass="entr" presetSubtype="9" fill="hold" nodeType="afterEffect">
                                  <p:stCondLst>
                                    <p:cond delay="2000"/>
                                  </p:stCondLst>
                                  <p:childTnLst>
                                    <p:set>
                                      <p:cBhvr>
                                        <p:cTn id="51" dur="1" fill="hold">
                                          <p:stCondLst>
                                            <p:cond delay="0"/>
                                          </p:stCondLst>
                                        </p:cTn>
                                        <p:tgtEl>
                                          <p:spTgt spid="2"/>
                                        </p:tgtEl>
                                        <p:attrNameLst>
                                          <p:attrName>style.visibility</p:attrName>
                                        </p:attrNameLst>
                                      </p:cBhvr>
                                      <p:to>
                                        <p:strVal val="visible"/>
                                      </p:to>
                                    </p:set>
                                    <p:animEffect transition="in" filter="strips(upLeft)">
                                      <p:cBhvr>
                                        <p:cTn id="52" dur="500"/>
                                        <p:tgtEl>
                                          <p:spTgt spid="2"/>
                                        </p:tgtEl>
                                      </p:cBhvr>
                                    </p:animEffect>
                                  </p:childTnLst>
                                </p:cTn>
                              </p:par>
                            </p:childTnLst>
                          </p:cTn>
                        </p:par>
                        <p:par>
                          <p:cTn id="53" fill="hold">
                            <p:stCondLst>
                              <p:cond delay="20000"/>
                            </p:stCondLst>
                            <p:childTnLst>
                              <p:par>
                                <p:cTn id="54" presetID="23" presetClass="entr" presetSubtype="272" fill="hold" grpId="0" nodeType="afterEffect">
                                  <p:stCondLst>
                                    <p:cond delay="2000"/>
                                  </p:stCondLst>
                                  <p:childTnLst>
                                    <p:set>
                                      <p:cBhvr>
                                        <p:cTn id="55" dur="1" fill="hold">
                                          <p:stCondLst>
                                            <p:cond delay="0"/>
                                          </p:stCondLst>
                                        </p:cTn>
                                        <p:tgtEl>
                                          <p:spTgt spid="162855"/>
                                        </p:tgtEl>
                                        <p:attrNameLst>
                                          <p:attrName>style.visibility</p:attrName>
                                        </p:attrNameLst>
                                      </p:cBhvr>
                                      <p:to>
                                        <p:strVal val="visible"/>
                                      </p:to>
                                    </p:set>
                                    <p:anim calcmode="lin" valueType="num">
                                      <p:cBhvr>
                                        <p:cTn id="56" dur="500" fill="hold"/>
                                        <p:tgtEl>
                                          <p:spTgt spid="162855"/>
                                        </p:tgtEl>
                                        <p:attrNameLst>
                                          <p:attrName>ppt_w</p:attrName>
                                        </p:attrNameLst>
                                      </p:cBhvr>
                                      <p:tavLst>
                                        <p:tav tm="0">
                                          <p:val>
                                            <p:strVal val="2/3*#ppt_w"/>
                                          </p:val>
                                        </p:tav>
                                        <p:tav tm="100000">
                                          <p:val>
                                            <p:strVal val="#ppt_w"/>
                                          </p:val>
                                        </p:tav>
                                      </p:tavLst>
                                    </p:anim>
                                    <p:anim calcmode="lin" valueType="num">
                                      <p:cBhvr>
                                        <p:cTn id="57" dur="500" fill="hold"/>
                                        <p:tgtEl>
                                          <p:spTgt spid="162855"/>
                                        </p:tgtEl>
                                        <p:attrNameLst>
                                          <p:attrName>ppt_h</p:attrName>
                                        </p:attrNameLst>
                                      </p:cBhvr>
                                      <p:tavLst>
                                        <p:tav tm="0">
                                          <p:val>
                                            <p:strVal val="2/3*#ppt_h"/>
                                          </p:val>
                                        </p:tav>
                                        <p:tav tm="100000">
                                          <p:val>
                                            <p:strVal val="#ppt_h"/>
                                          </p:val>
                                        </p:tav>
                                      </p:tavLst>
                                    </p:anim>
                                  </p:childTnLst>
                                </p:cTn>
                              </p:par>
                            </p:childTnLst>
                          </p:cTn>
                        </p:par>
                        <p:par>
                          <p:cTn id="58" fill="hold">
                            <p:stCondLst>
                              <p:cond delay="22500"/>
                            </p:stCondLst>
                            <p:childTnLst>
                              <p:par>
                                <p:cTn id="59" presetID="18" presetClass="entr" presetSubtype="3" fill="hold" nodeType="afterEffect">
                                  <p:stCondLst>
                                    <p:cond delay="2000"/>
                                  </p:stCondLst>
                                  <p:childTnLst>
                                    <p:set>
                                      <p:cBhvr>
                                        <p:cTn id="60" dur="1" fill="hold">
                                          <p:stCondLst>
                                            <p:cond delay="0"/>
                                          </p:stCondLst>
                                        </p:cTn>
                                        <p:tgtEl>
                                          <p:spTgt spid="11"/>
                                        </p:tgtEl>
                                        <p:attrNameLst>
                                          <p:attrName>style.visibility</p:attrName>
                                        </p:attrNameLst>
                                      </p:cBhvr>
                                      <p:to>
                                        <p:strVal val="visible"/>
                                      </p:to>
                                    </p:set>
                                    <p:animEffect transition="in" filter="strips(upRight)">
                                      <p:cBhvr>
                                        <p:cTn id="61" dur="500"/>
                                        <p:tgtEl>
                                          <p:spTgt spid="11"/>
                                        </p:tgtEl>
                                      </p:cBhvr>
                                    </p:animEffect>
                                  </p:childTnLst>
                                </p:cTn>
                              </p:par>
                            </p:childTnLst>
                          </p:cTn>
                        </p:par>
                        <p:par>
                          <p:cTn id="62" fill="hold">
                            <p:stCondLst>
                              <p:cond delay="25000"/>
                            </p:stCondLst>
                            <p:childTnLst>
                              <p:par>
                                <p:cTn id="63" presetID="18" presetClass="entr" presetSubtype="12" fill="hold" nodeType="afterEffect">
                                  <p:stCondLst>
                                    <p:cond delay="2000"/>
                                  </p:stCondLst>
                                  <p:childTnLst>
                                    <p:set>
                                      <p:cBhvr>
                                        <p:cTn id="64" dur="1" fill="hold">
                                          <p:stCondLst>
                                            <p:cond delay="0"/>
                                          </p:stCondLst>
                                        </p:cTn>
                                        <p:tgtEl>
                                          <p:spTgt spid="10"/>
                                        </p:tgtEl>
                                        <p:attrNameLst>
                                          <p:attrName>style.visibility</p:attrName>
                                        </p:attrNameLst>
                                      </p:cBhvr>
                                      <p:to>
                                        <p:strVal val="visible"/>
                                      </p:to>
                                    </p:set>
                                    <p:animEffect transition="in" filter="strips(downLeft)">
                                      <p:cBhvr>
                                        <p:cTn id="65" dur="500"/>
                                        <p:tgtEl>
                                          <p:spTgt spid="10"/>
                                        </p:tgtEl>
                                      </p:cBhvr>
                                    </p:animEffect>
                                  </p:childTnLst>
                                </p:cTn>
                              </p:par>
                            </p:childTnLst>
                          </p:cTn>
                        </p:par>
                      </p:childTnLst>
                    </p:cTn>
                  </p:par>
                  <p:par>
                    <p:cTn id="66" fill="hold">
                      <p:stCondLst>
                        <p:cond delay="indefinite"/>
                      </p:stCondLst>
                      <p:childTnLst>
                        <p:par>
                          <p:cTn id="67" fill="hold">
                            <p:stCondLst>
                              <p:cond delay="0"/>
                            </p:stCondLst>
                            <p:childTnLst>
                              <p:par>
                                <p:cTn id="68" presetID="17" presetClass="entr" presetSubtype="8"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 calcmode="lin" valueType="num">
                                      <p:cBhvr>
                                        <p:cTn id="70" dur="500" fill="hold"/>
                                        <p:tgtEl>
                                          <p:spTgt spid="12"/>
                                        </p:tgtEl>
                                        <p:attrNameLst>
                                          <p:attrName>ppt_x</p:attrName>
                                        </p:attrNameLst>
                                      </p:cBhvr>
                                      <p:tavLst>
                                        <p:tav tm="0">
                                          <p:val>
                                            <p:strVal val="#ppt_x-#ppt_w/2"/>
                                          </p:val>
                                        </p:tav>
                                        <p:tav tm="100000">
                                          <p:val>
                                            <p:strVal val="#ppt_x"/>
                                          </p:val>
                                        </p:tav>
                                      </p:tavLst>
                                    </p:anim>
                                    <p:anim calcmode="lin" valueType="num">
                                      <p:cBhvr>
                                        <p:cTn id="71" dur="500" fill="hold"/>
                                        <p:tgtEl>
                                          <p:spTgt spid="12"/>
                                        </p:tgtEl>
                                        <p:attrNameLst>
                                          <p:attrName>ppt_y</p:attrName>
                                        </p:attrNameLst>
                                      </p:cBhvr>
                                      <p:tavLst>
                                        <p:tav tm="0">
                                          <p:val>
                                            <p:strVal val="#ppt_y"/>
                                          </p:val>
                                        </p:tav>
                                        <p:tav tm="100000">
                                          <p:val>
                                            <p:strVal val="#ppt_y"/>
                                          </p:val>
                                        </p:tav>
                                      </p:tavLst>
                                    </p:anim>
                                    <p:anim calcmode="lin" valueType="num">
                                      <p:cBhvr>
                                        <p:cTn id="72" dur="500" fill="hold"/>
                                        <p:tgtEl>
                                          <p:spTgt spid="12"/>
                                        </p:tgtEl>
                                        <p:attrNameLst>
                                          <p:attrName>ppt_w</p:attrName>
                                        </p:attrNameLst>
                                      </p:cBhvr>
                                      <p:tavLst>
                                        <p:tav tm="0">
                                          <p:val>
                                            <p:fltVal val="0"/>
                                          </p:val>
                                        </p:tav>
                                        <p:tav tm="100000">
                                          <p:val>
                                            <p:strVal val="#ppt_w"/>
                                          </p:val>
                                        </p:tav>
                                      </p:tavLst>
                                    </p:anim>
                                    <p:anim calcmode="lin" valueType="num">
                                      <p:cBhvr>
                                        <p:cTn id="73"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3" presetClass="entr" presetSubtype="5" fill="hold" nodeType="clickEffect">
                                  <p:stCondLst>
                                    <p:cond delay="0"/>
                                  </p:stCondLst>
                                  <p:childTnLst>
                                    <p:set>
                                      <p:cBhvr>
                                        <p:cTn id="77" dur="1" fill="hold">
                                          <p:stCondLst>
                                            <p:cond delay="0"/>
                                          </p:stCondLst>
                                        </p:cTn>
                                        <p:tgtEl>
                                          <p:spTgt spid="162833"/>
                                        </p:tgtEl>
                                        <p:attrNameLst>
                                          <p:attrName>style.visibility</p:attrName>
                                        </p:attrNameLst>
                                      </p:cBhvr>
                                      <p:to>
                                        <p:strVal val="visible"/>
                                      </p:to>
                                    </p:set>
                                    <p:animEffect transition="in" filter="blinds(vertical)">
                                      <p:cBhvr>
                                        <p:cTn id="78" dur="500"/>
                                        <p:tgtEl>
                                          <p:spTgt spid="162833"/>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37" fill="hold" nodeType="clickEffect">
                                  <p:stCondLst>
                                    <p:cond delay="0"/>
                                  </p:stCondLst>
                                  <p:childTnLst>
                                    <p:set>
                                      <p:cBhvr>
                                        <p:cTn id="82" dur="1" fill="hold">
                                          <p:stCondLst>
                                            <p:cond delay="0"/>
                                          </p:stCondLst>
                                        </p:cTn>
                                        <p:tgtEl>
                                          <p:spTgt spid="3"/>
                                        </p:tgtEl>
                                        <p:attrNameLst>
                                          <p:attrName>style.visibility</p:attrName>
                                        </p:attrNameLst>
                                      </p:cBhvr>
                                      <p:to>
                                        <p:strVal val="visible"/>
                                      </p:to>
                                    </p:set>
                                    <p:animEffect transition="in" filter="barn(outVertical)">
                                      <p:cBhvr>
                                        <p:cTn id="8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animBg="1"/>
      <p:bldP spid="162855" grpId="0" animBg="1"/>
      <p:bldP spid="162867" grpId="0" animBg="1"/>
      <p:bldP spid="16287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587375"/>
            <a:ext cx="4800600" cy="3429000"/>
            <a:chOff x="240" y="480"/>
            <a:chExt cx="3024" cy="2160"/>
          </a:xfrm>
        </p:grpSpPr>
        <p:sp>
          <p:nvSpPr>
            <p:cNvPr id="163843" name="Rectangle 3"/>
            <p:cNvSpPr>
              <a:spLocks noChangeArrowheads="1"/>
            </p:cNvSpPr>
            <p:nvPr/>
          </p:nvSpPr>
          <p:spPr bwMode="auto">
            <a:xfrm>
              <a:off x="240" y="480"/>
              <a:ext cx="3024" cy="2160"/>
            </a:xfrm>
            <a:prstGeom prst="rect">
              <a:avLst/>
            </a:prstGeom>
            <a:solidFill>
              <a:schemeClr val="bg1"/>
            </a:solidFill>
            <a:ln w="9525">
              <a:solidFill>
                <a:schemeClr val="tx2"/>
              </a:solidFill>
              <a:miter lim="800000"/>
              <a:headEnd/>
              <a:tailEnd/>
            </a:ln>
            <a:effectLst/>
          </p:spPr>
          <p:txBody>
            <a:bodyPr wrap="none" anchor="ctr"/>
            <a:lstStyle/>
            <a:p>
              <a:pPr algn="ctr">
                <a:spcBef>
                  <a:spcPct val="50000"/>
                </a:spcBef>
              </a:pPr>
              <a:endParaRPr lang="zh-CN" altLang="en-US" b="0" i="1"/>
            </a:p>
          </p:txBody>
        </p:sp>
        <p:graphicFrame>
          <p:nvGraphicFramePr>
            <p:cNvPr id="163844" name="Object 4"/>
            <p:cNvGraphicFramePr>
              <a:graphicFrameLocks noChangeAspect="1"/>
            </p:cNvGraphicFramePr>
            <p:nvPr/>
          </p:nvGraphicFramePr>
          <p:xfrm>
            <a:off x="1584" y="1728"/>
            <a:ext cx="222" cy="240"/>
          </p:xfrm>
          <a:graphic>
            <a:graphicData uri="http://schemas.openxmlformats.org/presentationml/2006/ole">
              <p:oleObj spid="_x0000_s1000463" name="公式" r:id="rId3" imgW="177480" imgH="190440" progId="Equation.3">
                <p:embed/>
              </p:oleObj>
            </a:graphicData>
          </a:graphic>
        </p:graphicFrame>
        <p:graphicFrame>
          <p:nvGraphicFramePr>
            <p:cNvPr id="163845" name="Object 5"/>
            <p:cNvGraphicFramePr>
              <a:graphicFrameLocks noChangeAspect="1"/>
            </p:cNvGraphicFramePr>
            <p:nvPr/>
          </p:nvGraphicFramePr>
          <p:xfrm>
            <a:off x="3024" y="1776"/>
            <a:ext cx="222" cy="240"/>
          </p:xfrm>
          <a:graphic>
            <a:graphicData uri="http://schemas.openxmlformats.org/presentationml/2006/ole">
              <p:oleObj spid="_x0000_s1000464" name="公式" r:id="rId4" imgW="177480" imgH="190440" progId="Equation.3">
                <p:embed/>
              </p:oleObj>
            </a:graphicData>
          </a:graphic>
        </p:graphicFrame>
        <p:sp>
          <p:nvSpPr>
            <p:cNvPr id="163846" name="AutoShape 6"/>
            <p:cNvSpPr>
              <a:spLocks noChangeArrowheads="1"/>
            </p:cNvSpPr>
            <p:nvPr/>
          </p:nvSpPr>
          <p:spPr bwMode="auto">
            <a:xfrm>
              <a:off x="432" y="2448"/>
              <a:ext cx="624" cy="144"/>
            </a:xfrm>
            <a:prstGeom prst="curvedUpArrow">
              <a:avLst>
                <a:gd name="adj1" fmla="val 59262"/>
                <a:gd name="adj2" fmla="val 125827"/>
                <a:gd name="adj3" fmla="val 53648"/>
              </a:avLst>
            </a:prstGeom>
            <a:solidFill>
              <a:srgbClr val="FF3399"/>
            </a:solidFill>
            <a:ln w="9525">
              <a:solidFill>
                <a:srgbClr val="CC00CC"/>
              </a:solidFill>
              <a:miter lim="800000"/>
              <a:headEnd/>
              <a:tailEnd/>
            </a:ln>
            <a:effectLst/>
          </p:spPr>
          <p:txBody>
            <a:bodyPr wrap="none" anchor="ctr"/>
            <a:lstStyle/>
            <a:p>
              <a:endParaRPr lang="zh-CN" altLang="en-US"/>
            </a:p>
          </p:txBody>
        </p:sp>
        <p:grpSp>
          <p:nvGrpSpPr>
            <p:cNvPr id="3" name="Group 7"/>
            <p:cNvGrpSpPr>
              <a:grpSpLocks/>
            </p:cNvGrpSpPr>
            <p:nvPr/>
          </p:nvGrpSpPr>
          <p:grpSpPr bwMode="auto">
            <a:xfrm>
              <a:off x="336" y="864"/>
              <a:ext cx="768" cy="1632"/>
              <a:chOff x="1104" y="720"/>
              <a:chExt cx="768" cy="1632"/>
            </a:xfrm>
          </p:grpSpPr>
          <p:sp>
            <p:nvSpPr>
              <p:cNvPr id="163848" name="Oval 8"/>
              <p:cNvSpPr>
                <a:spLocks noChangeArrowheads="1"/>
              </p:cNvSpPr>
              <p:nvPr/>
            </p:nvSpPr>
            <p:spPr bwMode="auto">
              <a:xfrm rot="52875">
                <a:off x="1104" y="720"/>
                <a:ext cx="768" cy="1632"/>
              </a:xfrm>
              <a:prstGeom prst="ellipse">
                <a:avLst/>
              </a:prstGeom>
              <a:noFill/>
              <a:ln w="28575">
                <a:solidFill>
                  <a:schemeClr val="tx1"/>
                </a:solidFill>
                <a:round/>
                <a:headEnd/>
                <a:tailEnd/>
              </a:ln>
              <a:effectLst/>
            </p:spPr>
            <p:txBody>
              <a:bodyPr wrap="none" anchor="ctr"/>
              <a:lstStyle/>
              <a:p>
                <a:endParaRPr lang="zh-CN" altLang="en-US"/>
              </a:p>
            </p:txBody>
          </p:sp>
          <p:sp>
            <p:nvSpPr>
              <p:cNvPr id="163849" name="Oval 9"/>
              <p:cNvSpPr>
                <a:spLocks noChangeArrowheads="1"/>
              </p:cNvSpPr>
              <p:nvPr/>
            </p:nvSpPr>
            <p:spPr bwMode="auto">
              <a:xfrm rot="52875">
                <a:off x="1104" y="720"/>
                <a:ext cx="768" cy="1632"/>
              </a:xfrm>
              <a:prstGeom prst="ellipse">
                <a:avLst/>
              </a:prstGeom>
              <a:solidFill>
                <a:schemeClr val="accent1">
                  <a:alpha val="50000"/>
                </a:schemeClr>
              </a:solidFill>
              <a:ln w="9525">
                <a:solidFill>
                  <a:schemeClr val="tx1"/>
                </a:solidFill>
                <a:round/>
                <a:headEnd/>
                <a:tailEnd/>
              </a:ln>
              <a:effectLst/>
            </p:spPr>
            <p:txBody>
              <a:bodyPr wrap="none" anchor="ctr"/>
              <a:lstStyle/>
              <a:p>
                <a:endParaRPr lang="zh-CN" altLang="en-US"/>
              </a:p>
            </p:txBody>
          </p:sp>
          <p:sp>
            <p:nvSpPr>
              <p:cNvPr id="163850" name="Oval 10"/>
              <p:cNvSpPr>
                <a:spLocks noChangeArrowheads="1"/>
              </p:cNvSpPr>
              <p:nvPr/>
            </p:nvSpPr>
            <p:spPr bwMode="auto">
              <a:xfrm rot="52875">
                <a:off x="1155" y="771"/>
                <a:ext cx="666" cy="1530"/>
              </a:xfrm>
              <a:prstGeom prst="ellipse">
                <a:avLst/>
              </a:prstGeom>
              <a:solidFill>
                <a:schemeClr val="bg1"/>
              </a:solidFill>
              <a:ln w="9525">
                <a:solidFill>
                  <a:schemeClr val="tx1"/>
                </a:solidFill>
                <a:round/>
                <a:headEnd/>
                <a:tailEnd/>
              </a:ln>
              <a:effectLst/>
            </p:spPr>
            <p:txBody>
              <a:bodyPr wrap="none" anchor="ctr"/>
              <a:lstStyle/>
              <a:p>
                <a:endParaRPr lang="zh-CN" altLang="en-US"/>
              </a:p>
            </p:txBody>
          </p:sp>
          <p:sp>
            <p:nvSpPr>
              <p:cNvPr id="163851" name="Oval 11"/>
              <p:cNvSpPr>
                <a:spLocks noChangeArrowheads="1"/>
              </p:cNvSpPr>
              <p:nvPr/>
            </p:nvSpPr>
            <p:spPr bwMode="auto">
              <a:xfrm rot="52875">
                <a:off x="1155" y="768"/>
                <a:ext cx="666" cy="1530"/>
              </a:xfrm>
              <a:prstGeom prst="ellipse">
                <a:avLst/>
              </a:prstGeom>
              <a:noFill/>
              <a:ln w="28575">
                <a:solidFill>
                  <a:schemeClr val="tx1"/>
                </a:solidFill>
                <a:round/>
                <a:headEnd/>
                <a:tailEnd/>
              </a:ln>
              <a:effectLst/>
            </p:spPr>
            <p:txBody>
              <a:bodyPr wrap="none" anchor="ctr"/>
              <a:lstStyle/>
              <a:p>
                <a:endParaRPr lang="zh-CN" altLang="en-US"/>
              </a:p>
            </p:txBody>
          </p:sp>
        </p:grpSp>
        <p:sp>
          <p:nvSpPr>
            <p:cNvPr id="163852" name="Line 12"/>
            <p:cNvSpPr>
              <a:spLocks noChangeShapeType="1"/>
            </p:cNvSpPr>
            <p:nvPr/>
          </p:nvSpPr>
          <p:spPr bwMode="auto">
            <a:xfrm flipH="1" flipV="1">
              <a:off x="720" y="864"/>
              <a:ext cx="0" cy="864"/>
            </a:xfrm>
            <a:prstGeom prst="line">
              <a:avLst/>
            </a:prstGeom>
            <a:noFill/>
            <a:ln w="28575">
              <a:solidFill>
                <a:srgbClr val="333399"/>
              </a:solidFill>
              <a:round/>
              <a:headEnd/>
              <a:tailEnd type="triangle" w="sm" len="lg"/>
            </a:ln>
            <a:effectLst/>
          </p:spPr>
          <p:txBody>
            <a:bodyPr wrap="none" anchor="ctr"/>
            <a:lstStyle/>
            <a:p>
              <a:endParaRPr lang="zh-CN" altLang="en-US"/>
            </a:p>
          </p:txBody>
        </p:sp>
        <p:graphicFrame>
          <p:nvGraphicFramePr>
            <p:cNvPr id="163853" name="Object 13"/>
            <p:cNvGraphicFramePr>
              <a:graphicFrameLocks noChangeAspect="1"/>
            </p:cNvGraphicFramePr>
            <p:nvPr/>
          </p:nvGraphicFramePr>
          <p:xfrm>
            <a:off x="468" y="1224"/>
            <a:ext cx="204" cy="216"/>
          </p:xfrm>
          <a:graphic>
            <a:graphicData uri="http://schemas.openxmlformats.org/presentationml/2006/ole">
              <p:oleObj spid="_x0000_s1000465" name="Equation" r:id="rId5" imgW="215640" imgH="228600" progId="Equation.3">
                <p:embed/>
              </p:oleObj>
            </a:graphicData>
          </a:graphic>
        </p:graphicFrame>
        <p:sp>
          <p:nvSpPr>
            <p:cNvPr id="163854" name="Line 14"/>
            <p:cNvSpPr>
              <a:spLocks noChangeShapeType="1"/>
            </p:cNvSpPr>
            <p:nvPr/>
          </p:nvSpPr>
          <p:spPr bwMode="auto">
            <a:xfrm>
              <a:off x="720" y="1728"/>
              <a:ext cx="2496" cy="0"/>
            </a:xfrm>
            <a:prstGeom prst="line">
              <a:avLst/>
            </a:prstGeom>
            <a:noFill/>
            <a:ln w="12700">
              <a:solidFill>
                <a:srgbClr val="000000"/>
              </a:solidFill>
              <a:round/>
              <a:headEnd/>
              <a:tailEnd type="triangle" w="sm" len="lg"/>
            </a:ln>
            <a:effectLst/>
          </p:spPr>
          <p:txBody>
            <a:bodyPr wrap="none" anchor="ctr"/>
            <a:lstStyle/>
            <a:p>
              <a:endParaRPr lang="zh-CN" altLang="en-US"/>
            </a:p>
          </p:txBody>
        </p:sp>
        <p:sp>
          <p:nvSpPr>
            <p:cNvPr id="163855" name="Line 15"/>
            <p:cNvSpPr>
              <a:spLocks noChangeShapeType="1"/>
            </p:cNvSpPr>
            <p:nvPr/>
          </p:nvSpPr>
          <p:spPr bwMode="auto">
            <a:xfrm>
              <a:off x="1824" y="1824"/>
              <a:ext cx="816" cy="0"/>
            </a:xfrm>
            <a:prstGeom prst="line">
              <a:avLst/>
            </a:prstGeom>
            <a:noFill/>
            <a:ln w="12700">
              <a:solidFill>
                <a:srgbClr val="333399"/>
              </a:solidFill>
              <a:round/>
              <a:headEnd/>
              <a:tailEnd type="triangle" w="sm" len="lg"/>
            </a:ln>
            <a:effectLst/>
          </p:spPr>
          <p:txBody>
            <a:bodyPr wrap="none"/>
            <a:lstStyle/>
            <a:p>
              <a:endParaRPr lang="zh-CN" altLang="en-US"/>
            </a:p>
          </p:txBody>
        </p:sp>
        <p:sp>
          <p:nvSpPr>
            <p:cNvPr id="163856" name="Line 16"/>
            <p:cNvSpPr>
              <a:spLocks noChangeShapeType="1"/>
            </p:cNvSpPr>
            <p:nvPr/>
          </p:nvSpPr>
          <p:spPr bwMode="auto">
            <a:xfrm flipH="1">
              <a:off x="720" y="1824"/>
              <a:ext cx="816" cy="0"/>
            </a:xfrm>
            <a:prstGeom prst="line">
              <a:avLst/>
            </a:prstGeom>
            <a:noFill/>
            <a:ln w="12700">
              <a:solidFill>
                <a:srgbClr val="333399"/>
              </a:solidFill>
              <a:round/>
              <a:headEnd/>
              <a:tailEnd type="triangle" w="sm" len="lg"/>
            </a:ln>
            <a:effectLst/>
          </p:spPr>
          <p:txBody>
            <a:bodyPr wrap="none"/>
            <a:lstStyle/>
            <a:p>
              <a:endParaRPr lang="zh-CN" altLang="en-US"/>
            </a:p>
          </p:txBody>
        </p:sp>
        <p:sp>
          <p:nvSpPr>
            <p:cNvPr id="163857" name="Text Box 17"/>
            <p:cNvSpPr txBox="1">
              <a:spLocks noChangeArrowheads="1"/>
            </p:cNvSpPr>
            <p:nvPr/>
          </p:nvSpPr>
          <p:spPr bwMode="auto">
            <a:xfrm>
              <a:off x="2630" y="1632"/>
              <a:ext cx="442" cy="327"/>
            </a:xfrm>
            <a:prstGeom prst="rect">
              <a:avLst/>
            </a:prstGeom>
            <a:noFill/>
            <a:ln w="9525">
              <a:noFill/>
              <a:miter lim="800000"/>
              <a:headEnd/>
              <a:tailEnd/>
            </a:ln>
            <a:effectLst/>
          </p:spPr>
          <p:txBody>
            <a:bodyPr>
              <a:spAutoFit/>
            </a:bodyPr>
            <a:lstStyle/>
            <a:p>
              <a:r>
                <a:rPr lang="en-US" altLang="zh-CN" b="0" i="1">
                  <a:solidFill>
                    <a:srgbClr val="1C1C1C"/>
                  </a:solidFill>
                </a:rPr>
                <a:t>p</a:t>
              </a:r>
            </a:p>
          </p:txBody>
        </p:sp>
        <p:sp>
          <p:nvSpPr>
            <p:cNvPr id="163858" name="Text Box 18"/>
            <p:cNvSpPr txBox="1">
              <a:spLocks noChangeArrowheads="1"/>
            </p:cNvSpPr>
            <p:nvPr/>
          </p:nvSpPr>
          <p:spPr bwMode="auto">
            <a:xfrm>
              <a:off x="2511" y="1598"/>
              <a:ext cx="369" cy="327"/>
            </a:xfrm>
            <a:prstGeom prst="rect">
              <a:avLst/>
            </a:prstGeom>
            <a:noFill/>
            <a:ln w="9525">
              <a:noFill/>
              <a:miter lim="800000"/>
              <a:headEnd/>
              <a:tailEnd/>
            </a:ln>
            <a:effectLst/>
          </p:spPr>
          <p:txBody>
            <a:bodyPr>
              <a:spAutoFit/>
            </a:bodyPr>
            <a:lstStyle/>
            <a:p>
              <a:pPr>
                <a:spcBef>
                  <a:spcPct val="50000"/>
                </a:spcBef>
              </a:pPr>
              <a:r>
                <a:rPr lang="zh-CN" altLang="en-US" b="0"/>
                <a:t>*</a:t>
              </a:r>
            </a:p>
          </p:txBody>
        </p:sp>
        <p:sp>
          <p:nvSpPr>
            <p:cNvPr id="163859" name="Line 19"/>
            <p:cNvSpPr>
              <a:spLocks noChangeShapeType="1"/>
            </p:cNvSpPr>
            <p:nvPr/>
          </p:nvSpPr>
          <p:spPr bwMode="auto">
            <a:xfrm>
              <a:off x="2640" y="1728"/>
              <a:ext cx="0" cy="192"/>
            </a:xfrm>
            <a:prstGeom prst="line">
              <a:avLst/>
            </a:prstGeom>
            <a:noFill/>
            <a:ln w="12700">
              <a:solidFill>
                <a:schemeClr val="tx1"/>
              </a:solidFill>
              <a:round/>
              <a:headEnd/>
              <a:tailEnd/>
            </a:ln>
            <a:effectLst/>
          </p:spPr>
          <p:txBody>
            <a:bodyPr wrap="none"/>
            <a:lstStyle/>
            <a:p>
              <a:endParaRPr lang="zh-CN" altLang="en-US"/>
            </a:p>
          </p:txBody>
        </p:sp>
        <p:sp>
          <p:nvSpPr>
            <p:cNvPr id="163860" name="Line 20"/>
            <p:cNvSpPr>
              <a:spLocks noChangeShapeType="1"/>
            </p:cNvSpPr>
            <p:nvPr/>
          </p:nvSpPr>
          <p:spPr bwMode="auto">
            <a:xfrm>
              <a:off x="720" y="1728"/>
              <a:ext cx="0" cy="192"/>
            </a:xfrm>
            <a:prstGeom prst="line">
              <a:avLst/>
            </a:prstGeom>
            <a:noFill/>
            <a:ln w="9525">
              <a:solidFill>
                <a:schemeClr val="tx1"/>
              </a:solidFill>
              <a:round/>
              <a:headEnd/>
              <a:tailEnd/>
            </a:ln>
            <a:effectLst/>
          </p:spPr>
          <p:txBody>
            <a:bodyPr wrap="none"/>
            <a:lstStyle/>
            <a:p>
              <a:endParaRPr lang="zh-CN" altLang="en-US"/>
            </a:p>
          </p:txBody>
        </p:sp>
      </p:grpSp>
      <p:graphicFrame>
        <p:nvGraphicFramePr>
          <p:cNvPr id="163861" name="Object 21"/>
          <p:cNvGraphicFramePr>
            <a:graphicFrameLocks noChangeAspect="1"/>
          </p:cNvGraphicFramePr>
          <p:nvPr/>
        </p:nvGraphicFramePr>
        <p:xfrm>
          <a:off x="914400" y="5141913"/>
          <a:ext cx="3733800" cy="1160462"/>
        </p:xfrm>
        <a:graphic>
          <a:graphicData uri="http://schemas.openxmlformats.org/presentationml/2006/ole">
            <p:oleObj spid="_x0000_s1000450" name="Equation" r:id="rId6" imgW="1206360" imgH="393480" progId="Equation.3">
              <p:embed/>
            </p:oleObj>
          </a:graphicData>
        </a:graphic>
      </p:graphicFrame>
      <p:graphicFrame>
        <p:nvGraphicFramePr>
          <p:cNvPr id="163862" name="Object 22"/>
          <p:cNvGraphicFramePr>
            <a:graphicFrameLocks noChangeAspect="1"/>
          </p:cNvGraphicFramePr>
          <p:nvPr/>
        </p:nvGraphicFramePr>
        <p:xfrm>
          <a:off x="5257800" y="2187575"/>
          <a:ext cx="3429000" cy="1139825"/>
        </p:xfrm>
        <a:graphic>
          <a:graphicData uri="http://schemas.openxmlformats.org/presentationml/2006/ole">
            <p:oleObj spid="_x0000_s1000451" name="Equation" r:id="rId7" imgW="1117440" imgH="393480" progId="Equation.3">
              <p:embed/>
            </p:oleObj>
          </a:graphicData>
        </a:graphic>
      </p:graphicFrame>
      <p:graphicFrame>
        <p:nvGraphicFramePr>
          <p:cNvPr id="163863" name="Object 23"/>
          <p:cNvGraphicFramePr>
            <a:graphicFrameLocks noChangeAspect="1"/>
          </p:cNvGraphicFramePr>
          <p:nvPr/>
        </p:nvGraphicFramePr>
        <p:xfrm>
          <a:off x="5853113" y="533400"/>
          <a:ext cx="2116137" cy="1555750"/>
        </p:xfrm>
        <a:graphic>
          <a:graphicData uri="http://schemas.openxmlformats.org/presentationml/2006/ole">
            <p:oleObj spid="_x0000_s1000452" name="Equation" r:id="rId8" imgW="838080" imgH="558720" progId="Equation.3">
              <p:embed/>
            </p:oleObj>
          </a:graphicData>
        </a:graphic>
      </p:graphicFrame>
      <p:graphicFrame>
        <p:nvGraphicFramePr>
          <p:cNvPr id="163864" name="Object 24"/>
          <p:cNvGraphicFramePr>
            <a:graphicFrameLocks noChangeAspect="1"/>
          </p:cNvGraphicFramePr>
          <p:nvPr/>
        </p:nvGraphicFramePr>
        <p:xfrm>
          <a:off x="5334000" y="3598863"/>
          <a:ext cx="3124200" cy="1179512"/>
        </p:xfrm>
        <a:graphic>
          <a:graphicData uri="http://schemas.openxmlformats.org/presentationml/2006/ole">
            <p:oleObj spid="_x0000_s1000453" name="Equation" r:id="rId9" imgW="1091880" imgH="393480" progId="Equation.3">
              <p:embed/>
            </p:oleObj>
          </a:graphicData>
        </a:graphic>
      </p:graphicFrame>
      <p:graphicFrame>
        <p:nvGraphicFramePr>
          <p:cNvPr id="163865" name="Object 25"/>
          <p:cNvGraphicFramePr>
            <a:graphicFrameLocks noChangeAspect="1"/>
          </p:cNvGraphicFramePr>
          <p:nvPr/>
        </p:nvGraphicFramePr>
        <p:xfrm>
          <a:off x="5334000" y="4778375"/>
          <a:ext cx="3048000" cy="1373188"/>
        </p:xfrm>
        <a:graphic>
          <a:graphicData uri="http://schemas.openxmlformats.org/presentationml/2006/ole">
            <p:oleObj spid="_x0000_s1000454" name="公式" r:id="rId10" imgW="1091880" imgH="469800" progId="Equation.3">
              <p:embed/>
            </p:oleObj>
          </a:graphicData>
        </a:graphic>
      </p:graphicFrame>
      <p:graphicFrame>
        <p:nvGraphicFramePr>
          <p:cNvPr id="163866" name="Object 26"/>
          <p:cNvGraphicFramePr>
            <a:graphicFrameLocks noChangeAspect="1"/>
          </p:cNvGraphicFramePr>
          <p:nvPr/>
        </p:nvGraphicFramePr>
        <p:xfrm>
          <a:off x="1066800" y="3992563"/>
          <a:ext cx="2667000" cy="1166812"/>
        </p:xfrm>
        <a:graphic>
          <a:graphicData uri="http://schemas.openxmlformats.org/presentationml/2006/ole">
            <p:oleObj spid="_x0000_s1000455" name="Equation" r:id="rId11" imgW="799920" imgH="393480" progId="Equation.3">
              <p:embed/>
            </p:oleObj>
          </a:graphicData>
        </a:graphic>
      </p:graphicFrame>
      <p:sp>
        <p:nvSpPr>
          <p:cNvPr id="163867" name="Rectangle 27"/>
          <p:cNvSpPr>
            <a:spLocks noChangeArrowheads="1"/>
          </p:cNvSpPr>
          <p:nvPr/>
        </p:nvSpPr>
        <p:spPr bwMode="auto">
          <a:xfrm>
            <a:off x="381000" y="663575"/>
            <a:ext cx="4800600" cy="3276600"/>
          </a:xfrm>
          <a:prstGeom prst="rect">
            <a:avLst/>
          </a:prstGeom>
          <a:noFill/>
          <a:ln w="9525">
            <a:noFill/>
            <a:miter lim="800000"/>
            <a:headEnd/>
            <a:tailEnd/>
          </a:ln>
          <a:effectLst/>
        </p:spPr>
        <p:txBody>
          <a:bodyPr wrap="none" anchor="ctr"/>
          <a:lstStyle/>
          <a:p>
            <a:endParaRPr lang="zh-CN" altLang="en-US"/>
          </a:p>
        </p:txBody>
      </p:sp>
      <p:grpSp>
        <p:nvGrpSpPr>
          <p:cNvPr id="4" name="Group 28"/>
          <p:cNvGrpSpPr>
            <a:grpSpLocks/>
          </p:cNvGrpSpPr>
          <p:nvPr/>
        </p:nvGrpSpPr>
        <p:grpSpPr bwMode="auto">
          <a:xfrm>
            <a:off x="2878138" y="2187575"/>
            <a:ext cx="550862" cy="381000"/>
            <a:chOff x="1813" y="1440"/>
            <a:chExt cx="347" cy="240"/>
          </a:xfrm>
        </p:grpSpPr>
        <p:sp>
          <p:nvSpPr>
            <p:cNvPr id="163869" name="Arc 29"/>
            <p:cNvSpPr>
              <a:spLocks/>
            </p:cNvSpPr>
            <p:nvPr/>
          </p:nvSpPr>
          <p:spPr bwMode="auto">
            <a:xfrm flipH="1">
              <a:off x="2064" y="1472"/>
              <a:ext cx="96" cy="2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type="none" w="sm" len="lg"/>
            </a:ln>
            <a:effectLst/>
          </p:spPr>
          <p:txBody>
            <a:bodyPr wrap="none" anchor="ctr"/>
            <a:lstStyle/>
            <a:p>
              <a:endParaRPr lang="zh-CN" altLang="en-US"/>
            </a:p>
          </p:txBody>
        </p:sp>
        <p:graphicFrame>
          <p:nvGraphicFramePr>
            <p:cNvPr id="163870" name="Object 30"/>
            <p:cNvGraphicFramePr>
              <a:graphicFrameLocks noChangeAspect="1"/>
            </p:cNvGraphicFramePr>
            <p:nvPr/>
          </p:nvGraphicFramePr>
          <p:xfrm>
            <a:off x="1813" y="1440"/>
            <a:ext cx="232" cy="237"/>
          </p:xfrm>
          <a:graphic>
            <a:graphicData uri="http://schemas.openxmlformats.org/presentationml/2006/ole">
              <p:oleObj spid="_x0000_s1000462" name="Equation" r:id="rId12" imgW="139680" imgH="164880" progId="Equation.3">
                <p:embed/>
              </p:oleObj>
            </a:graphicData>
          </a:graphic>
        </p:graphicFrame>
      </p:grpSp>
      <p:grpSp>
        <p:nvGrpSpPr>
          <p:cNvPr id="5" name="Group 31"/>
          <p:cNvGrpSpPr>
            <a:grpSpLocks/>
          </p:cNvGrpSpPr>
          <p:nvPr/>
        </p:nvGrpSpPr>
        <p:grpSpPr bwMode="auto">
          <a:xfrm>
            <a:off x="4173538" y="1501775"/>
            <a:ext cx="369887" cy="1066800"/>
            <a:chOff x="2629" y="1008"/>
            <a:chExt cx="233" cy="672"/>
          </a:xfrm>
        </p:grpSpPr>
        <p:sp>
          <p:nvSpPr>
            <p:cNvPr id="163872" name="Line 32"/>
            <p:cNvSpPr>
              <a:spLocks noChangeShapeType="1"/>
            </p:cNvSpPr>
            <p:nvPr/>
          </p:nvSpPr>
          <p:spPr bwMode="auto">
            <a:xfrm flipV="1">
              <a:off x="2640" y="1008"/>
              <a:ext cx="0" cy="672"/>
            </a:xfrm>
            <a:prstGeom prst="line">
              <a:avLst/>
            </a:prstGeom>
            <a:noFill/>
            <a:ln w="28575">
              <a:solidFill>
                <a:srgbClr val="0000FF"/>
              </a:solidFill>
              <a:prstDash val="dash"/>
              <a:round/>
              <a:headEnd/>
              <a:tailEnd type="none" w="sm" len="lg"/>
            </a:ln>
            <a:effectLst/>
          </p:spPr>
          <p:txBody>
            <a:bodyPr wrap="none" anchor="ctr"/>
            <a:lstStyle/>
            <a:p>
              <a:endParaRPr lang="zh-CN" altLang="en-US"/>
            </a:p>
          </p:txBody>
        </p:sp>
        <p:grpSp>
          <p:nvGrpSpPr>
            <p:cNvPr id="6" name="Group 33"/>
            <p:cNvGrpSpPr>
              <a:grpSpLocks/>
            </p:cNvGrpSpPr>
            <p:nvPr/>
          </p:nvGrpSpPr>
          <p:grpSpPr bwMode="auto">
            <a:xfrm>
              <a:off x="2629" y="1114"/>
              <a:ext cx="233" cy="374"/>
              <a:chOff x="2533" y="1114"/>
              <a:chExt cx="233" cy="374"/>
            </a:xfrm>
          </p:grpSpPr>
          <p:sp>
            <p:nvSpPr>
              <p:cNvPr id="163874" name="Arc 34"/>
              <p:cNvSpPr>
                <a:spLocks/>
              </p:cNvSpPr>
              <p:nvPr/>
            </p:nvSpPr>
            <p:spPr bwMode="auto">
              <a:xfrm rot="5400000" flipH="1">
                <a:off x="2587" y="1349"/>
                <a:ext cx="96" cy="181"/>
              </a:xfrm>
              <a:custGeom>
                <a:avLst/>
                <a:gdLst>
                  <a:gd name="G0" fmla="+- 0 0 0"/>
                  <a:gd name="G1" fmla="+- 16294 0 0"/>
                  <a:gd name="G2" fmla="+- 21600 0 0"/>
                  <a:gd name="T0" fmla="*/ 14180 w 21600"/>
                  <a:gd name="T1" fmla="*/ 0 h 16294"/>
                  <a:gd name="T2" fmla="*/ 21600 w 21600"/>
                  <a:gd name="T3" fmla="*/ 16294 h 16294"/>
                  <a:gd name="T4" fmla="*/ 0 w 21600"/>
                  <a:gd name="T5" fmla="*/ 16294 h 16294"/>
                </a:gdLst>
                <a:ahLst/>
                <a:cxnLst>
                  <a:cxn ang="0">
                    <a:pos x="T0" y="T1"/>
                  </a:cxn>
                  <a:cxn ang="0">
                    <a:pos x="T2" y="T3"/>
                  </a:cxn>
                  <a:cxn ang="0">
                    <a:pos x="T4" y="T5"/>
                  </a:cxn>
                </a:cxnLst>
                <a:rect l="0" t="0" r="r" b="b"/>
                <a:pathLst>
                  <a:path w="21600" h="16294" fill="none" extrusionOk="0">
                    <a:moveTo>
                      <a:pt x="14179" y="0"/>
                    </a:moveTo>
                    <a:cubicBezTo>
                      <a:pt x="18893" y="4102"/>
                      <a:pt x="21600" y="10045"/>
                      <a:pt x="21600" y="16294"/>
                    </a:cubicBezTo>
                  </a:path>
                  <a:path w="21600" h="16294" stroke="0" extrusionOk="0">
                    <a:moveTo>
                      <a:pt x="14179" y="0"/>
                    </a:moveTo>
                    <a:cubicBezTo>
                      <a:pt x="18893" y="4102"/>
                      <a:pt x="21600" y="10045"/>
                      <a:pt x="21600" y="16294"/>
                    </a:cubicBezTo>
                    <a:lnTo>
                      <a:pt x="0" y="16294"/>
                    </a:lnTo>
                    <a:close/>
                  </a:path>
                </a:pathLst>
              </a:custGeom>
              <a:noFill/>
              <a:ln w="28575">
                <a:solidFill>
                  <a:srgbClr val="00CC00"/>
                </a:solidFill>
                <a:round/>
                <a:headEnd/>
                <a:tailEnd type="none" w="sm" len="lg"/>
              </a:ln>
              <a:effectLst/>
            </p:spPr>
            <p:txBody>
              <a:bodyPr wrap="none" anchor="ctr"/>
              <a:lstStyle/>
              <a:p>
                <a:endParaRPr lang="zh-CN" altLang="en-US"/>
              </a:p>
            </p:txBody>
          </p:sp>
          <p:graphicFrame>
            <p:nvGraphicFramePr>
              <p:cNvPr id="163875" name="Object 35"/>
              <p:cNvGraphicFramePr>
                <a:graphicFrameLocks noChangeAspect="1"/>
              </p:cNvGraphicFramePr>
              <p:nvPr/>
            </p:nvGraphicFramePr>
            <p:xfrm>
              <a:off x="2533" y="1114"/>
              <a:ext cx="233" cy="275"/>
            </p:xfrm>
            <a:graphic>
              <a:graphicData uri="http://schemas.openxmlformats.org/presentationml/2006/ole">
                <p:oleObj spid="_x0000_s1000461" name="Equation" r:id="rId13" imgW="139680" imgH="164880" progId="Equation.3">
                  <p:embed/>
                </p:oleObj>
              </a:graphicData>
            </a:graphic>
          </p:graphicFrame>
        </p:grpSp>
      </p:grpSp>
      <p:grpSp>
        <p:nvGrpSpPr>
          <p:cNvPr id="7" name="Group 36"/>
          <p:cNvGrpSpPr>
            <a:grpSpLocks/>
          </p:cNvGrpSpPr>
          <p:nvPr/>
        </p:nvGrpSpPr>
        <p:grpSpPr bwMode="auto">
          <a:xfrm>
            <a:off x="4343400" y="2187575"/>
            <a:ext cx="533400" cy="381000"/>
            <a:chOff x="2736" y="1440"/>
            <a:chExt cx="336" cy="240"/>
          </a:xfrm>
        </p:grpSpPr>
        <p:sp>
          <p:nvSpPr>
            <p:cNvPr id="163877" name="Arc 37"/>
            <p:cNvSpPr>
              <a:spLocks/>
            </p:cNvSpPr>
            <p:nvPr/>
          </p:nvSpPr>
          <p:spPr bwMode="auto">
            <a:xfrm>
              <a:off x="2736" y="1536"/>
              <a:ext cx="96"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a:effectLst/>
          </p:spPr>
          <p:txBody>
            <a:bodyPr wrap="none" anchor="ctr"/>
            <a:lstStyle/>
            <a:p>
              <a:endParaRPr lang="zh-CN" altLang="en-US"/>
            </a:p>
          </p:txBody>
        </p:sp>
        <p:graphicFrame>
          <p:nvGraphicFramePr>
            <p:cNvPr id="163878" name="Object 38"/>
            <p:cNvGraphicFramePr>
              <a:graphicFrameLocks noChangeAspect="1"/>
            </p:cNvGraphicFramePr>
            <p:nvPr/>
          </p:nvGraphicFramePr>
          <p:xfrm>
            <a:off x="2840" y="1440"/>
            <a:ext cx="232" cy="200"/>
          </p:xfrm>
          <a:graphic>
            <a:graphicData uri="http://schemas.openxmlformats.org/presentationml/2006/ole">
              <p:oleObj spid="_x0000_s1000460" name="Equation" r:id="rId14" imgW="139680" imgH="139680" progId="Equation.3">
                <p:embed/>
              </p:oleObj>
            </a:graphicData>
          </a:graphic>
        </p:graphicFrame>
      </p:grpSp>
      <p:grpSp>
        <p:nvGrpSpPr>
          <p:cNvPr id="8" name="Group 39"/>
          <p:cNvGrpSpPr>
            <a:grpSpLocks/>
          </p:cNvGrpSpPr>
          <p:nvPr/>
        </p:nvGrpSpPr>
        <p:grpSpPr bwMode="auto">
          <a:xfrm>
            <a:off x="3829050" y="2187575"/>
            <a:ext cx="495300" cy="228600"/>
            <a:chOff x="2412" y="1488"/>
            <a:chExt cx="312" cy="144"/>
          </a:xfrm>
        </p:grpSpPr>
        <p:sp>
          <p:nvSpPr>
            <p:cNvPr id="163880" name="Freeform 40"/>
            <p:cNvSpPr>
              <a:spLocks/>
            </p:cNvSpPr>
            <p:nvPr/>
          </p:nvSpPr>
          <p:spPr bwMode="auto">
            <a:xfrm>
              <a:off x="2412" y="1488"/>
              <a:ext cx="84" cy="144"/>
            </a:xfrm>
            <a:custGeom>
              <a:avLst/>
              <a:gdLst/>
              <a:ahLst/>
              <a:cxnLst>
                <a:cxn ang="0">
                  <a:pos x="0" y="144"/>
                </a:cxn>
                <a:cxn ang="0">
                  <a:pos x="84" y="0"/>
                </a:cxn>
              </a:cxnLst>
              <a:rect l="0" t="0" r="r" b="b"/>
              <a:pathLst>
                <a:path w="84" h="144">
                  <a:moveTo>
                    <a:pt x="0" y="144"/>
                  </a:moveTo>
                  <a:lnTo>
                    <a:pt x="84" y="0"/>
                  </a:lnTo>
                </a:path>
              </a:pathLst>
            </a:custGeom>
            <a:noFill/>
            <a:ln w="19050">
              <a:solidFill>
                <a:schemeClr val="tx1"/>
              </a:solidFill>
              <a:round/>
              <a:headEnd/>
              <a:tailEnd/>
            </a:ln>
            <a:effectLst/>
          </p:spPr>
          <p:txBody>
            <a:bodyPr wrap="none"/>
            <a:lstStyle/>
            <a:p>
              <a:endParaRPr lang="zh-CN" altLang="en-US"/>
            </a:p>
          </p:txBody>
        </p:sp>
        <p:sp>
          <p:nvSpPr>
            <p:cNvPr id="163881" name="Freeform 41"/>
            <p:cNvSpPr>
              <a:spLocks/>
            </p:cNvSpPr>
            <p:nvPr/>
          </p:nvSpPr>
          <p:spPr bwMode="auto">
            <a:xfrm>
              <a:off x="2496" y="1488"/>
              <a:ext cx="228" cy="112"/>
            </a:xfrm>
            <a:custGeom>
              <a:avLst/>
              <a:gdLst/>
              <a:ahLst/>
              <a:cxnLst>
                <a:cxn ang="0">
                  <a:pos x="0" y="0"/>
                </a:cxn>
                <a:cxn ang="0">
                  <a:pos x="228" y="112"/>
                </a:cxn>
              </a:cxnLst>
              <a:rect l="0" t="0" r="r" b="b"/>
              <a:pathLst>
                <a:path w="228" h="112">
                  <a:moveTo>
                    <a:pt x="0" y="0"/>
                  </a:moveTo>
                  <a:lnTo>
                    <a:pt x="228" y="112"/>
                  </a:lnTo>
                </a:path>
              </a:pathLst>
            </a:custGeom>
            <a:noFill/>
            <a:ln w="19050">
              <a:solidFill>
                <a:schemeClr val="tx1"/>
              </a:solidFill>
              <a:round/>
              <a:headEnd/>
              <a:tailEnd/>
            </a:ln>
            <a:effectLst/>
          </p:spPr>
          <p:txBody>
            <a:bodyPr wrap="none"/>
            <a:lstStyle/>
            <a:p>
              <a:endParaRPr lang="zh-CN" altLang="en-US"/>
            </a:p>
          </p:txBody>
        </p:sp>
      </p:grpSp>
      <p:graphicFrame>
        <p:nvGraphicFramePr>
          <p:cNvPr id="163882" name="Object 42"/>
          <p:cNvGraphicFramePr>
            <a:graphicFrameLocks noChangeAspect="1"/>
          </p:cNvGraphicFramePr>
          <p:nvPr/>
        </p:nvGraphicFramePr>
        <p:xfrm>
          <a:off x="785813" y="2473325"/>
          <a:ext cx="280987" cy="323850"/>
        </p:xfrm>
        <a:graphic>
          <a:graphicData uri="http://schemas.openxmlformats.org/presentationml/2006/ole">
            <p:oleObj spid="_x0000_s1000456" name="Equation" r:id="rId15" imgW="164880" imgH="190440" progId="Equation.3">
              <p:embed/>
            </p:oleObj>
          </a:graphicData>
        </a:graphic>
      </p:graphicFrame>
      <p:grpSp>
        <p:nvGrpSpPr>
          <p:cNvPr id="9" name="Group 43"/>
          <p:cNvGrpSpPr>
            <a:grpSpLocks/>
          </p:cNvGrpSpPr>
          <p:nvPr/>
        </p:nvGrpSpPr>
        <p:grpSpPr bwMode="auto">
          <a:xfrm>
            <a:off x="1143000" y="1273175"/>
            <a:ext cx="3962400" cy="1295400"/>
            <a:chOff x="720" y="864"/>
            <a:chExt cx="2496" cy="816"/>
          </a:xfrm>
        </p:grpSpPr>
        <p:graphicFrame>
          <p:nvGraphicFramePr>
            <p:cNvPr id="163884" name="Object 44"/>
            <p:cNvGraphicFramePr>
              <a:graphicFrameLocks noChangeAspect="1"/>
            </p:cNvGraphicFramePr>
            <p:nvPr/>
          </p:nvGraphicFramePr>
          <p:xfrm>
            <a:off x="2880" y="864"/>
            <a:ext cx="336" cy="285"/>
          </p:xfrm>
          <a:graphic>
            <a:graphicData uri="http://schemas.openxmlformats.org/presentationml/2006/ole">
              <p:oleObj spid="_x0000_s1000458" name="Equation" r:id="rId16" imgW="330120" imgH="279360" progId="Equation.3">
                <p:embed/>
              </p:oleObj>
            </a:graphicData>
          </a:graphic>
        </p:graphicFrame>
        <p:graphicFrame>
          <p:nvGraphicFramePr>
            <p:cNvPr id="163885" name="Object 45"/>
            <p:cNvGraphicFramePr>
              <a:graphicFrameLocks noChangeAspect="1"/>
            </p:cNvGraphicFramePr>
            <p:nvPr/>
          </p:nvGraphicFramePr>
          <p:xfrm>
            <a:off x="1728" y="1056"/>
            <a:ext cx="258" cy="288"/>
          </p:xfrm>
          <a:graphic>
            <a:graphicData uri="http://schemas.openxmlformats.org/presentationml/2006/ole">
              <p:oleObj spid="_x0000_s1000459" name="公式" r:id="rId17" imgW="114120" imgH="126720" progId="Equation.3">
                <p:embed/>
              </p:oleObj>
            </a:graphicData>
          </a:graphic>
        </p:graphicFrame>
        <p:grpSp>
          <p:nvGrpSpPr>
            <p:cNvPr id="10" name="Group 46"/>
            <p:cNvGrpSpPr>
              <a:grpSpLocks/>
            </p:cNvGrpSpPr>
            <p:nvPr/>
          </p:nvGrpSpPr>
          <p:grpSpPr bwMode="auto">
            <a:xfrm>
              <a:off x="720" y="864"/>
              <a:ext cx="2256" cy="816"/>
              <a:chOff x="720" y="864"/>
              <a:chExt cx="2256" cy="816"/>
            </a:xfrm>
          </p:grpSpPr>
          <p:sp>
            <p:nvSpPr>
              <p:cNvPr id="163887" name="Line 47"/>
              <p:cNvSpPr>
                <a:spLocks noChangeShapeType="1"/>
              </p:cNvSpPr>
              <p:nvPr/>
            </p:nvSpPr>
            <p:spPr bwMode="auto">
              <a:xfrm flipV="1">
                <a:off x="2640" y="1152"/>
                <a:ext cx="336" cy="528"/>
              </a:xfrm>
              <a:prstGeom prst="line">
                <a:avLst/>
              </a:prstGeom>
              <a:noFill/>
              <a:ln w="38100">
                <a:solidFill>
                  <a:srgbClr val="CC00CC"/>
                </a:solidFill>
                <a:round/>
                <a:headEnd/>
                <a:tailEnd type="triangle" w="sm" len="lg"/>
              </a:ln>
              <a:effectLst/>
            </p:spPr>
            <p:txBody>
              <a:bodyPr wrap="none" anchor="ctr"/>
              <a:lstStyle/>
              <a:p>
                <a:endParaRPr lang="zh-CN" altLang="en-US"/>
              </a:p>
            </p:txBody>
          </p:sp>
          <p:sp>
            <p:nvSpPr>
              <p:cNvPr id="163888" name="Line 48"/>
              <p:cNvSpPr>
                <a:spLocks noChangeShapeType="1"/>
              </p:cNvSpPr>
              <p:nvPr/>
            </p:nvSpPr>
            <p:spPr bwMode="auto">
              <a:xfrm>
                <a:off x="720" y="864"/>
                <a:ext cx="1920" cy="816"/>
              </a:xfrm>
              <a:prstGeom prst="line">
                <a:avLst/>
              </a:prstGeom>
              <a:noFill/>
              <a:ln w="28575">
                <a:solidFill>
                  <a:srgbClr val="6600FF"/>
                </a:solidFill>
                <a:round/>
                <a:headEnd/>
                <a:tailEnd type="triangle" w="sm" len="lg"/>
              </a:ln>
              <a:effectLst/>
            </p:spPr>
            <p:txBody>
              <a:bodyPr wrap="none" anchor="ctr"/>
              <a:lstStyle/>
              <a:p>
                <a:endParaRPr lang="zh-CN" altLang="en-US"/>
              </a:p>
            </p:txBody>
          </p:sp>
        </p:grpSp>
      </p:grpSp>
      <p:grpSp>
        <p:nvGrpSpPr>
          <p:cNvPr id="11" name="Group 49"/>
          <p:cNvGrpSpPr>
            <a:grpSpLocks/>
          </p:cNvGrpSpPr>
          <p:nvPr/>
        </p:nvGrpSpPr>
        <p:grpSpPr bwMode="auto">
          <a:xfrm>
            <a:off x="990600" y="663575"/>
            <a:ext cx="609600" cy="655638"/>
            <a:chOff x="624" y="480"/>
            <a:chExt cx="384" cy="413"/>
          </a:xfrm>
        </p:grpSpPr>
        <p:graphicFrame>
          <p:nvGraphicFramePr>
            <p:cNvPr id="163890" name="Object 50"/>
            <p:cNvGraphicFramePr>
              <a:graphicFrameLocks noChangeAspect="1"/>
            </p:cNvGraphicFramePr>
            <p:nvPr/>
          </p:nvGraphicFramePr>
          <p:xfrm>
            <a:off x="624" y="480"/>
            <a:ext cx="384" cy="283"/>
          </p:xfrm>
          <a:graphic>
            <a:graphicData uri="http://schemas.openxmlformats.org/presentationml/2006/ole">
              <p:oleObj spid="_x0000_s1000457" name="Equation" r:id="rId18" imgW="393480" imgH="291960" progId="Equation.3">
                <p:embed/>
              </p:oleObj>
            </a:graphicData>
          </a:graphic>
        </p:graphicFrame>
        <p:sp>
          <p:nvSpPr>
            <p:cNvPr id="163891" name="AutoShape 51"/>
            <p:cNvSpPr>
              <a:spLocks noChangeArrowheads="1"/>
            </p:cNvSpPr>
            <p:nvPr/>
          </p:nvSpPr>
          <p:spPr bwMode="auto">
            <a:xfrm>
              <a:off x="648" y="797"/>
              <a:ext cx="192" cy="96"/>
            </a:xfrm>
            <a:prstGeom prst="rightArrow">
              <a:avLst>
                <a:gd name="adj1" fmla="val 52056"/>
                <a:gd name="adj2" fmla="val 66667"/>
              </a:avLst>
            </a:prstGeom>
            <a:solidFill>
              <a:schemeClr val="folHlink"/>
            </a:solidFill>
            <a:ln w="28575">
              <a:solidFill>
                <a:srgbClr val="FF5050"/>
              </a:solidFill>
              <a:miter lim="800000"/>
              <a:headEnd/>
              <a:tailEn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866"/>
                                        </p:tgtEl>
                                        <p:attrNameLst>
                                          <p:attrName>style.visibility</p:attrName>
                                        </p:attrNameLst>
                                      </p:cBhvr>
                                      <p:to>
                                        <p:strVal val="visible"/>
                                      </p:to>
                                    </p:set>
                                    <p:animEffect transition="in" filter="blinds(horizontal)">
                                      <p:cBhvr>
                                        <p:cTn id="12" dur="500"/>
                                        <p:tgtEl>
                                          <p:spTgt spid="163866"/>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27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strVal val="2/3*#ppt_w"/>
                                          </p:val>
                                        </p:tav>
                                        <p:tav tm="100000">
                                          <p:val>
                                            <p:strVal val="#ppt_w"/>
                                          </p:val>
                                        </p:tav>
                                      </p:tavLst>
                                    </p:anim>
                                    <p:anim calcmode="lin" valueType="num">
                                      <p:cBhvr>
                                        <p:cTn id="18"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slide(fromBottom)">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272"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strVal val="2/3*#ppt_w"/>
                                          </p:val>
                                        </p:tav>
                                        <p:tav tm="100000">
                                          <p:val>
                                            <p:strVal val="#ppt_w"/>
                                          </p:val>
                                        </p:tav>
                                      </p:tavLst>
                                    </p:anim>
                                    <p:anim calcmode="lin" valueType="num">
                                      <p:cBhvr>
                                        <p:cTn id="29" dur="500" fill="hold"/>
                                        <p:tgtEl>
                                          <p:spTgt spid="5"/>
                                        </p:tgtEl>
                                        <p:attrNameLst>
                                          <p:attrName>ppt_h</p:attrName>
                                        </p:attrNameLst>
                                      </p:cBhvr>
                                      <p:tavLst>
                                        <p:tav tm="0">
                                          <p:val>
                                            <p:strVal val="2/3*#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500" fill="hold"/>
                                        <p:tgtEl>
                                          <p:spTgt spid="7"/>
                                        </p:tgtEl>
                                        <p:attrNameLst>
                                          <p:attrName>ppt_w</p:attrName>
                                        </p:attrNameLst>
                                      </p:cBhvr>
                                      <p:tavLst>
                                        <p:tav tm="0">
                                          <p:val>
                                            <p:fltVal val="0"/>
                                          </p:val>
                                        </p:tav>
                                        <p:tav tm="100000">
                                          <p:val>
                                            <p:strVal val="#ppt_w"/>
                                          </p:val>
                                        </p:tav>
                                      </p:tavLst>
                                    </p:anim>
                                    <p:anim calcmode="lin" valueType="num">
                                      <p:cBhvr>
                                        <p:cTn id="35"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5" fill="hold" nodeType="clickEffect">
                                  <p:stCondLst>
                                    <p:cond delay="0"/>
                                  </p:stCondLst>
                                  <p:childTnLst>
                                    <p:set>
                                      <p:cBhvr>
                                        <p:cTn id="39" dur="1" fill="hold">
                                          <p:stCondLst>
                                            <p:cond delay="0"/>
                                          </p:stCondLst>
                                        </p:cTn>
                                        <p:tgtEl>
                                          <p:spTgt spid="163861"/>
                                        </p:tgtEl>
                                        <p:attrNameLst>
                                          <p:attrName>style.visibility</p:attrName>
                                        </p:attrNameLst>
                                      </p:cBhvr>
                                      <p:to>
                                        <p:strVal val="visible"/>
                                      </p:to>
                                    </p:set>
                                    <p:animEffect transition="in" filter="blinds(vertical)">
                                      <p:cBhvr>
                                        <p:cTn id="40" dur="500"/>
                                        <p:tgtEl>
                                          <p:spTgt spid="16386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5" fill="hold" nodeType="clickEffect">
                                  <p:stCondLst>
                                    <p:cond delay="0"/>
                                  </p:stCondLst>
                                  <p:childTnLst>
                                    <p:set>
                                      <p:cBhvr>
                                        <p:cTn id="44" dur="1" fill="hold">
                                          <p:stCondLst>
                                            <p:cond delay="0"/>
                                          </p:stCondLst>
                                        </p:cTn>
                                        <p:tgtEl>
                                          <p:spTgt spid="163863"/>
                                        </p:tgtEl>
                                        <p:attrNameLst>
                                          <p:attrName>style.visibility</p:attrName>
                                        </p:attrNameLst>
                                      </p:cBhvr>
                                      <p:to>
                                        <p:strVal val="visible"/>
                                      </p:to>
                                    </p:set>
                                    <p:animEffect transition="in" filter="blinds(vertical)">
                                      <p:cBhvr>
                                        <p:cTn id="45" dur="500"/>
                                        <p:tgtEl>
                                          <p:spTgt spid="16386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5" fill="hold" nodeType="clickEffect">
                                  <p:stCondLst>
                                    <p:cond delay="0"/>
                                  </p:stCondLst>
                                  <p:childTnLst>
                                    <p:set>
                                      <p:cBhvr>
                                        <p:cTn id="49" dur="1" fill="hold">
                                          <p:stCondLst>
                                            <p:cond delay="0"/>
                                          </p:stCondLst>
                                        </p:cTn>
                                        <p:tgtEl>
                                          <p:spTgt spid="163862"/>
                                        </p:tgtEl>
                                        <p:attrNameLst>
                                          <p:attrName>style.visibility</p:attrName>
                                        </p:attrNameLst>
                                      </p:cBhvr>
                                      <p:to>
                                        <p:strVal val="visible"/>
                                      </p:to>
                                    </p:set>
                                    <p:animEffect transition="in" filter="blinds(vertical)">
                                      <p:cBhvr>
                                        <p:cTn id="50" dur="500"/>
                                        <p:tgtEl>
                                          <p:spTgt spid="163862"/>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5" fill="hold" nodeType="clickEffect">
                                  <p:stCondLst>
                                    <p:cond delay="0"/>
                                  </p:stCondLst>
                                  <p:childTnLst>
                                    <p:set>
                                      <p:cBhvr>
                                        <p:cTn id="54" dur="1" fill="hold">
                                          <p:stCondLst>
                                            <p:cond delay="0"/>
                                          </p:stCondLst>
                                        </p:cTn>
                                        <p:tgtEl>
                                          <p:spTgt spid="163864"/>
                                        </p:tgtEl>
                                        <p:attrNameLst>
                                          <p:attrName>style.visibility</p:attrName>
                                        </p:attrNameLst>
                                      </p:cBhvr>
                                      <p:to>
                                        <p:strVal val="visible"/>
                                      </p:to>
                                    </p:set>
                                    <p:animEffect transition="in" filter="blinds(vertical)">
                                      <p:cBhvr>
                                        <p:cTn id="55" dur="500"/>
                                        <p:tgtEl>
                                          <p:spTgt spid="163864"/>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63865"/>
                                        </p:tgtEl>
                                        <p:attrNameLst>
                                          <p:attrName>style.visibility</p:attrName>
                                        </p:attrNameLst>
                                      </p:cBhvr>
                                      <p:to>
                                        <p:strVal val="visible"/>
                                      </p:to>
                                    </p:set>
                                    <p:animEffect transition="in" filter="blinds(horizontal)">
                                      <p:cBhvr>
                                        <p:cTn id="60" dur="500"/>
                                        <p:tgtEl>
                                          <p:spTgt spid="163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866" name="Object 2"/>
          <p:cNvGraphicFramePr>
            <a:graphicFrameLocks noChangeAspect="1"/>
          </p:cNvGraphicFramePr>
          <p:nvPr/>
        </p:nvGraphicFramePr>
        <p:xfrm>
          <a:off x="5257800" y="381000"/>
          <a:ext cx="3048000" cy="1400175"/>
        </p:xfrm>
        <a:graphic>
          <a:graphicData uri="http://schemas.openxmlformats.org/presentationml/2006/ole">
            <p:oleObj spid="_x0000_s1001474" name="公式" r:id="rId3" imgW="1091880" imgH="469800" progId="Equation.3">
              <p:embed/>
            </p:oleObj>
          </a:graphicData>
        </a:graphic>
      </p:graphicFrame>
      <p:grpSp>
        <p:nvGrpSpPr>
          <p:cNvPr id="2" name="Group 3"/>
          <p:cNvGrpSpPr>
            <a:grpSpLocks/>
          </p:cNvGrpSpPr>
          <p:nvPr/>
        </p:nvGrpSpPr>
        <p:grpSpPr bwMode="auto">
          <a:xfrm>
            <a:off x="1143000" y="3962400"/>
            <a:ext cx="4724400" cy="1136650"/>
            <a:chOff x="720" y="2711"/>
            <a:chExt cx="2928" cy="693"/>
          </a:xfrm>
        </p:grpSpPr>
        <p:graphicFrame>
          <p:nvGraphicFramePr>
            <p:cNvPr id="164868" name="Object 4"/>
            <p:cNvGraphicFramePr>
              <a:graphicFrameLocks noChangeAspect="1"/>
            </p:cNvGraphicFramePr>
            <p:nvPr/>
          </p:nvGraphicFramePr>
          <p:xfrm>
            <a:off x="2097" y="2711"/>
            <a:ext cx="1551" cy="693"/>
          </p:xfrm>
          <a:graphic>
            <a:graphicData uri="http://schemas.openxmlformats.org/presentationml/2006/ole">
              <p:oleObj spid="_x0000_s1001489" name="公式" r:id="rId4" imgW="545760" imgH="393480" progId="Equation.3">
                <p:embed/>
              </p:oleObj>
            </a:graphicData>
          </a:graphic>
        </p:graphicFrame>
        <p:grpSp>
          <p:nvGrpSpPr>
            <p:cNvPr id="3" name="Group 5"/>
            <p:cNvGrpSpPr>
              <a:grpSpLocks/>
            </p:cNvGrpSpPr>
            <p:nvPr/>
          </p:nvGrpSpPr>
          <p:grpSpPr bwMode="auto">
            <a:xfrm>
              <a:off x="720" y="2937"/>
              <a:ext cx="1104" cy="317"/>
              <a:chOff x="720" y="2937"/>
              <a:chExt cx="1104" cy="317"/>
            </a:xfrm>
          </p:grpSpPr>
          <p:sp>
            <p:nvSpPr>
              <p:cNvPr id="164870" name="Text Box 6"/>
              <p:cNvSpPr txBox="1">
                <a:spLocks noChangeArrowheads="1"/>
              </p:cNvSpPr>
              <p:nvPr/>
            </p:nvSpPr>
            <p:spPr bwMode="auto">
              <a:xfrm>
                <a:off x="720" y="2937"/>
                <a:ext cx="816" cy="317"/>
              </a:xfrm>
              <a:prstGeom prst="rect">
                <a:avLst/>
              </a:prstGeom>
              <a:noFill/>
              <a:ln w="9525">
                <a:noFill/>
                <a:miter lim="800000"/>
                <a:headEnd/>
                <a:tailEnd/>
              </a:ln>
              <a:effectLst/>
            </p:spPr>
            <p:txBody>
              <a:bodyPr>
                <a:spAutoFit/>
              </a:bodyPr>
              <a:lstStyle/>
              <a:p>
                <a:pPr>
                  <a:spcBef>
                    <a:spcPct val="50000"/>
                  </a:spcBef>
                </a:pPr>
                <a:r>
                  <a:rPr lang="zh-CN" altLang="en-US" sz="2800">
                    <a:solidFill>
                      <a:srgbClr val="010000"/>
                    </a:solidFill>
                  </a:rPr>
                  <a:t> </a:t>
                </a:r>
                <a:r>
                  <a:rPr lang="zh-CN" altLang="en-US" sz="2800">
                    <a:solidFill>
                      <a:srgbClr val="CC0000"/>
                    </a:solidFill>
                  </a:rPr>
                  <a:t>3</a:t>
                </a:r>
                <a:r>
                  <a:rPr lang="zh-CN" altLang="en-US" sz="2800">
                    <a:solidFill>
                      <a:srgbClr val="010000"/>
                    </a:solidFill>
                  </a:rPr>
                  <a:t>）</a:t>
                </a:r>
                <a:endParaRPr lang="en-US" altLang="zh-CN" sz="2800">
                  <a:solidFill>
                    <a:srgbClr val="010000"/>
                  </a:solidFill>
                </a:endParaRPr>
              </a:p>
            </p:txBody>
          </p:sp>
          <p:graphicFrame>
            <p:nvGraphicFramePr>
              <p:cNvPr id="164871" name="Object 7"/>
              <p:cNvGraphicFramePr>
                <a:graphicFrameLocks noChangeAspect="1"/>
              </p:cNvGraphicFramePr>
              <p:nvPr/>
            </p:nvGraphicFramePr>
            <p:xfrm>
              <a:off x="1104" y="2942"/>
              <a:ext cx="720" cy="274"/>
            </p:xfrm>
            <a:graphic>
              <a:graphicData uri="http://schemas.openxmlformats.org/presentationml/2006/ole">
                <p:oleObj spid="_x0000_s1001490" name="Equation" r:id="rId5" imgW="545760" imgH="241200" progId="Equation.3">
                  <p:embed/>
                </p:oleObj>
              </a:graphicData>
            </a:graphic>
          </p:graphicFrame>
        </p:grpSp>
      </p:grpSp>
      <p:graphicFrame>
        <p:nvGraphicFramePr>
          <p:cNvPr id="164872" name="Object 8"/>
          <p:cNvGraphicFramePr>
            <a:graphicFrameLocks noChangeAspect="1"/>
          </p:cNvGraphicFramePr>
          <p:nvPr/>
        </p:nvGraphicFramePr>
        <p:xfrm>
          <a:off x="3352800" y="5105400"/>
          <a:ext cx="4953000" cy="1212850"/>
        </p:xfrm>
        <a:graphic>
          <a:graphicData uri="http://schemas.openxmlformats.org/presentationml/2006/ole">
            <p:oleObj spid="_x0000_s1001475" name="Equation" r:id="rId6" imgW="1600200" imgH="419040" progId="Equation.3">
              <p:embed/>
            </p:oleObj>
          </a:graphicData>
        </a:graphic>
      </p:graphicFrame>
      <p:grpSp>
        <p:nvGrpSpPr>
          <p:cNvPr id="4" name="Group 9"/>
          <p:cNvGrpSpPr>
            <a:grpSpLocks/>
          </p:cNvGrpSpPr>
          <p:nvPr/>
        </p:nvGrpSpPr>
        <p:grpSpPr bwMode="auto">
          <a:xfrm>
            <a:off x="1219200" y="5416550"/>
            <a:ext cx="1676400" cy="527050"/>
            <a:chOff x="912" y="3556"/>
            <a:chExt cx="1056" cy="332"/>
          </a:xfrm>
        </p:grpSpPr>
        <p:sp>
          <p:nvSpPr>
            <p:cNvPr id="164874" name="Text Box 10"/>
            <p:cNvSpPr txBox="1">
              <a:spLocks noChangeArrowheads="1"/>
            </p:cNvSpPr>
            <p:nvPr/>
          </p:nvSpPr>
          <p:spPr bwMode="auto">
            <a:xfrm>
              <a:off x="912" y="3561"/>
              <a:ext cx="768"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4</a:t>
              </a:r>
              <a:r>
                <a:rPr lang="zh-CN" altLang="en-US" sz="2800">
                  <a:solidFill>
                    <a:srgbClr val="010000"/>
                  </a:solidFill>
                </a:rPr>
                <a:t>）</a:t>
              </a:r>
              <a:endParaRPr lang="en-US" altLang="zh-CN" sz="2800">
                <a:solidFill>
                  <a:srgbClr val="010000"/>
                </a:solidFill>
              </a:endParaRPr>
            </a:p>
          </p:txBody>
        </p:sp>
        <p:graphicFrame>
          <p:nvGraphicFramePr>
            <p:cNvPr id="164875" name="Object 11"/>
            <p:cNvGraphicFramePr>
              <a:graphicFrameLocks noChangeAspect="1"/>
            </p:cNvGraphicFramePr>
            <p:nvPr/>
          </p:nvGraphicFramePr>
          <p:xfrm>
            <a:off x="1248" y="3556"/>
            <a:ext cx="720" cy="283"/>
          </p:xfrm>
          <a:graphic>
            <a:graphicData uri="http://schemas.openxmlformats.org/presentationml/2006/ole">
              <p:oleObj spid="_x0000_s1001488" name="Equation" r:id="rId7" imgW="736560" imgH="241200" progId="Equation.3">
                <p:embed/>
              </p:oleObj>
            </a:graphicData>
          </a:graphic>
        </p:graphicFrame>
      </p:grpSp>
      <p:grpSp>
        <p:nvGrpSpPr>
          <p:cNvPr id="5" name="Group 12"/>
          <p:cNvGrpSpPr>
            <a:grpSpLocks/>
          </p:cNvGrpSpPr>
          <p:nvPr/>
        </p:nvGrpSpPr>
        <p:grpSpPr bwMode="auto">
          <a:xfrm>
            <a:off x="1295400" y="3352800"/>
            <a:ext cx="8534400" cy="519113"/>
            <a:chOff x="912" y="2304"/>
            <a:chExt cx="5376" cy="327"/>
          </a:xfrm>
        </p:grpSpPr>
        <p:sp>
          <p:nvSpPr>
            <p:cNvPr id="164877" name="Text Box 13"/>
            <p:cNvSpPr txBox="1">
              <a:spLocks noChangeArrowheads="1"/>
            </p:cNvSpPr>
            <p:nvPr/>
          </p:nvSpPr>
          <p:spPr bwMode="auto">
            <a:xfrm>
              <a:off x="912" y="2304"/>
              <a:ext cx="5376" cy="327"/>
            </a:xfrm>
            <a:prstGeom prst="rect">
              <a:avLst/>
            </a:prstGeom>
            <a:noFill/>
            <a:ln w="9525">
              <a:noFill/>
              <a:miter lim="800000"/>
              <a:headEnd/>
              <a:tailEnd/>
            </a:ln>
            <a:effectLst/>
          </p:spPr>
          <p:txBody>
            <a:bodyPr>
              <a:spAutoFit/>
            </a:bodyPr>
            <a:lstStyle/>
            <a:p>
              <a:pPr>
                <a:spcBef>
                  <a:spcPct val="50000"/>
                </a:spcBef>
              </a:pPr>
              <a:r>
                <a:rPr lang="zh-CN" altLang="zh-CN" sz="2800">
                  <a:solidFill>
                    <a:srgbClr val="CC0000"/>
                  </a:solidFill>
                </a:rPr>
                <a:t>2</a:t>
              </a:r>
              <a:r>
                <a:rPr lang="zh-CN" altLang="zh-CN" sz="2800">
                  <a:solidFill>
                    <a:srgbClr val="010000"/>
                  </a:solidFill>
                </a:rPr>
                <a:t>）</a:t>
              </a:r>
              <a:r>
                <a:rPr lang="zh-CN" altLang="en-US" sz="2800">
                  <a:solidFill>
                    <a:srgbClr val="010000"/>
                  </a:solidFill>
                </a:rPr>
                <a:t>               </a:t>
              </a:r>
              <a:r>
                <a:rPr lang="zh-CN" altLang="zh-CN" sz="2800">
                  <a:solidFill>
                    <a:srgbClr val="010000"/>
                  </a:solidFill>
                </a:rPr>
                <a:t>的方向不变( </a:t>
              </a:r>
              <a:r>
                <a:rPr lang="zh-CN" altLang="en-US" sz="2800">
                  <a:solidFill>
                    <a:srgbClr val="010000"/>
                  </a:solidFill>
                </a:rPr>
                <a:t>  </a:t>
              </a:r>
              <a:r>
                <a:rPr lang="zh-CN" altLang="zh-CN" sz="2800">
                  <a:solidFill>
                    <a:srgbClr val="010000"/>
                  </a:solidFill>
                </a:rPr>
                <a:t> 和 </a:t>
              </a:r>
              <a:r>
                <a:rPr lang="zh-CN" altLang="en-US" sz="2800">
                  <a:solidFill>
                    <a:srgbClr val="010000"/>
                  </a:solidFill>
                </a:rPr>
                <a:t>  </a:t>
              </a:r>
              <a:r>
                <a:rPr lang="zh-CN" altLang="zh-CN" sz="2800">
                  <a:solidFill>
                    <a:srgbClr val="010000"/>
                  </a:solidFill>
                </a:rPr>
                <a:t> 成</a:t>
              </a:r>
              <a:r>
                <a:rPr lang="zh-CN" altLang="zh-CN" sz="2800">
                  <a:solidFill>
                    <a:srgbClr val="CC0000"/>
                  </a:solidFill>
                </a:rPr>
                <a:t>右螺旋</a:t>
              </a:r>
              <a:r>
                <a:rPr lang="zh-CN" altLang="zh-CN" sz="2800">
                  <a:solidFill>
                    <a:srgbClr val="010000"/>
                  </a:solidFill>
                </a:rPr>
                <a:t>关系）</a:t>
              </a:r>
            </a:p>
          </p:txBody>
        </p:sp>
        <p:graphicFrame>
          <p:nvGraphicFramePr>
            <p:cNvPr id="164878" name="Object 14"/>
            <p:cNvGraphicFramePr>
              <a:graphicFrameLocks noChangeAspect="1"/>
            </p:cNvGraphicFramePr>
            <p:nvPr/>
          </p:nvGraphicFramePr>
          <p:xfrm>
            <a:off x="1248" y="2317"/>
            <a:ext cx="528" cy="275"/>
          </p:xfrm>
          <a:graphic>
            <a:graphicData uri="http://schemas.openxmlformats.org/presentationml/2006/ole">
              <p:oleObj spid="_x0000_s1001484" name="Equation" r:id="rId8" imgW="545760" imgH="241200" progId="Equation.3">
                <p:embed/>
              </p:oleObj>
            </a:graphicData>
          </a:graphic>
        </p:graphicFrame>
        <p:graphicFrame>
          <p:nvGraphicFramePr>
            <p:cNvPr id="164879" name="Object 15"/>
            <p:cNvGraphicFramePr>
              <a:graphicFrameLocks noChangeAspect="1"/>
            </p:cNvGraphicFramePr>
            <p:nvPr/>
          </p:nvGraphicFramePr>
          <p:xfrm>
            <a:off x="1898" y="2304"/>
            <a:ext cx="233" cy="288"/>
          </p:xfrm>
          <a:graphic>
            <a:graphicData uri="http://schemas.openxmlformats.org/presentationml/2006/ole">
              <p:oleObj spid="_x0000_s1001485" name="Equation" r:id="rId9" imgW="215640" imgH="266400" progId="Equation.3">
                <p:embed/>
              </p:oleObj>
            </a:graphicData>
          </a:graphic>
        </p:graphicFrame>
        <p:graphicFrame>
          <p:nvGraphicFramePr>
            <p:cNvPr id="164880" name="Object 16"/>
            <p:cNvGraphicFramePr>
              <a:graphicFrameLocks noChangeAspect="1"/>
            </p:cNvGraphicFramePr>
            <p:nvPr/>
          </p:nvGraphicFramePr>
          <p:xfrm>
            <a:off x="3264" y="2304"/>
            <a:ext cx="212" cy="299"/>
          </p:xfrm>
          <a:graphic>
            <a:graphicData uri="http://schemas.openxmlformats.org/presentationml/2006/ole">
              <p:oleObj spid="_x0000_s1001486" name="Equation" r:id="rId10" imgW="164880" imgH="228600" progId="Equation.3">
                <p:embed/>
              </p:oleObj>
            </a:graphicData>
          </a:graphic>
        </p:graphicFrame>
        <p:graphicFrame>
          <p:nvGraphicFramePr>
            <p:cNvPr id="164881" name="Object 17"/>
            <p:cNvGraphicFramePr>
              <a:graphicFrameLocks noChangeAspect="1"/>
            </p:cNvGraphicFramePr>
            <p:nvPr/>
          </p:nvGraphicFramePr>
          <p:xfrm>
            <a:off x="3648" y="2304"/>
            <a:ext cx="229" cy="288"/>
          </p:xfrm>
          <a:graphic>
            <a:graphicData uri="http://schemas.openxmlformats.org/presentationml/2006/ole">
              <p:oleObj spid="_x0000_s1001487" name="Equation" r:id="rId11" imgW="215640" imgH="266400" progId="Equation.3">
                <p:embed/>
              </p:oleObj>
            </a:graphicData>
          </a:graphic>
        </p:graphicFrame>
      </p:grpSp>
      <p:grpSp>
        <p:nvGrpSpPr>
          <p:cNvPr id="6" name="Group 18"/>
          <p:cNvGrpSpPr>
            <a:grpSpLocks/>
          </p:cNvGrpSpPr>
          <p:nvPr/>
        </p:nvGrpSpPr>
        <p:grpSpPr bwMode="auto">
          <a:xfrm>
            <a:off x="1295400" y="2362200"/>
            <a:ext cx="4114800" cy="519113"/>
            <a:chOff x="1056" y="1641"/>
            <a:chExt cx="2592" cy="327"/>
          </a:xfrm>
        </p:grpSpPr>
        <p:sp>
          <p:nvSpPr>
            <p:cNvPr id="164883" name="Text Box 19"/>
            <p:cNvSpPr txBox="1">
              <a:spLocks noChangeArrowheads="1"/>
            </p:cNvSpPr>
            <p:nvPr/>
          </p:nvSpPr>
          <p:spPr bwMode="auto">
            <a:xfrm>
              <a:off x="1056" y="1641"/>
              <a:ext cx="2592"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1</a:t>
              </a:r>
              <a:r>
                <a:rPr lang="zh-CN" altLang="en-US" sz="2800">
                  <a:solidFill>
                    <a:srgbClr val="010000"/>
                  </a:solidFill>
                </a:rPr>
                <a:t>）若线圈有     匝</a:t>
              </a:r>
            </a:p>
          </p:txBody>
        </p:sp>
        <p:graphicFrame>
          <p:nvGraphicFramePr>
            <p:cNvPr id="164884" name="Object 20"/>
            <p:cNvGraphicFramePr>
              <a:graphicFrameLocks noChangeAspect="1"/>
            </p:cNvGraphicFramePr>
            <p:nvPr/>
          </p:nvGraphicFramePr>
          <p:xfrm>
            <a:off x="2352" y="1680"/>
            <a:ext cx="234" cy="288"/>
          </p:xfrm>
          <a:graphic>
            <a:graphicData uri="http://schemas.openxmlformats.org/presentationml/2006/ole">
              <p:oleObj spid="_x0000_s1001483" name="Equation" r:id="rId12" imgW="253800" imgH="241200" progId="Equation.3">
                <p:embed/>
              </p:oleObj>
            </a:graphicData>
          </a:graphic>
        </p:graphicFrame>
      </p:grpSp>
      <p:grpSp>
        <p:nvGrpSpPr>
          <p:cNvPr id="7" name="Group 21"/>
          <p:cNvGrpSpPr>
            <a:grpSpLocks/>
          </p:cNvGrpSpPr>
          <p:nvPr/>
        </p:nvGrpSpPr>
        <p:grpSpPr bwMode="auto">
          <a:xfrm>
            <a:off x="5257800" y="1822450"/>
            <a:ext cx="3200400" cy="1371600"/>
            <a:chOff x="3216" y="1536"/>
            <a:chExt cx="1776" cy="768"/>
          </a:xfrm>
        </p:grpSpPr>
        <p:sp>
          <p:nvSpPr>
            <p:cNvPr id="164886" name="Rectangle 22"/>
            <p:cNvSpPr>
              <a:spLocks noChangeArrowheads="1"/>
            </p:cNvSpPr>
            <p:nvPr/>
          </p:nvSpPr>
          <p:spPr bwMode="auto">
            <a:xfrm>
              <a:off x="3840" y="1584"/>
              <a:ext cx="240" cy="288"/>
            </a:xfrm>
            <a:prstGeom prst="rect">
              <a:avLst/>
            </a:prstGeom>
            <a:solidFill>
              <a:schemeClr val="accent1"/>
            </a:solidFill>
            <a:ln w="9525">
              <a:solidFill>
                <a:schemeClr val="tx1"/>
              </a:solidFill>
              <a:miter lim="800000"/>
              <a:headEnd/>
              <a:tailEnd/>
            </a:ln>
            <a:effectLst/>
          </p:spPr>
          <p:txBody>
            <a:bodyPr wrap="none" anchor="ctr"/>
            <a:lstStyle/>
            <a:p>
              <a:endParaRPr lang="zh-CN" altLang="en-US" sz="2800"/>
            </a:p>
          </p:txBody>
        </p:sp>
        <p:graphicFrame>
          <p:nvGraphicFramePr>
            <p:cNvPr id="164887" name="Object 23"/>
            <p:cNvGraphicFramePr>
              <a:graphicFrameLocks noChangeAspect="1"/>
            </p:cNvGraphicFramePr>
            <p:nvPr/>
          </p:nvGraphicFramePr>
          <p:xfrm>
            <a:off x="3216" y="1536"/>
            <a:ext cx="1776" cy="768"/>
          </p:xfrm>
          <a:graphic>
            <a:graphicData uri="http://schemas.openxmlformats.org/presentationml/2006/ole">
              <p:oleObj spid="_x0000_s1001482" name="Equation" r:id="rId13" imgW="1091880" imgH="469800" progId="Equation.3">
                <p:embed/>
              </p:oleObj>
            </a:graphicData>
          </a:graphic>
        </p:graphicFrame>
      </p:grpSp>
      <p:grpSp>
        <p:nvGrpSpPr>
          <p:cNvPr id="8" name="Group 43"/>
          <p:cNvGrpSpPr>
            <a:grpSpLocks/>
          </p:cNvGrpSpPr>
          <p:nvPr/>
        </p:nvGrpSpPr>
        <p:grpSpPr bwMode="auto">
          <a:xfrm>
            <a:off x="457200" y="2279650"/>
            <a:ext cx="762000" cy="1371600"/>
            <a:chOff x="288" y="1628"/>
            <a:chExt cx="480" cy="864"/>
          </a:xfrm>
        </p:grpSpPr>
        <p:sp>
          <p:nvSpPr>
            <p:cNvPr id="164889" name="AutoShape 25"/>
            <p:cNvSpPr>
              <a:spLocks noChangeArrowheads="1"/>
            </p:cNvSpPr>
            <p:nvPr/>
          </p:nvSpPr>
          <p:spPr bwMode="auto">
            <a:xfrm>
              <a:off x="288" y="1628"/>
              <a:ext cx="430" cy="864"/>
            </a:xfrm>
            <a:prstGeom prst="horizontalScroll">
              <a:avLst>
                <a:gd name="adj" fmla="val 12500"/>
              </a:avLst>
            </a:prstGeom>
            <a:gradFill rotWithShape="0">
              <a:gsLst>
                <a:gs pos="0">
                  <a:schemeClr val="accent1"/>
                </a:gs>
                <a:gs pos="50000">
                  <a:schemeClr val="bg1"/>
                </a:gs>
                <a:gs pos="100000">
                  <a:schemeClr val="accent1"/>
                </a:gs>
              </a:gsLst>
              <a:lin ang="0" scaled="1"/>
            </a:gradFill>
            <a:ln w="9525">
              <a:solidFill>
                <a:schemeClr val="tx1"/>
              </a:solidFill>
              <a:round/>
              <a:headEnd/>
              <a:tailEnd/>
            </a:ln>
            <a:effectLst>
              <a:outerShdw dist="107763" dir="13500000" algn="ctr" rotWithShape="0">
                <a:srgbClr val="009900"/>
              </a:outerShdw>
            </a:effectLst>
          </p:spPr>
          <p:txBody>
            <a:bodyPr wrap="none" anchor="ctr"/>
            <a:lstStyle/>
            <a:p>
              <a:endParaRPr lang="zh-CN" altLang="en-US" sz="2800"/>
            </a:p>
          </p:txBody>
        </p:sp>
        <p:sp>
          <p:nvSpPr>
            <p:cNvPr id="164890" name="Text Box 26"/>
            <p:cNvSpPr txBox="1">
              <a:spLocks noChangeArrowheads="1"/>
            </p:cNvSpPr>
            <p:nvPr/>
          </p:nvSpPr>
          <p:spPr bwMode="auto">
            <a:xfrm>
              <a:off x="311" y="1755"/>
              <a:ext cx="457" cy="601"/>
            </a:xfrm>
            <a:prstGeom prst="rect">
              <a:avLst/>
            </a:prstGeom>
            <a:noFill/>
            <a:ln w="9525">
              <a:noFill/>
              <a:miter lim="800000"/>
              <a:headEnd/>
              <a:tailEnd/>
            </a:ln>
            <a:effectLst/>
          </p:spPr>
          <p:txBody>
            <a:bodyPr>
              <a:spAutoFit/>
            </a:bodyPr>
            <a:lstStyle/>
            <a:p>
              <a:r>
                <a:rPr kumimoji="1" lang="zh-CN" altLang="en-US" sz="2800">
                  <a:solidFill>
                    <a:srgbClr val="CC0000"/>
                  </a:solidFill>
                </a:rPr>
                <a:t>讨论</a:t>
              </a:r>
            </a:p>
          </p:txBody>
        </p:sp>
      </p:grpSp>
      <p:grpSp>
        <p:nvGrpSpPr>
          <p:cNvPr id="9" name="Group 27"/>
          <p:cNvGrpSpPr>
            <a:grpSpLocks/>
          </p:cNvGrpSpPr>
          <p:nvPr/>
        </p:nvGrpSpPr>
        <p:grpSpPr bwMode="auto">
          <a:xfrm>
            <a:off x="685800" y="450850"/>
            <a:ext cx="4038600" cy="1676400"/>
            <a:chOff x="480" y="480"/>
            <a:chExt cx="2544" cy="1056"/>
          </a:xfrm>
        </p:grpSpPr>
        <p:sp>
          <p:nvSpPr>
            <p:cNvPr id="164892" name="Rectangle 28"/>
            <p:cNvSpPr>
              <a:spLocks noChangeArrowheads="1"/>
            </p:cNvSpPr>
            <p:nvPr/>
          </p:nvSpPr>
          <p:spPr bwMode="auto">
            <a:xfrm>
              <a:off x="480" y="480"/>
              <a:ext cx="2544" cy="105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4893" name="Oval 29"/>
            <p:cNvSpPr>
              <a:spLocks noChangeArrowheads="1"/>
            </p:cNvSpPr>
            <p:nvPr/>
          </p:nvSpPr>
          <p:spPr bwMode="auto">
            <a:xfrm>
              <a:off x="960" y="528"/>
              <a:ext cx="528" cy="960"/>
            </a:xfrm>
            <a:prstGeom prst="ellipse">
              <a:avLst/>
            </a:prstGeom>
            <a:noFill/>
            <a:ln w="38100">
              <a:solidFill>
                <a:srgbClr val="0000FF"/>
              </a:solidFill>
              <a:round/>
              <a:headEnd/>
              <a:tailEnd/>
            </a:ln>
            <a:effectLst/>
          </p:spPr>
          <p:txBody>
            <a:bodyPr wrap="none" anchor="ctr"/>
            <a:lstStyle/>
            <a:p>
              <a:endParaRPr lang="zh-CN" altLang="en-US" sz="2800"/>
            </a:p>
          </p:txBody>
        </p:sp>
        <p:sp>
          <p:nvSpPr>
            <p:cNvPr id="164894" name="Line 30"/>
            <p:cNvSpPr>
              <a:spLocks noChangeShapeType="1"/>
            </p:cNvSpPr>
            <p:nvPr/>
          </p:nvSpPr>
          <p:spPr bwMode="auto">
            <a:xfrm>
              <a:off x="1248" y="1008"/>
              <a:ext cx="1536" cy="0"/>
            </a:xfrm>
            <a:prstGeom prst="line">
              <a:avLst/>
            </a:prstGeom>
            <a:noFill/>
            <a:ln w="19050">
              <a:solidFill>
                <a:srgbClr val="000000"/>
              </a:solidFill>
              <a:round/>
              <a:headEnd/>
              <a:tailEnd type="triangle" w="sm" len="lg"/>
            </a:ln>
            <a:effectLst/>
          </p:spPr>
          <p:txBody>
            <a:bodyPr wrap="none" anchor="ctr"/>
            <a:lstStyle/>
            <a:p>
              <a:endParaRPr lang="zh-CN" altLang="en-US" sz="2800"/>
            </a:p>
          </p:txBody>
        </p:sp>
        <p:sp>
          <p:nvSpPr>
            <p:cNvPr id="164895" name="Line 31"/>
            <p:cNvSpPr>
              <a:spLocks noChangeShapeType="1"/>
            </p:cNvSpPr>
            <p:nvPr/>
          </p:nvSpPr>
          <p:spPr bwMode="auto">
            <a:xfrm>
              <a:off x="2064" y="1008"/>
              <a:ext cx="432"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64896" name="Line 32"/>
            <p:cNvSpPr>
              <a:spLocks noChangeShapeType="1"/>
            </p:cNvSpPr>
            <p:nvPr/>
          </p:nvSpPr>
          <p:spPr bwMode="auto">
            <a:xfrm flipH="1" flipV="1">
              <a:off x="1056" y="624"/>
              <a:ext cx="192" cy="384"/>
            </a:xfrm>
            <a:prstGeom prst="line">
              <a:avLst/>
            </a:prstGeom>
            <a:noFill/>
            <a:ln w="28575">
              <a:solidFill>
                <a:srgbClr val="FF6600"/>
              </a:solidFill>
              <a:prstDash val="dash"/>
              <a:round/>
              <a:headEnd/>
              <a:tailEnd type="triangle" w="sm" len="lg"/>
            </a:ln>
            <a:effectLst/>
          </p:spPr>
          <p:txBody>
            <a:bodyPr wrap="none" anchor="ctr"/>
            <a:lstStyle/>
            <a:p>
              <a:endParaRPr lang="zh-CN" altLang="en-US" sz="2800"/>
            </a:p>
          </p:txBody>
        </p:sp>
        <p:sp>
          <p:nvSpPr>
            <p:cNvPr id="164897" name="Text Box 33"/>
            <p:cNvSpPr txBox="1">
              <a:spLocks noChangeArrowheads="1"/>
            </p:cNvSpPr>
            <p:nvPr/>
          </p:nvSpPr>
          <p:spPr bwMode="auto">
            <a:xfrm>
              <a:off x="2160" y="720"/>
              <a:ext cx="116" cy="327"/>
            </a:xfrm>
            <a:prstGeom prst="rect">
              <a:avLst/>
            </a:prstGeom>
            <a:noFill/>
            <a:ln w="9525">
              <a:noFill/>
              <a:miter lim="800000"/>
              <a:headEnd/>
              <a:tailEnd/>
            </a:ln>
            <a:effectLst/>
          </p:spPr>
          <p:txBody>
            <a:bodyPr wrap="none">
              <a:spAutoFit/>
            </a:bodyPr>
            <a:lstStyle/>
            <a:p>
              <a:pPr>
                <a:spcBef>
                  <a:spcPct val="50000"/>
                </a:spcBef>
              </a:pPr>
              <a:endParaRPr lang="zh-CN" altLang="zh-CN" sz="2800">
                <a:solidFill>
                  <a:srgbClr val="010000"/>
                </a:solidFill>
              </a:endParaRPr>
            </a:p>
          </p:txBody>
        </p:sp>
        <p:sp>
          <p:nvSpPr>
            <p:cNvPr id="164898" name="Line 34"/>
            <p:cNvSpPr>
              <a:spLocks noChangeShapeType="1"/>
            </p:cNvSpPr>
            <p:nvPr/>
          </p:nvSpPr>
          <p:spPr bwMode="auto">
            <a:xfrm flipH="1">
              <a:off x="624" y="1008"/>
              <a:ext cx="336" cy="0"/>
            </a:xfrm>
            <a:prstGeom prst="line">
              <a:avLst/>
            </a:prstGeom>
            <a:noFill/>
            <a:ln w="19050">
              <a:solidFill>
                <a:srgbClr val="000000"/>
              </a:solidFill>
              <a:round/>
              <a:headEnd/>
              <a:tailEnd type="none" w="sm" len="lg"/>
            </a:ln>
            <a:effectLst/>
          </p:spPr>
          <p:txBody>
            <a:bodyPr wrap="none" anchor="ctr"/>
            <a:lstStyle/>
            <a:p>
              <a:endParaRPr lang="zh-CN" altLang="en-US" sz="2800"/>
            </a:p>
          </p:txBody>
        </p:sp>
        <p:graphicFrame>
          <p:nvGraphicFramePr>
            <p:cNvPr id="164899" name="Object 35"/>
            <p:cNvGraphicFramePr>
              <a:graphicFrameLocks noChangeAspect="1"/>
            </p:cNvGraphicFramePr>
            <p:nvPr/>
          </p:nvGraphicFramePr>
          <p:xfrm>
            <a:off x="1536" y="1008"/>
            <a:ext cx="222" cy="240"/>
          </p:xfrm>
          <a:graphic>
            <a:graphicData uri="http://schemas.openxmlformats.org/presentationml/2006/ole">
              <p:oleObj spid="_x0000_s1001476" name="公式" r:id="rId14" imgW="177480" imgH="190440" progId="Equation.3">
                <p:embed/>
              </p:oleObj>
            </a:graphicData>
          </a:graphic>
        </p:graphicFrame>
        <p:sp>
          <p:nvSpPr>
            <p:cNvPr id="164900" name="Text Box 36"/>
            <p:cNvSpPr txBox="1">
              <a:spLocks noChangeArrowheads="1"/>
            </p:cNvSpPr>
            <p:nvPr/>
          </p:nvSpPr>
          <p:spPr bwMode="auto">
            <a:xfrm>
              <a:off x="1920" y="864"/>
              <a:ext cx="288"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010000"/>
                  </a:solidFill>
                </a:rPr>
                <a:t>*</a:t>
              </a:r>
            </a:p>
          </p:txBody>
        </p:sp>
        <p:graphicFrame>
          <p:nvGraphicFramePr>
            <p:cNvPr id="164901" name="Object 37"/>
            <p:cNvGraphicFramePr>
              <a:graphicFrameLocks noChangeAspect="1"/>
            </p:cNvGraphicFramePr>
            <p:nvPr/>
          </p:nvGraphicFramePr>
          <p:xfrm>
            <a:off x="2208" y="672"/>
            <a:ext cx="231" cy="286"/>
          </p:xfrm>
          <a:graphic>
            <a:graphicData uri="http://schemas.openxmlformats.org/presentationml/2006/ole">
              <p:oleObj spid="_x0000_s1001477" name="公式" r:id="rId15" imgW="215640" imgH="266400" progId="Equation.3">
                <p:embed/>
              </p:oleObj>
            </a:graphicData>
          </a:graphic>
        </p:graphicFrame>
        <p:graphicFrame>
          <p:nvGraphicFramePr>
            <p:cNvPr id="164902" name="Object 38"/>
            <p:cNvGraphicFramePr>
              <a:graphicFrameLocks noChangeAspect="1"/>
            </p:cNvGraphicFramePr>
            <p:nvPr/>
          </p:nvGraphicFramePr>
          <p:xfrm>
            <a:off x="2496" y="1008"/>
            <a:ext cx="222" cy="240"/>
          </p:xfrm>
          <a:graphic>
            <a:graphicData uri="http://schemas.openxmlformats.org/presentationml/2006/ole">
              <p:oleObj spid="_x0000_s1001478" name="公式" r:id="rId16" imgW="177480" imgH="190440" progId="Equation.3">
                <p:embed/>
              </p:oleObj>
            </a:graphicData>
          </a:graphic>
        </p:graphicFrame>
        <p:graphicFrame>
          <p:nvGraphicFramePr>
            <p:cNvPr id="164903" name="Object 39"/>
            <p:cNvGraphicFramePr>
              <a:graphicFrameLocks noChangeAspect="1"/>
            </p:cNvGraphicFramePr>
            <p:nvPr/>
          </p:nvGraphicFramePr>
          <p:xfrm>
            <a:off x="1152" y="1008"/>
            <a:ext cx="166" cy="192"/>
          </p:xfrm>
          <a:graphic>
            <a:graphicData uri="http://schemas.openxmlformats.org/presentationml/2006/ole">
              <p:oleObj spid="_x0000_s1001479" name="Equation" r:id="rId17" imgW="164880" imgH="190440" progId="Equation.3">
                <p:embed/>
              </p:oleObj>
            </a:graphicData>
          </a:graphic>
        </p:graphicFrame>
        <p:graphicFrame>
          <p:nvGraphicFramePr>
            <p:cNvPr id="164904" name="Object 40"/>
            <p:cNvGraphicFramePr>
              <a:graphicFrameLocks noChangeAspect="1"/>
            </p:cNvGraphicFramePr>
            <p:nvPr/>
          </p:nvGraphicFramePr>
          <p:xfrm>
            <a:off x="1213" y="720"/>
            <a:ext cx="227" cy="240"/>
          </p:xfrm>
          <a:graphic>
            <a:graphicData uri="http://schemas.openxmlformats.org/presentationml/2006/ole">
              <p:oleObj spid="_x0000_s1001480" name="Equation" r:id="rId18" imgW="215640" imgH="228600" progId="Equation.3">
                <p:embed/>
              </p:oleObj>
            </a:graphicData>
          </a:graphic>
        </p:graphicFrame>
        <p:graphicFrame>
          <p:nvGraphicFramePr>
            <p:cNvPr id="164905" name="Object 41"/>
            <p:cNvGraphicFramePr>
              <a:graphicFrameLocks noChangeAspect="1"/>
            </p:cNvGraphicFramePr>
            <p:nvPr/>
          </p:nvGraphicFramePr>
          <p:xfrm>
            <a:off x="816" y="768"/>
            <a:ext cx="173" cy="240"/>
          </p:xfrm>
          <a:graphic>
            <a:graphicData uri="http://schemas.openxmlformats.org/presentationml/2006/ole">
              <p:oleObj spid="_x0000_s1001481" name="Equation" r:id="rId19" imgW="164880" imgH="228600" progId="Equation.3">
                <p:embed/>
              </p:oleObj>
            </a:graphicData>
          </a:graphic>
        </p:graphicFrame>
        <p:sp>
          <p:nvSpPr>
            <p:cNvPr id="164906" name="Line 42"/>
            <p:cNvSpPr>
              <a:spLocks noChangeShapeType="1"/>
            </p:cNvSpPr>
            <p:nvPr/>
          </p:nvSpPr>
          <p:spPr bwMode="auto">
            <a:xfrm>
              <a:off x="960" y="960"/>
              <a:ext cx="0" cy="144"/>
            </a:xfrm>
            <a:prstGeom prst="line">
              <a:avLst/>
            </a:prstGeom>
            <a:noFill/>
            <a:ln w="28575">
              <a:solidFill>
                <a:srgbClr val="FF0000"/>
              </a:solidFill>
              <a:round/>
              <a:headEnd/>
              <a:tailEnd type="triangle" w="sm" len="lg"/>
            </a:ln>
            <a:effectLst/>
          </p:spPr>
          <p:txBody>
            <a:bodyPr wrap="none" anchor="ctr"/>
            <a:lstStyle/>
            <a:p>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4866"/>
                                        </p:tgtEl>
                                        <p:attrNameLst>
                                          <p:attrName>style.visibility</p:attrName>
                                        </p:attrNameLst>
                                      </p:cBhvr>
                                      <p:to>
                                        <p:strVal val="visible"/>
                                      </p:to>
                                    </p:set>
                                    <p:animEffect transition="in" filter="blinds(horizontal)">
                                      <p:cBhvr>
                                        <p:cTn id="7" dur="500"/>
                                        <p:tgtEl>
                                          <p:spTgt spid="1648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ou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27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strVal val="2/3*#ppt_w"/>
                                          </p:val>
                                        </p:tav>
                                        <p:tav tm="100000">
                                          <p:val>
                                            <p:strVal val="#ppt_w"/>
                                          </p:val>
                                        </p:tav>
                                      </p:tavLst>
                                    </p:anim>
                                    <p:anim calcmode="lin" valueType="num">
                                      <p:cBhvr>
                                        <p:cTn id="33" dur="5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4872"/>
                                        </p:tgtEl>
                                        <p:attrNameLst>
                                          <p:attrName>style.visibility</p:attrName>
                                        </p:attrNameLst>
                                      </p:cBhvr>
                                      <p:to>
                                        <p:strVal val="visible"/>
                                      </p:to>
                                    </p:set>
                                    <p:animEffect transition="in" filter="wipe(left)">
                                      <p:cBhvr>
                                        <p:cTn id="42" dur="500"/>
                                        <p:tgtEl>
                                          <p:spTgt spid="164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410200" y="685800"/>
            <a:ext cx="2895600" cy="4191000"/>
            <a:chOff x="3408" y="576"/>
            <a:chExt cx="1824" cy="2640"/>
          </a:xfrm>
        </p:grpSpPr>
        <p:sp>
          <p:nvSpPr>
            <p:cNvPr id="166915" name="Rectangle 3"/>
            <p:cNvSpPr>
              <a:spLocks noChangeArrowheads="1"/>
            </p:cNvSpPr>
            <p:nvPr/>
          </p:nvSpPr>
          <p:spPr bwMode="auto">
            <a:xfrm>
              <a:off x="3408" y="576"/>
              <a:ext cx="1824" cy="264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3" name="Group 4"/>
            <p:cNvGrpSpPr>
              <a:grpSpLocks/>
            </p:cNvGrpSpPr>
            <p:nvPr/>
          </p:nvGrpSpPr>
          <p:grpSpPr bwMode="auto">
            <a:xfrm>
              <a:off x="3811" y="794"/>
              <a:ext cx="845" cy="860"/>
              <a:chOff x="3811" y="794"/>
              <a:chExt cx="845" cy="860"/>
            </a:xfrm>
          </p:grpSpPr>
          <p:sp>
            <p:nvSpPr>
              <p:cNvPr id="166917" name="Oval 5"/>
              <p:cNvSpPr>
                <a:spLocks noChangeArrowheads="1"/>
              </p:cNvSpPr>
              <p:nvPr/>
            </p:nvSpPr>
            <p:spPr bwMode="auto">
              <a:xfrm>
                <a:off x="4049" y="794"/>
                <a:ext cx="398" cy="860"/>
              </a:xfrm>
              <a:prstGeom prst="ellipse">
                <a:avLst/>
              </a:prstGeom>
              <a:noFill/>
              <a:ln w="38100">
                <a:solidFill>
                  <a:srgbClr val="9900CC"/>
                </a:solidFill>
                <a:round/>
                <a:headEnd/>
                <a:tailEnd/>
              </a:ln>
              <a:effectLst/>
            </p:spPr>
            <p:txBody>
              <a:bodyPr wrap="none" anchor="ctr"/>
              <a:lstStyle/>
              <a:p>
                <a:endParaRPr lang="zh-CN" altLang="en-US" sz="2800"/>
              </a:p>
            </p:txBody>
          </p:sp>
          <p:sp>
            <p:nvSpPr>
              <p:cNvPr id="166918" name="Line 6"/>
              <p:cNvSpPr>
                <a:spLocks noChangeShapeType="1"/>
              </p:cNvSpPr>
              <p:nvPr/>
            </p:nvSpPr>
            <p:spPr bwMode="auto">
              <a:xfrm>
                <a:off x="4049" y="1155"/>
                <a:ext cx="0" cy="138"/>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6919" name="Text Box 7"/>
              <p:cNvSpPr txBox="1">
                <a:spLocks noChangeArrowheads="1"/>
              </p:cNvSpPr>
              <p:nvPr/>
            </p:nvSpPr>
            <p:spPr bwMode="auto">
              <a:xfrm>
                <a:off x="3811" y="1014"/>
                <a:ext cx="413"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10000"/>
                    </a:solidFill>
                  </a:rPr>
                  <a:t>I</a:t>
                </a:r>
              </a:p>
            </p:txBody>
          </p:sp>
          <p:sp>
            <p:nvSpPr>
              <p:cNvPr id="166920" name="Text Box 8"/>
              <p:cNvSpPr txBox="1">
                <a:spLocks noChangeArrowheads="1"/>
              </p:cNvSpPr>
              <p:nvPr/>
            </p:nvSpPr>
            <p:spPr bwMode="auto">
              <a:xfrm>
                <a:off x="4100" y="1224"/>
                <a:ext cx="556" cy="330"/>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10000"/>
                    </a:solidFill>
                  </a:rPr>
                  <a:t>S</a:t>
                </a:r>
              </a:p>
            </p:txBody>
          </p:sp>
        </p:grpSp>
      </p:grpSp>
      <p:sp>
        <p:nvSpPr>
          <p:cNvPr id="166921" name="Text Box 9"/>
          <p:cNvSpPr txBox="1">
            <a:spLocks noChangeArrowheads="1"/>
          </p:cNvSpPr>
          <p:nvPr/>
        </p:nvSpPr>
        <p:spPr bwMode="auto">
          <a:xfrm>
            <a:off x="304800" y="304800"/>
            <a:ext cx="3540125"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三   磁矩</a:t>
            </a:r>
          </a:p>
        </p:txBody>
      </p:sp>
      <p:graphicFrame>
        <p:nvGraphicFramePr>
          <p:cNvPr id="166922" name="Object 10"/>
          <p:cNvGraphicFramePr>
            <a:graphicFrameLocks noChangeAspect="1"/>
          </p:cNvGraphicFramePr>
          <p:nvPr/>
        </p:nvGraphicFramePr>
        <p:xfrm>
          <a:off x="1447800" y="1143000"/>
          <a:ext cx="2438400" cy="685800"/>
        </p:xfrm>
        <a:graphic>
          <a:graphicData uri="http://schemas.openxmlformats.org/presentationml/2006/ole">
            <p:oleObj spid="_x0000_s1002498" name="Equation" r:id="rId3" imgW="558720" imgH="215640" progId="Equation.3">
              <p:embed/>
            </p:oleObj>
          </a:graphicData>
        </a:graphic>
      </p:graphicFrame>
      <p:sp>
        <p:nvSpPr>
          <p:cNvPr id="166923" name="Rectangle 11"/>
          <p:cNvSpPr>
            <a:spLocks noChangeArrowheads="1"/>
          </p:cNvSpPr>
          <p:nvPr/>
        </p:nvSpPr>
        <p:spPr bwMode="auto">
          <a:xfrm>
            <a:off x="6019800" y="746125"/>
            <a:ext cx="2057400" cy="1295400"/>
          </a:xfrm>
          <a:prstGeom prst="rect">
            <a:avLst/>
          </a:prstGeom>
          <a:noFill/>
          <a:ln w="9525">
            <a:noFill/>
            <a:miter lim="800000"/>
            <a:headEnd/>
            <a:tailEnd/>
          </a:ln>
          <a:effectLst/>
        </p:spPr>
        <p:txBody>
          <a:bodyPr wrap="none" anchor="ctr"/>
          <a:lstStyle/>
          <a:p>
            <a:endParaRPr lang="zh-CN" altLang="en-US" sz="2800"/>
          </a:p>
        </p:txBody>
      </p:sp>
      <p:grpSp>
        <p:nvGrpSpPr>
          <p:cNvPr id="4" name="Group 12"/>
          <p:cNvGrpSpPr>
            <a:grpSpLocks/>
          </p:cNvGrpSpPr>
          <p:nvPr/>
        </p:nvGrpSpPr>
        <p:grpSpPr bwMode="auto">
          <a:xfrm>
            <a:off x="6824663" y="1273175"/>
            <a:ext cx="1163637" cy="479425"/>
            <a:chOff x="3915" y="624"/>
            <a:chExt cx="733" cy="350"/>
          </a:xfrm>
        </p:grpSpPr>
        <p:sp>
          <p:nvSpPr>
            <p:cNvPr id="166925" name="Line 13"/>
            <p:cNvSpPr>
              <a:spLocks noChangeShapeType="1"/>
            </p:cNvSpPr>
            <p:nvPr/>
          </p:nvSpPr>
          <p:spPr bwMode="auto">
            <a:xfrm>
              <a:off x="3915" y="936"/>
              <a:ext cx="620"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graphicFrame>
          <p:nvGraphicFramePr>
            <p:cNvPr id="166926" name="Object 14"/>
            <p:cNvGraphicFramePr>
              <a:graphicFrameLocks noChangeAspect="1"/>
            </p:cNvGraphicFramePr>
            <p:nvPr/>
          </p:nvGraphicFramePr>
          <p:xfrm>
            <a:off x="4310" y="624"/>
            <a:ext cx="338" cy="350"/>
          </p:xfrm>
          <a:graphic>
            <a:graphicData uri="http://schemas.openxmlformats.org/presentationml/2006/ole">
              <p:oleObj spid="_x0000_s1002505" name="公式" r:id="rId4" imgW="164880" imgH="164880" progId="Equation.3">
                <p:embed/>
              </p:oleObj>
            </a:graphicData>
          </a:graphic>
        </p:graphicFrame>
      </p:grpSp>
      <p:grpSp>
        <p:nvGrpSpPr>
          <p:cNvPr id="5" name="Group 15"/>
          <p:cNvGrpSpPr>
            <a:grpSpLocks/>
          </p:cNvGrpSpPr>
          <p:nvPr/>
        </p:nvGrpSpPr>
        <p:grpSpPr bwMode="auto">
          <a:xfrm>
            <a:off x="6858000" y="1676400"/>
            <a:ext cx="871538" cy="701675"/>
            <a:chOff x="3915" y="902"/>
            <a:chExt cx="549" cy="442"/>
          </a:xfrm>
        </p:grpSpPr>
        <p:sp>
          <p:nvSpPr>
            <p:cNvPr id="166928" name="Line 16"/>
            <p:cNvSpPr>
              <a:spLocks noChangeShapeType="1"/>
            </p:cNvSpPr>
            <p:nvPr/>
          </p:nvSpPr>
          <p:spPr bwMode="auto">
            <a:xfrm>
              <a:off x="3915" y="936"/>
              <a:ext cx="395" cy="0"/>
            </a:xfrm>
            <a:prstGeom prst="line">
              <a:avLst/>
            </a:prstGeom>
            <a:noFill/>
            <a:ln w="28575">
              <a:solidFill>
                <a:srgbClr val="6600FF"/>
              </a:solidFill>
              <a:round/>
              <a:headEnd/>
              <a:tailEnd type="triangle" w="sm" len="lg"/>
            </a:ln>
            <a:effectLst/>
          </p:spPr>
          <p:txBody>
            <a:bodyPr wrap="none" anchor="ctr"/>
            <a:lstStyle/>
            <a:p>
              <a:endParaRPr lang="zh-CN" altLang="en-US" sz="2800"/>
            </a:p>
          </p:txBody>
        </p:sp>
        <p:graphicFrame>
          <p:nvGraphicFramePr>
            <p:cNvPr id="166929" name="Object 17"/>
            <p:cNvGraphicFramePr>
              <a:graphicFrameLocks noChangeAspect="1"/>
            </p:cNvGraphicFramePr>
            <p:nvPr/>
          </p:nvGraphicFramePr>
          <p:xfrm>
            <a:off x="4141" y="902"/>
            <a:ext cx="323" cy="442"/>
          </p:xfrm>
          <a:graphic>
            <a:graphicData uri="http://schemas.openxmlformats.org/presentationml/2006/ole">
              <p:oleObj spid="_x0000_s1002504" name="Equation" r:id="rId5" imgW="164880" imgH="215640" progId="Equation.3">
                <p:embed/>
              </p:oleObj>
            </a:graphicData>
          </a:graphic>
        </p:graphicFrame>
      </p:grpSp>
      <p:graphicFrame>
        <p:nvGraphicFramePr>
          <p:cNvPr id="166930" name="Object 18"/>
          <p:cNvGraphicFramePr>
            <a:graphicFrameLocks noChangeAspect="1"/>
          </p:cNvGraphicFramePr>
          <p:nvPr/>
        </p:nvGraphicFramePr>
        <p:xfrm>
          <a:off x="457200" y="2911475"/>
          <a:ext cx="2286000" cy="1279525"/>
        </p:xfrm>
        <a:graphic>
          <a:graphicData uri="http://schemas.openxmlformats.org/presentationml/2006/ole">
            <p:oleObj spid="_x0000_s1002499" name="Equation" r:id="rId6" imgW="698400" imgH="419040" progId="Equation.3">
              <p:embed/>
            </p:oleObj>
          </a:graphicData>
        </a:graphic>
      </p:graphicFrame>
      <p:grpSp>
        <p:nvGrpSpPr>
          <p:cNvPr id="6" name="Group 19"/>
          <p:cNvGrpSpPr>
            <a:grpSpLocks/>
          </p:cNvGrpSpPr>
          <p:nvPr/>
        </p:nvGrpSpPr>
        <p:grpSpPr bwMode="auto">
          <a:xfrm>
            <a:off x="5715000" y="3155950"/>
            <a:ext cx="2057400" cy="1720850"/>
            <a:chOff x="3600" y="2132"/>
            <a:chExt cx="1296" cy="1084"/>
          </a:xfrm>
        </p:grpSpPr>
        <p:sp>
          <p:nvSpPr>
            <p:cNvPr id="166932" name="Rectangle 20"/>
            <p:cNvSpPr>
              <a:spLocks noChangeArrowheads="1"/>
            </p:cNvSpPr>
            <p:nvPr/>
          </p:nvSpPr>
          <p:spPr bwMode="auto">
            <a:xfrm>
              <a:off x="3600" y="2132"/>
              <a:ext cx="1296" cy="1084"/>
            </a:xfrm>
            <a:prstGeom prst="rect">
              <a:avLst/>
            </a:prstGeom>
            <a:noFill/>
            <a:ln w="9525">
              <a:noFill/>
              <a:miter lim="800000"/>
              <a:headEnd/>
              <a:tailEnd/>
            </a:ln>
            <a:effectLst/>
          </p:spPr>
          <p:txBody>
            <a:bodyPr wrap="none" anchor="ctr"/>
            <a:lstStyle/>
            <a:p>
              <a:endParaRPr lang="zh-CN" altLang="en-US" sz="2800"/>
            </a:p>
          </p:txBody>
        </p:sp>
        <p:grpSp>
          <p:nvGrpSpPr>
            <p:cNvPr id="7" name="Group 21"/>
            <p:cNvGrpSpPr>
              <a:grpSpLocks/>
            </p:cNvGrpSpPr>
            <p:nvPr/>
          </p:nvGrpSpPr>
          <p:grpSpPr bwMode="auto">
            <a:xfrm>
              <a:off x="3742" y="2324"/>
              <a:ext cx="614" cy="350"/>
              <a:chOff x="3742" y="2372"/>
              <a:chExt cx="614" cy="350"/>
            </a:xfrm>
          </p:grpSpPr>
          <p:sp>
            <p:nvSpPr>
              <p:cNvPr id="166934" name="Line 22"/>
              <p:cNvSpPr>
                <a:spLocks noChangeShapeType="1"/>
              </p:cNvSpPr>
              <p:nvPr/>
            </p:nvSpPr>
            <p:spPr bwMode="auto">
              <a:xfrm flipH="1">
                <a:off x="3762" y="2722"/>
                <a:ext cx="594"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graphicFrame>
            <p:nvGraphicFramePr>
              <p:cNvPr id="166935" name="Object 23"/>
              <p:cNvGraphicFramePr>
                <a:graphicFrameLocks noChangeAspect="1"/>
              </p:cNvGraphicFramePr>
              <p:nvPr/>
            </p:nvGraphicFramePr>
            <p:xfrm>
              <a:off x="3742" y="2372"/>
              <a:ext cx="297" cy="282"/>
            </p:xfrm>
            <a:graphic>
              <a:graphicData uri="http://schemas.openxmlformats.org/presentationml/2006/ole">
                <p:oleObj spid="_x0000_s1002503" name="公式" r:id="rId7" imgW="164880" imgH="164880" progId="Equation.3">
                  <p:embed/>
                </p:oleObj>
              </a:graphicData>
            </a:graphic>
          </p:graphicFrame>
        </p:grpSp>
        <p:grpSp>
          <p:nvGrpSpPr>
            <p:cNvPr id="8" name="Group 24"/>
            <p:cNvGrpSpPr>
              <a:grpSpLocks/>
            </p:cNvGrpSpPr>
            <p:nvPr/>
          </p:nvGrpSpPr>
          <p:grpSpPr bwMode="auto">
            <a:xfrm>
              <a:off x="4248" y="2200"/>
              <a:ext cx="570" cy="968"/>
              <a:chOff x="4248" y="2248"/>
              <a:chExt cx="570" cy="968"/>
            </a:xfrm>
          </p:grpSpPr>
          <p:sp>
            <p:nvSpPr>
              <p:cNvPr id="166937" name="Text Box 25"/>
              <p:cNvSpPr txBox="1">
                <a:spLocks noChangeArrowheads="1"/>
              </p:cNvSpPr>
              <p:nvPr/>
            </p:nvSpPr>
            <p:spPr bwMode="auto">
              <a:xfrm>
                <a:off x="4645" y="2489"/>
                <a:ext cx="173"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10000"/>
                    </a:solidFill>
                  </a:rPr>
                  <a:t>I</a:t>
                </a:r>
              </a:p>
            </p:txBody>
          </p:sp>
          <p:sp>
            <p:nvSpPr>
              <p:cNvPr id="166938" name="Oval 26"/>
              <p:cNvSpPr>
                <a:spLocks noChangeArrowheads="1"/>
              </p:cNvSpPr>
              <p:nvPr/>
            </p:nvSpPr>
            <p:spPr bwMode="auto">
              <a:xfrm>
                <a:off x="4248" y="2248"/>
                <a:ext cx="360" cy="968"/>
              </a:xfrm>
              <a:prstGeom prst="ellipse">
                <a:avLst/>
              </a:prstGeom>
              <a:noFill/>
              <a:ln w="38100">
                <a:solidFill>
                  <a:srgbClr val="6600FF"/>
                </a:solidFill>
                <a:round/>
                <a:headEnd/>
                <a:tailEnd/>
              </a:ln>
              <a:effectLst/>
            </p:spPr>
            <p:txBody>
              <a:bodyPr wrap="none" anchor="ctr"/>
              <a:lstStyle/>
              <a:p>
                <a:endParaRPr lang="zh-CN" altLang="en-US" sz="2800"/>
              </a:p>
            </p:txBody>
          </p:sp>
          <p:sp>
            <p:nvSpPr>
              <p:cNvPr id="166939" name="Line 27"/>
              <p:cNvSpPr>
                <a:spLocks noChangeShapeType="1"/>
              </p:cNvSpPr>
              <p:nvPr/>
            </p:nvSpPr>
            <p:spPr bwMode="auto">
              <a:xfrm>
                <a:off x="4248" y="2722"/>
                <a:ext cx="162" cy="0"/>
              </a:xfrm>
              <a:prstGeom prst="line">
                <a:avLst/>
              </a:prstGeom>
              <a:noFill/>
              <a:ln w="28575">
                <a:solidFill>
                  <a:srgbClr val="6600FF"/>
                </a:solidFill>
                <a:prstDash val="sysDot"/>
                <a:round/>
                <a:headEnd/>
                <a:tailEnd type="none" w="sm" len="lg"/>
              </a:ln>
              <a:effectLst/>
            </p:spPr>
            <p:txBody>
              <a:bodyPr wrap="none" anchor="ctr"/>
              <a:lstStyle/>
              <a:p>
                <a:endParaRPr lang="zh-CN" altLang="en-US" sz="2800"/>
              </a:p>
            </p:txBody>
          </p:sp>
          <p:sp>
            <p:nvSpPr>
              <p:cNvPr id="166940" name="Line 28"/>
              <p:cNvSpPr>
                <a:spLocks noChangeShapeType="1"/>
              </p:cNvSpPr>
              <p:nvPr/>
            </p:nvSpPr>
            <p:spPr bwMode="auto">
              <a:xfrm>
                <a:off x="4608" y="2644"/>
                <a:ext cx="0" cy="156"/>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6941" name="Text Box 29"/>
              <p:cNvSpPr txBox="1">
                <a:spLocks noChangeArrowheads="1"/>
              </p:cNvSpPr>
              <p:nvPr/>
            </p:nvSpPr>
            <p:spPr bwMode="auto">
              <a:xfrm>
                <a:off x="4302" y="2722"/>
                <a:ext cx="218"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10000"/>
                    </a:solidFill>
                  </a:rPr>
                  <a:t>S</a:t>
                </a:r>
              </a:p>
            </p:txBody>
          </p:sp>
        </p:grpSp>
        <p:grpSp>
          <p:nvGrpSpPr>
            <p:cNvPr id="9" name="Group 30"/>
            <p:cNvGrpSpPr>
              <a:grpSpLocks/>
            </p:cNvGrpSpPr>
            <p:nvPr/>
          </p:nvGrpSpPr>
          <p:grpSpPr bwMode="auto">
            <a:xfrm>
              <a:off x="3792" y="2674"/>
              <a:ext cx="564" cy="514"/>
              <a:chOff x="3792" y="2722"/>
              <a:chExt cx="564" cy="514"/>
            </a:xfrm>
          </p:grpSpPr>
          <p:sp>
            <p:nvSpPr>
              <p:cNvPr id="166943" name="Line 31"/>
              <p:cNvSpPr>
                <a:spLocks noChangeShapeType="1"/>
              </p:cNvSpPr>
              <p:nvPr/>
            </p:nvSpPr>
            <p:spPr bwMode="auto">
              <a:xfrm flipH="1">
                <a:off x="4032" y="2722"/>
                <a:ext cx="324" cy="0"/>
              </a:xfrm>
              <a:prstGeom prst="line">
                <a:avLst/>
              </a:prstGeom>
              <a:noFill/>
              <a:ln w="28575">
                <a:solidFill>
                  <a:srgbClr val="6600FF"/>
                </a:solidFill>
                <a:round/>
                <a:headEnd/>
                <a:tailEnd type="triangle" w="sm" len="lg"/>
              </a:ln>
              <a:effectLst/>
            </p:spPr>
            <p:txBody>
              <a:bodyPr wrap="none" anchor="ctr"/>
              <a:lstStyle/>
              <a:p>
                <a:endParaRPr lang="zh-CN" altLang="en-US" sz="2800"/>
              </a:p>
            </p:txBody>
          </p:sp>
          <p:graphicFrame>
            <p:nvGraphicFramePr>
              <p:cNvPr id="166944" name="Object 32"/>
              <p:cNvGraphicFramePr>
                <a:graphicFrameLocks noChangeAspect="1"/>
              </p:cNvGraphicFramePr>
              <p:nvPr/>
            </p:nvGraphicFramePr>
            <p:xfrm>
              <a:off x="3792" y="2804"/>
              <a:ext cx="323" cy="432"/>
            </p:xfrm>
            <a:graphic>
              <a:graphicData uri="http://schemas.openxmlformats.org/presentationml/2006/ole">
                <p:oleObj spid="_x0000_s1002502" name="Equation" r:id="rId8" imgW="164880" imgH="215640" progId="Equation.3">
                  <p:embed/>
                </p:oleObj>
              </a:graphicData>
            </a:graphic>
          </p:graphicFrame>
        </p:grpSp>
      </p:grpSp>
      <p:graphicFrame>
        <p:nvGraphicFramePr>
          <p:cNvPr id="166945" name="Object 33"/>
          <p:cNvGraphicFramePr>
            <a:graphicFrameLocks noChangeAspect="1"/>
          </p:cNvGraphicFramePr>
          <p:nvPr/>
        </p:nvGraphicFramePr>
        <p:xfrm>
          <a:off x="1752600" y="3963988"/>
          <a:ext cx="2819400" cy="1293812"/>
        </p:xfrm>
        <a:graphic>
          <a:graphicData uri="http://schemas.openxmlformats.org/presentationml/2006/ole">
            <p:oleObj spid="_x0000_s1002500" name="Equation" r:id="rId9" imgW="799920" imgH="393480" progId="Equation.3">
              <p:embed/>
            </p:oleObj>
          </a:graphicData>
        </a:graphic>
      </p:graphicFrame>
      <p:graphicFrame>
        <p:nvGraphicFramePr>
          <p:cNvPr id="166946" name="Object 34"/>
          <p:cNvGraphicFramePr>
            <a:graphicFrameLocks noChangeAspect="1"/>
          </p:cNvGraphicFramePr>
          <p:nvPr/>
        </p:nvGraphicFramePr>
        <p:xfrm>
          <a:off x="3025775" y="2897188"/>
          <a:ext cx="2232025" cy="1217612"/>
        </p:xfrm>
        <a:graphic>
          <a:graphicData uri="http://schemas.openxmlformats.org/presentationml/2006/ole">
            <p:oleObj spid="_x0000_s1002501" name="Equation" r:id="rId10" imgW="672840" imgH="393480" progId="Equation.3">
              <p:embed/>
            </p:oleObj>
          </a:graphicData>
        </a:graphic>
      </p:graphicFrame>
      <p:sp>
        <p:nvSpPr>
          <p:cNvPr id="166947" name="Text Box 35"/>
          <p:cNvSpPr txBox="1">
            <a:spLocks noChangeArrowheads="1"/>
          </p:cNvSpPr>
          <p:nvPr/>
        </p:nvSpPr>
        <p:spPr bwMode="auto">
          <a:xfrm>
            <a:off x="304800" y="5181600"/>
            <a:ext cx="8610600" cy="1040285"/>
          </a:xfrm>
          <a:prstGeom prst="rect">
            <a:avLst/>
          </a:prstGeom>
          <a:noFill/>
          <a:ln w="9525">
            <a:noFill/>
            <a:miter lim="800000"/>
            <a:headEnd/>
            <a:tailEnd/>
          </a:ln>
          <a:effectLst/>
        </p:spPr>
        <p:txBody>
          <a:bodyPr>
            <a:spAutoFit/>
          </a:bodyPr>
          <a:lstStyle/>
          <a:p>
            <a:pPr>
              <a:lnSpc>
                <a:spcPct val="110000"/>
              </a:lnSpc>
            </a:pPr>
            <a:r>
              <a:rPr lang="zh-CN" altLang="en-US" sz="2800">
                <a:solidFill>
                  <a:srgbClr val="CC0000"/>
                </a:solidFill>
              </a:rPr>
              <a:t>        说明</a:t>
            </a:r>
            <a:r>
              <a:rPr lang="zh-CN" altLang="en-US" sz="2800">
                <a:solidFill>
                  <a:srgbClr val="1C1C1C"/>
                </a:solidFill>
              </a:rPr>
              <a:t>：只有当圆形电流的面积 </a:t>
            </a:r>
            <a:r>
              <a:rPr lang="en-US" altLang="zh-CN" sz="2800" b="0" i="1">
                <a:solidFill>
                  <a:srgbClr val="1C1C1C"/>
                </a:solidFill>
              </a:rPr>
              <a:t>S </a:t>
            </a:r>
            <a:r>
              <a:rPr lang="zh-CN" altLang="en-US" sz="2800">
                <a:solidFill>
                  <a:srgbClr val="1C1C1C"/>
                </a:solidFill>
              </a:rPr>
              <a:t>很小，或场点距圆电流很远时，才能把圆电流叫做</a:t>
            </a:r>
            <a:r>
              <a:rPr lang="zh-CN" altLang="en-US" sz="2800">
                <a:solidFill>
                  <a:srgbClr val="CC0000"/>
                </a:solidFill>
              </a:rPr>
              <a:t>磁偶极子</a:t>
            </a:r>
            <a:r>
              <a:rPr lang="zh-CN" altLang="en-US" sz="2800">
                <a:solidFill>
                  <a:srgbClr val="050000"/>
                </a:solidFill>
              </a:rPr>
              <a:t>.  </a:t>
            </a:r>
          </a:p>
        </p:txBody>
      </p:sp>
      <p:sp>
        <p:nvSpPr>
          <p:cNvPr id="166948" name="Text Box 36"/>
          <p:cNvSpPr txBox="1">
            <a:spLocks noChangeArrowheads="1"/>
          </p:cNvSpPr>
          <p:nvPr/>
        </p:nvSpPr>
        <p:spPr bwMode="auto">
          <a:xfrm>
            <a:off x="457200" y="1905000"/>
            <a:ext cx="4800600" cy="946150"/>
          </a:xfrm>
          <a:prstGeom prst="rect">
            <a:avLst/>
          </a:prstGeom>
          <a:noFill/>
          <a:ln w="9525">
            <a:noFill/>
            <a:miter lim="800000"/>
            <a:headEnd/>
            <a:tailEnd/>
          </a:ln>
          <a:effectLst/>
        </p:spPr>
        <p:txBody>
          <a:bodyPr>
            <a:spAutoFit/>
          </a:bodyPr>
          <a:lstStyle/>
          <a:p>
            <a:pPr>
              <a:spcBef>
                <a:spcPct val="50000"/>
              </a:spcBef>
            </a:pPr>
            <a:r>
              <a:rPr lang="zh-CN" altLang="en-US" sz="2800">
                <a:latin typeface="宋体" charset="-122"/>
              </a:rPr>
              <a:t>    </a:t>
            </a:r>
            <a:r>
              <a:rPr lang="zh-CN" altLang="en-US" sz="2800">
                <a:solidFill>
                  <a:srgbClr val="CC0000"/>
                </a:solidFill>
                <a:latin typeface="宋体" charset="-122"/>
              </a:rPr>
              <a:t>例2</a:t>
            </a:r>
            <a:r>
              <a:rPr lang="zh-CN" altLang="en-US" sz="2800">
                <a:latin typeface="宋体" charset="-122"/>
              </a:rPr>
              <a:t> 中圆电流磁感强度公式也可写成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Righ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6922"/>
                                        </p:tgtEl>
                                        <p:attrNameLst>
                                          <p:attrName>style.visibility</p:attrName>
                                        </p:attrNameLst>
                                      </p:cBhvr>
                                      <p:to>
                                        <p:strVal val="visible"/>
                                      </p:to>
                                    </p:set>
                                    <p:animEffect transition="in" filter="blinds(horizontal)">
                                      <p:cBhvr>
                                        <p:cTn id="17" dur="500"/>
                                        <p:tgtEl>
                                          <p:spTgt spid="16692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6948"/>
                                        </p:tgtEl>
                                        <p:attrNameLst>
                                          <p:attrName>style.visibility</p:attrName>
                                        </p:attrNameLst>
                                      </p:cBhvr>
                                      <p:to>
                                        <p:strVal val="visible"/>
                                      </p:to>
                                    </p:set>
                                    <p:animEffect transition="in" filter="blinds(horizontal)">
                                      <p:cBhvr>
                                        <p:cTn id="22" dur="500"/>
                                        <p:tgtEl>
                                          <p:spTgt spid="16694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out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66930"/>
                                        </p:tgtEl>
                                        <p:attrNameLst>
                                          <p:attrName>style.visibility</p:attrName>
                                        </p:attrNameLst>
                                      </p:cBhvr>
                                      <p:to>
                                        <p:strVal val="visible"/>
                                      </p:to>
                                    </p:set>
                                    <p:animEffect transition="in" filter="box(out)">
                                      <p:cBhvr>
                                        <p:cTn id="32" dur="500"/>
                                        <p:tgtEl>
                                          <p:spTgt spid="16693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66946"/>
                                        </p:tgtEl>
                                        <p:attrNameLst>
                                          <p:attrName>style.visibility</p:attrName>
                                        </p:attrNameLst>
                                      </p:cBhvr>
                                      <p:to>
                                        <p:strVal val="visible"/>
                                      </p:to>
                                    </p:set>
                                    <p:animEffect transition="in" filter="box(out)">
                                      <p:cBhvr>
                                        <p:cTn id="37" dur="500"/>
                                        <p:tgtEl>
                                          <p:spTgt spid="16694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66945"/>
                                        </p:tgtEl>
                                        <p:attrNameLst>
                                          <p:attrName>style.visibility</p:attrName>
                                        </p:attrNameLst>
                                      </p:cBhvr>
                                      <p:to>
                                        <p:strVal val="visible"/>
                                      </p:to>
                                    </p:set>
                                    <p:animEffect transition="in" filter="box(out)">
                                      <p:cBhvr>
                                        <p:cTn id="42" dur="500"/>
                                        <p:tgtEl>
                                          <p:spTgt spid="16694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6947"/>
                                        </p:tgtEl>
                                        <p:attrNameLst>
                                          <p:attrName>style.visibility</p:attrName>
                                        </p:attrNameLst>
                                      </p:cBhvr>
                                      <p:to>
                                        <p:strVal val="visible"/>
                                      </p:to>
                                    </p:set>
                                    <p:animEffect transition="in" filter="blinds(horizontal)">
                                      <p:cBhvr>
                                        <p:cTn id="47" dur="500"/>
                                        <p:tgtEl>
                                          <p:spTgt spid="166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47" grpId="0" autoUpdateAnimBg="0"/>
      <p:bldP spid="16694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648200" y="2973387"/>
            <a:ext cx="4038600" cy="2971800"/>
            <a:chOff x="2976" y="2064"/>
            <a:chExt cx="2544" cy="1872"/>
          </a:xfrm>
        </p:grpSpPr>
        <p:sp>
          <p:nvSpPr>
            <p:cNvPr id="165891" name="Rectangle 3"/>
            <p:cNvSpPr>
              <a:spLocks noChangeArrowheads="1"/>
            </p:cNvSpPr>
            <p:nvPr/>
          </p:nvSpPr>
          <p:spPr bwMode="auto">
            <a:xfrm>
              <a:off x="2976" y="2064"/>
              <a:ext cx="2544" cy="1872"/>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5892" name="Line 4"/>
            <p:cNvSpPr>
              <a:spLocks noChangeShapeType="1"/>
            </p:cNvSpPr>
            <p:nvPr/>
          </p:nvSpPr>
          <p:spPr bwMode="auto">
            <a:xfrm>
              <a:off x="3360" y="2832"/>
              <a:ext cx="288" cy="0"/>
            </a:xfrm>
            <a:prstGeom prst="line">
              <a:avLst/>
            </a:prstGeom>
            <a:noFill/>
            <a:ln w="28575">
              <a:solidFill>
                <a:srgbClr val="0000FF"/>
              </a:solidFill>
              <a:round/>
              <a:headEnd/>
              <a:tailEnd/>
            </a:ln>
            <a:effectLst/>
          </p:spPr>
          <p:txBody>
            <a:bodyPr wrap="none"/>
            <a:lstStyle/>
            <a:p>
              <a:endParaRPr lang="zh-CN" altLang="en-US" sz="2800"/>
            </a:p>
          </p:txBody>
        </p:sp>
        <p:sp>
          <p:nvSpPr>
            <p:cNvPr id="165893" name="AutoShape 5"/>
            <p:cNvSpPr>
              <a:spLocks noChangeArrowheads="1"/>
            </p:cNvSpPr>
            <p:nvPr/>
          </p:nvSpPr>
          <p:spPr bwMode="auto">
            <a:xfrm>
              <a:off x="3648" y="2112"/>
              <a:ext cx="1392" cy="1392"/>
            </a:xfrm>
            <a:custGeom>
              <a:avLst/>
              <a:gdLst>
                <a:gd name="G0" fmla="+- 7873 0 0"/>
                <a:gd name="G1" fmla="+- 11648592 0 0"/>
                <a:gd name="G2" fmla="+- 0 0 11648592"/>
                <a:gd name="T0" fmla="*/ 0 256 1"/>
                <a:gd name="T1" fmla="*/ 180 256 1"/>
                <a:gd name="G3" fmla="+- 11648592 T0 T1"/>
                <a:gd name="T2" fmla="*/ 0 256 1"/>
                <a:gd name="T3" fmla="*/ 90 256 1"/>
                <a:gd name="G4" fmla="+- 11648592 T2 T3"/>
                <a:gd name="G5" fmla="*/ G4 2 1"/>
                <a:gd name="T4" fmla="*/ 90 256 1"/>
                <a:gd name="T5" fmla="*/ 0 256 1"/>
                <a:gd name="G6" fmla="+- 11648592 T4 T5"/>
                <a:gd name="G7" fmla="*/ G6 2 1"/>
                <a:gd name="G8" fmla="abs 1164859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7873"/>
                <a:gd name="G18" fmla="*/ 7873 1 2"/>
                <a:gd name="G19" fmla="+- G18 5400 0"/>
                <a:gd name="G20" fmla="cos G19 11648592"/>
                <a:gd name="G21" fmla="sin G19 11648592"/>
                <a:gd name="G22" fmla="+- G20 10800 0"/>
                <a:gd name="G23" fmla="+- G21 10800 0"/>
                <a:gd name="G24" fmla="+- 10800 0 G20"/>
                <a:gd name="G25" fmla="+- 7873 10800 0"/>
                <a:gd name="G26" fmla="?: G9 G17 G25"/>
                <a:gd name="G27" fmla="?: G9 0 21600"/>
                <a:gd name="G28" fmla="cos 10800 11648592"/>
                <a:gd name="G29" fmla="sin 10800 11648592"/>
                <a:gd name="G30" fmla="sin 7873 11648592"/>
                <a:gd name="G31" fmla="+- G28 10800 0"/>
                <a:gd name="G32" fmla="+- G29 10800 0"/>
                <a:gd name="G33" fmla="+- G30 10800 0"/>
                <a:gd name="G34" fmla="?: G4 0 G31"/>
                <a:gd name="G35" fmla="?: 11648592 G34 0"/>
                <a:gd name="G36" fmla="?: G6 G35 G31"/>
                <a:gd name="G37" fmla="+- 21600 0 G36"/>
                <a:gd name="G38" fmla="?: G4 0 G33"/>
                <a:gd name="G39" fmla="?: 11648592 G38 G32"/>
                <a:gd name="G40" fmla="?: G6 G39 0"/>
                <a:gd name="G41" fmla="?: G4 G32 21600"/>
                <a:gd name="G42" fmla="?: G6 G41 G33"/>
                <a:gd name="T12" fmla="*/ 10800 w 21600"/>
                <a:gd name="T13" fmla="*/ 0 h 21600"/>
                <a:gd name="T14" fmla="*/ 1470 w 21600"/>
                <a:gd name="T15" fmla="*/ 11167 h 21600"/>
                <a:gd name="T16" fmla="*/ 10800 w 21600"/>
                <a:gd name="T17" fmla="*/ 2927 h 21600"/>
                <a:gd name="T18" fmla="*/ 20130 w 21600"/>
                <a:gd name="T19" fmla="*/ 1116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33" y="11109"/>
                  </a:moveTo>
                  <a:cubicBezTo>
                    <a:pt x="2929" y="11006"/>
                    <a:pt x="2927" y="10903"/>
                    <a:pt x="2927" y="10800"/>
                  </a:cubicBezTo>
                  <a:cubicBezTo>
                    <a:pt x="2927" y="6451"/>
                    <a:pt x="6451" y="2927"/>
                    <a:pt x="10800" y="2927"/>
                  </a:cubicBezTo>
                  <a:cubicBezTo>
                    <a:pt x="15148" y="2927"/>
                    <a:pt x="18673" y="6451"/>
                    <a:pt x="18673" y="10800"/>
                  </a:cubicBezTo>
                  <a:cubicBezTo>
                    <a:pt x="18673" y="10903"/>
                    <a:pt x="18670" y="11006"/>
                    <a:pt x="18666" y="11109"/>
                  </a:cubicBezTo>
                  <a:lnTo>
                    <a:pt x="21591" y="11225"/>
                  </a:lnTo>
                  <a:cubicBezTo>
                    <a:pt x="21597" y="11083"/>
                    <a:pt x="21600" y="10941"/>
                    <a:pt x="21600" y="10800"/>
                  </a:cubicBezTo>
                  <a:cubicBezTo>
                    <a:pt x="21600" y="4835"/>
                    <a:pt x="16764" y="0"/>
                    <a:pt x="10800" y="0"/>
                  </a:cubicBezTo>
                  <a:cubicBezTo>
                    <a:pt x="4835" y="0"/>
                    <a:pt x="0" y="4835"/>
                    <a:pt x="0" y="10800"/>
                  </a:cubicBezTo>
                  <a:cubicBezTo>
                    <a:pt x="-1" y="10941"/>
                    <a:pt x="2" y="11083"/>
                    <a:pt x="8" y="11225"/>
                  </a:cubicBezTo>
                  <a:close/>
                </a:path>
              </a:pathLst>
            </a:custGeom>
            <a:noFill/>
            <a:ln w="28575">
              <a:solidFill>
                <a:srgbClr val="0000FF"/>
              </a:solidFill>
              <a:miter lim="800000"/>
              <a:headEnd/>
              <a:tailEnd/>
            </a:ln>
            <a:effectLst/>
          </p:spPr>
          <p:txBody>
            <a:bodyPr wrap="none" anchor="ctr"/>
            <a:lstStyle/>
            <a:p>
              <a:endParaRPr lang="zh-CN" altLang="en-US" sz="2800"/>
            </a:p>
          </p:txBody>
        </p:sp>
        <p:sp>
          <p:nvSpPr>
            <p:cNvPr id="165894" name="Line 6"/>
            <p:cNvSpPr>
              <a:spLocks noChangeShapeType="1"/>
            </p:cNvSpPr>
            <p:nvPr/>
          </p:nvSpPr>
          <p:spPr bwMode="auto">
            <a:xfrm>
              <a:off x="3120" y="2832"/>
              <a:ext cx="240" cy="0"/>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5895" name="Line 7"/>
            <p:cNvSpPr>
              <a:spLocks noChangeShapeType="1"/>
            </p:cNvSpPr>
            <p:nvPr/>
          </p:nvSpPr>
          <p:spPr bwMode="auto">
            <a:xfrm>
              <a:off x="3840" y="2832"/>
              <a:ext cx="0" cy="336"/>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65896" name="Line 8"/>
            <p:cNvSpPr>
              <a:spLocks noChangeShapeType="1"/>
            </p:cNvSpPr>
            <p:nvPr/>
          </p:nvSpPr>
          <p:spPr bwMode="auto">
            <a:xfrm>
              <a:off x="3840" y="3072"/>
              <a:ext cx="0" cy="240"/>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5897" name="Line 9"/>
            <p:cNvSpPr>
              <a:spLocks noChangeShapeType="1"/>
            </p:cNvSpPr>
            <p:nvPr/>
          </p:nvSpPr>
          <p:spPr bwMode="auto">
            <a:xfrm flipV="1">
              <a:off x="3840" y="2832"/>
              <a:ext cx="1008" cy="0"/>
            </a:xfrm>
            <a:prstGeom prst="line">
              <a:avLst/>
            </a:prstGeom>
            <a:noFill/>
            <a:ln w="22225">
              <a:solidFill>
                <a:srgbClr val="000000"/>
              </a:solidFill>
              <a:prstDash val="dash"/>
              <a:round/>
              <a:headEnd/>
              <a:tailEnd type="none" w="sm" len="lg"/>
            </a:ln>
            <a:effectLst/>
          </p:spPr>
          <p:txBody>
            <a:bodyPr wrap="none" anchor="ctr"/>
            <a:lstStyle/>
            <a:p>
              <a:endParaRPr lang="zh-CN" altLang="en-US" sz="2800"/>
            </a:p>
          </p:txBody>
        </p:sp>
        <p:sp>
          <p:nvSpPr>
            <p:cNvPr id="165898" name="Text Box 10"/>
            <p:cNvSpPr txBox="1">
              <a:spLocks noChangeArrowheads="1"/>
            </p:cNvSpPr>
            <p:nvPr/>
          </p:nvSpPr>
          <p:spPr bwMode="auto">
            <a:xfrm>
              <a:off x="4416" y="2784"/>
              <a:ext cx="212" cy="327"/>
            </a:xfrm>
            <a:prstGeom prst="rect">
              <a:avLst/>
            </a:prstGeom>
            <a:noFill/>
            <a:ln w="9525">
              <a:noFill/>
              <a:miter lim="800000"/>
              <a:headEnd/>
              <a:tailEnd/>
            </a:ln>
            <a:effectLst/>
          </p:spPr>
          <p:txBody>
            <a:bodyPr>
              <a:spAutoFit/>
            </a:bodyPr>
            <a:lstStyle/>
            <a:p>
              <a:pPr>
                <a:spcBef>
                  <a:spcPct val="50000"/>
                </a:spcBef>
              </a:pPr>
              <a:r>
                <a:rPr lang="en-US" altLang="zh-CN" sz="2800" b="0" i="1"/>
                <a:t>o</a:t>
              </a:r>
            </a:p>
          </p:txBody>
        </p:sp>
        <p:sp>
          <p:nvSpPr>
            <p:cNvPr id="165899" name="Line 11"/>
            <p:cNvSpPr>
              <a:spLocks noChangeShapeType="1"/>
            </p:cNvSpPr>
            <p:nvPr/>
          </p:nvSpPr>
          <p:spPr bwMode="auto">
            <a:xfrm>
              <a:off x="4320" y="2112"/>
              <a:ext cx="144"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65900" name="Line 12"/>
            <p:cNvSpPr>
              <a:spLocks noChangeShapeType="1"/>
            </p:cNvSpPr>
            <p:nvPr/>
          </p:nvSpPr>
          <p:spPr bwMode="auto">
            <a:xfrm flipH="1">
              <a:off x="4272" y="2304"/>
              <a:ext cx="144"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65901" name="Line 13"/>
            <p:cNvSpPr>
              <a:spLocks noChangeShapeType="1"/>
            </p:cNvSpPr>
            <p:nvPr/>
          </p:nvSpPr>
          <p:spPr bwMode="auto">
            <a:xfrm>
              <a:off x="3840" y="2928"/>
              <a:ext cx="0" cy="144"/>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65902" name="Text Box 14"/>
            <p:cNvSpPr txBox="1">
              <a:spLocks noChangeArrowheads="1"/>
            </p:cNvSpPr>
            <p:nvPr/>
          </p:nvSpPr>
          <p:spPr bwMode="auto">
            <a:xfrm>
              <a:off x="3504" y="2400"/>
              <a:ext cx="173" cy="330"/>
            </a:xfrm>
            <a:prstGeom prst="rect">
              <a:avLst/>
            </a:prstGeom>
            <a:noFill/>
            <a:ln w="9525">
              <a:noFill/>
              <a:miter lim="800000"/>
              <a:headEnd/>
              <a:tailEnd/>
            </a:ln>
            <a:effectLst/>
          </p:spPr>
          <p:txBody>
            <a:bodyPr wrap="none">
              <a:spAutoFit/>
            </a:bodyPr>
            <a:lstStyle/>
            <a:p>
              <a:pPr>
                <a:spcBef>
                  <a:spcPct val="50000"/>
                </a:spcBef>
              </a:pPr>
              <a:r>
                <a:rPr lang="en-US" altLang="zh-CN" sz="2800" b="0" i="1"/>
                <a:t>I</a:t>
              </a:r>
            </a:p>
          </p:txBody>
        </p:sp>
        <p:sp>
          <p:nvSpPr>
            <p:cNvPr id="165903" name="Line 15"/>
            <p:cNvSpPr>
              <a:spLocks noChangeShapeType="1"/>
            </p:cNvSpPr>
            <p:nvPr/>
          </p:nvSpPr>
          <p:spPr bwMode="auto">
            <a:xfrm flipV="1">
              <a:off x="4320" y="2400"/>
              <a:ext cx="336" cy="432"/>
            </a:xfrm>
            <a:prstGeom prst="line">
              <a:avLst/>
            </a:prstGeom>
            <a:noFill/>
            <a:ln w="22225">
              <a:solidFill>
                <a:schemeClr val="tx2"/>
              </a:solidFill>
              <a:round/>
              <a:headEnd/>
              <a:tailEnd type="triangle" w="sm" len="lg"/>
            </a:ln>
            <a:effectLst/>
          </p:spPr>
          <p:txBody>
            <a:bodyPr wrap="none" anchor="ctr"/>
            <a:lstStyle/>
            <a:p>
              <a:endParaRPr lang="zh-CN" altLang="en-US" sz="2800"/>
            </a:p>
          </p:txBody>
        </p:sp>
        <p:sp>
          <p:nvSpPr>
            <p:cNvPr id="165904" name="Line 16"/>
            <p:cNvSpPr>
              <a:spLocks noChangeShapeType="1"/>
            </p:cNvSpPr>
            <p:nvPr/>
          </p:nvSpPr>
          <p:spPr bwMode="auto">
            <a:xfrm flipV="1">
              <a:off x="4320" y="2544"/>
              <a:ext cx="672" cy="288"/>
            </a:xfrm>
            <a:prstGeom prst="line">
              <a:avLst/>
            </a:prstGeom>
            <a:noFill/>
            <a:ln w="22225">
              <a:solidFill>
                <a:schemeClr val="tx2"/>
              </a:solidFill>
              <a:round/>
              <a:headEnd/>
              <a:tailEnd type="triangle" w="sm" len="lg"/>
            </a:ln>
            <a:effectLst/>
          </p:spPr>
          <p:txBody>
            <a:bodyPr wrap="none" anchor="ctr"/>
            <a:lstStyle/>
            <a:p>
              <a:endParaRPr lang="zh-CN" altLang="en-US" sz="2800"/>
            </a:p>
          </p:txBody>
        </p:sp>
        <p:graphicFrame>
          <p:nvGraphicFramePr>
            <p:cNvPr id="165905" name="Object 17"/>
            <p:cNvGraphicFramePr>
              <a:graphicFrameLocks noChangeAspect="1"/>
            </p:cNvGraphicFramePr>
            <p:nvPr/>
          </p:nvGraphicFramePr>
          <p:xfrm>
            <a:off x="4992" y="2304"/>
            <a:ext cx="273" cy="308"/>
          </p:xfrm>
          <a:graphic>
            <a:graphicData uri="http://schemas.openxmlformats.org/presentationml/2006/ole">
              <p:oleObj spid="_x0000_s1003528" name="公式" r:id="rId3" imgW="190440" imgH="215640" progId="Equation.3">
                <p:embed/>
              </p:oleObj>
            </a:graphicData>
          </a:graphic>
        </p:graphicFrame>
        <p:graphicFrame>
          <p:nvGraphicFramePr>
            <p:cNvPr id="165906" name="Object 18"/>
            <p:cNvGraphicFramePr>
              <a:graphicFrameLocks noChangeAspect="1"/>
            </p:cNvGraphicFramePr>
            <p:nvPr/>
          </p:nvGraphicFramePr>
          <p:xfrm>
            <a:off x="4272" y="2332"/>
            <a:ext cx="253" cy="308"/>
          </p:xfrm>
          <a:graphic>
            <a:graphicData uri="http://schemas.openxmlformats.org/presentationml/2006/ole">
              <p:oleObj spid="_x0000_s1003529" name="公式" r:id="rId4" imgW="177480" imgH="215640" progId="Equation.3">
                <p:embed/>
              </p:oleObj>
            </a:graphicData>
          </a:graphic>
        </p:graphicFrame>
        <p:sp>
          <p:nvSpPr>
            <p:cNvPr id="165907" name="Line 19"/>
            <p:cNvSpPr>
              <a:spLocks noChangeShapeType="1"/>
            </p:cNvSpPr>
            <p:nvPr/>
          </p:nvSpPr>
          <p:spPr bwMode="auto">
            <a:xfrm flipH="1">
              <a:off x="4848" y="2832"/>
              <a:ext cx="96"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65908" name="Rectangle 20"/>
            <p:cNvSpPr>
              <a:spLocks noChangeArrowheads="1"/>
            </p:cNvSpPr>
            <p:nvPr/>
          </p:nvSpPr>
          <p:spPr bwMode="auto">
            <a:xfrm>
              <a:off x="3072" y="2080"/>
              <a:ext cx="684" cy="330"/>
            </a:xfrm>
            <a:prstGeom prst="rect">
              <a:avLst/>
            </a:prstGeom>
            <a:noFill/>
            <a:ln w="9525">
              <a:noFill/>
              <a:miter lim="800000"/>
              <a:headEnd/>
              <a:tailEnd/>
            </a:ln>
            <a:effectLst/>
          </p:spPr>
          <p:txBody>
            <a:bodyPr wrap="none">
              <a:spAutoFit/>
            </a:bodyPr>
            <a:lstStyle/>
            <a:p>
              <a:pPr>
                <a:spcBef>
                  <a:spcPct val="50000"/>
                </a:spcBef>
              </a:pPr>
              <a:r>
                <a:rPr lang="zh-CN" altLang="en-US" sz="2800"/>
                <a:t>（</a:t>
              </a:r>
              <a:r>
                <a:rPr lang="zh-CN" altLang="en-US" sz="2800">
                  <a:solidFill>
                    <a:srgbClr val="CC0000"/>
                  </a:solidFill>
                </a:rPr>
                <a:t>5</a:t>
              </a:r>
              <a:r>
                <a:rPr lang="zh-CN" altLang="en-US" sz="2800"/>
                <a:t>）</a:t>
              </a:r>
            </a:p>
          </p:txBody>
        </p:sp>
        <p:sp>
          <p:nvSpPr>
            <p:cNvPr id="165909" name="Line 21"/>
            <p:cNvSpPr>
              <a:spLocks noChangeShapeType="1"/>
            </p:cNvSpPr>
            <p:nvPr/>
          </p:nvSpPr>
          <p:spPr bwMode="auto">
            <a:xfrm>
              <a:off x="3312" y="2832"/>
              <a:ext cx="336" cy="0"/>
            </a:xfrm>
            <a:prstGeom prst="line">
              <a:avLst/>
            </a:prstGeom>
            <a:noFill/>
            <a:ln w="28575">
              <a:solidFill>
                <a:srgbClr val="0000FF"/>
              </a:solidFill>
              <a:round/>
              <a:headEnd/>
              <a:tailEnd/>
            </a:ln>
            <a:effectLst/>
          </p:spPr>
          <p:txBody>
            <a:bodyPr wrap="none"/>
            <a:lstStyle/>
            <a:p>
              <a:endParaRPr lang="zh-CN" altLang="en-US" sz="2800"/>
            </a:p>
          </p:txBody>
        </p:sp>
        <p:sp>
          <p:nvSpPr>
            <p:cNvPr id="165910" name="Line 22"/>
            <p:cNvSpPr>
              <a:spLocks noChangeShapeType="1"/>
            </p:cNvSpPr>
            <p:nvPr/>
          </p:nvSpPr>
          <p:spPr bwMode="auto">
            <a:xfrm>
              <a:off x="3456" y="2832"/>
              <a:ext cx="96"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65911" name="Text Box 23"/>
            <p:cNvSpPr txBox="1">
              <a:spLocks noChangeArrowheads="1"/>
            </p:cNvSpPr>
            <p:nvPr/>
          </p:nvSpPr>
          <p:spPr bwMode="auto">
            <a:xfrm>
              <a:off x="4224" y="2729"/>
              <a:ext cx="288" cy="327"/>
            </a:xfrm>
            <a:prstGeom prst="rect">
              <a:avLst/>
            </a:prstGeom>
            <a:noFill/>
            <a:ln w="9525">
              <a:noFill/>
              <a:miter lim="800000"/>
              <a:headEnd/>
              <a:tailEnd/>
            </a:ln>
            <a:effectLst/>
          </p:spPr>
          <p:txBody>
            <a:bodyPr>
              <a:spAutoFit/>
            </a:bodyPr>
            <a:lstStyle/>
            <a:p>
              <a:pPr>
                <a:spcBef>
                  <a:spcPct val="50000"/>
                </a:spcBef>
              </a:pPr>
              <a:r>
                <a:rPr lang="zh-CN" altLang="en-US" sz="2800" i="1"/>
                <a:t>*</a:t>
              </a:r>
            </a:p>
          </p:txBody>
        </p:sp>
        <p:sp>
          <p:nvSpPr>
            <p:cNvPr id="165912" name="Line 24"/>
            <p:cNvSpPr>
              <a:spLocks noChangeShapeType="1"/>
            </p:cNvSpPr>
            <p:nvPr/>
          </p:nvSpPr>
          <p:spPr bwMode="auto">
            <a:xfrm>
              <a:off x="3648" y="2832"/>
              <a:ext cx="192" cy="0"/>
            </a:xfrm>
            <a:prstGeom prst="line">
              <a:avLst/>
            </a:prstGeom>
            <a:noFill/>
            <a:ln w="38100">
              <a:solidFill>
                <a:schemeClr val="bg1"/>
              </a:solidFill>
              <a:round/>
              <a:headEnd/>
              <a:tailEnd/>
            </a:ln>
            <a:effectLst/>
          </p:spPr>
          <p:txBody>
            <a:bodyPr wrap="none"/>
            <a:lstStyle/>
            <a:p>
              <a:endParaRPr lang="zh-CN" altLang="en-US" sz="2800"/>
            </a:p>
          </p:txBody>
        </p:sp>
      </p:grpSp>
      <p:grpSp>
        <p:nvGrpSpPr>
          <p:cNvPr id="3" name="Group 25"/>
          <p:cNvGrpSpPr>
            <a:grpSpLocks/>
          </p:cNvGrpSpPr>
          <p:nvPr/>
        </p:nvGrpSpPr>
        <p:grpSpPr bwMode="auto">
          <a:xfrm>
            <a:off x="4572000" y="609600"/>
            <a:ext cx="4114800" cy="2347912"/>
            <a:chOff x="2928" y="528"/>
            <a:chExt cx="2592" cy="1479"/>
          </a:xfrm>
        </p:grpSpPr>
        <p:sp>
          <p:nvSpPr>
            <p:cNvPr id="165914" name="Rectangle 26"/>
            <p:cNvSpPr>
              <a:spLocks noChangeArrowheads="1"/>
            </p:cNvSpPr>
            <p:nvPr/>
          </p:nvSpPr>
          <p:spPr bwMode="auto">
            <a:xfrm>
              <a:off x="2976" y="528"/>
              <a:ext cx="2544" cy="144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5915" name="Text Box 27"/>
            <p:cNvSpPr txBox="1">
              <a:spLocks noChangeArrowheads="1"/>
            </p:cNvSpPr>
            <p:nvPr/>
          </p:nvSpPr>
          <p:spPr bwMode="auto">
            <a:xfrm>
              <a:off x="2928" y="672"/>
              <a:ext cx="172" cy="327"/>
            </a:xfrm>
            <a:prstGeom prst="rect">
              <a:avLst/>
            </a:prstGeom>
            <a:noFill/>
            <a:ln w="9525">
              <a:noFill/>
              <a:miter lim="800000"/>
              <a:headEnd/>
              <a:tailEnd/>
            </a:ln>
            <a:effectLst/>
          </p:spPr>
          <p:txBody>
            <a:bodyPr wrap="none">
              <a:spAutoFit/>
            </a:bodyPr>
            <a:lstStyle/>
            <a:p>
              <a:pPr>
                <a:spcBef>
                  <a:spcPct val="50000"/>
                </a:spcBef>
              </a:pPr>
              <a:r>
                <a:rPr lang="zh-CN" altLang="en-US" sz="2800" i="1"/>
                <a:t> </a:t>
              </a:r>
              <a:endParaRPr lang="zh-CN" altLang="zh-CN" sz="2800" i="1"/>
            </a:p>
          </p:txBody>
        </p:sp>
        <p:sp>
          <p:nvSpPr>
            <p:cNvPr id="165916" name="Line 28"/>
            <p:cNvSpPr>
              <a:spLocks noChangeShapeType="1"/>
            </p:cNvSpPr>
            <p:nvPr/>
          </p:nvSpPr>
          <p:spPr bwMode="auto">
            <a:xfrm>
              <a:off x="3456" y="1776"/>
              <a:ext cx="576" cy="0"/>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65917" name="Line 29"/>
            <p:cNvSpPr>
              <a:spLocks noChangeShapeType="1"/>
            </p:cNvSpPr>
            <p:nvPr/>
          </p:nvSpPr>
          <p:spPr bwMode="auto">
            <a:xfrm flipV="1">
              <a:off x="4032" y="1104"/>
              <a:ext cx="0" cy="672"/>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65918" name="Line 30"/>
            <p:cNvSpPr>
              <a:spLocks noChangeShapeType="1"/>
            </p:cNvSpPr>
            <p:nvPr/>
          </p:nvSpPr>
          <p:spPr bwMode="auto">
            <a:xfrm flipH="1">
              <a:off x="3168" y="1776"/>
              <a:ext cx="288" cy="0"/>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5919" name="Line 31"/>
            <p:cNvSpPr>
              <a:spLocks noChangeShapeType="1"/>
            </p:cNvSpPr>
            <p:nvPr/>
          </p:nvSpPr>
          <p:spPr bwMode="auto">
            <a:xfrm flipV="1">
              <a:off x="4032" y="816"/>
              <a:ext cx="0" cy="336"/>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5920" name="Line 32"/>
            <p:cNvSpPr>
              <a:spLocks noChangeShapeType="1"/>
            </p:cNvSpPr>
            <p:nvPr/>
          </p:nvSpPr>
          <p:spPr bwMode="auto">
            <a:xfrm>
              <a:off x="4032" y="1776"/>
              <a:ext cx="480" cy="0"/>
            </a:xfrm>
            <a:prstGeom prst="line">
              <a:avLst/>
            </a:prstGeom>
            <a:noFill/>
            <a:ln w="22225">
              <a:solidFill>
                <a:srgbClr val="000000"/>
              </a:solidFill>
              <a:prstDash val="dash"/>
              <a:round/>
              <a:headEnd/>
              <a:tailEnd type="none" w="sm" len="lg"/>
            </a:ln>
            <a:effectLst/>
          </p:spPr>
          <p:txBody>
            <a:bodyPr wrap="none" anchor="ctr"/>
            <a:lstStyle/>
            <a:p>
              <a:endParaRPr lang="zh-CN" altLang="en-US" sz="2800"/>
            </a:p>
          </p:txBody>
        </p:sp>
        <p:sp>
          <p:nvSpPr>
            <p:cNvPr id="165921" name="Text Box 33"/>
            <p:cNvSpPr txBox="1">
              <a:spLocks noChangeArrowheads="1"/>
            </p:cNvSpPr>
            <p:nvPr/>
          </p:nvSpPr>
          <p:spPr bwMode="auto">
            <a:xfrm>
              <a:off x="4460" y="1680"/>
              <a:ext cx="253" cy="327"/>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9900CC"/>
                  </a:solidFill>
                </a:rPr>
                <a:t>A</a:t>
              </a:r>
            </a:p>
          </p:txBody>
        </p:sp>
        <p:sp>
          <p:nvSpPr>
            <p:cNvPr id="165922" name="Text Box 34"/>
            <p:cNvSpPr txBox="1">
              <a:spLocks noChangeArrowheads="1"/>
            </p:cNvSpPr>
            <p:nvPr/>
          </p:nvSpPr>
          <p:spPr bwMode="auto">
            <a:xfrm>
              <a:off x="4080" y="1488"/>
              <a:ext cx="232" cy="330"/>
            </a:xfrm>
            <a:prstGeom prst="rect">
              <a:avLst/>
            </a:prstGeom>
            <a:noFill/>
            <a:ln w="9525">
              <a:noFill/>
              <a:miter lim="800000"/>
              <a:headEnd/>
              <a:tailEnd/>
            </a:ln>
            <a:effectLst/>
          </p:spPr>
          <p:txBody>
            <a:bodyPr wrap="none">
              <a:spAutoFit/>
            </a:bodyPr>
            <a:lstStyle/>
            <a:p>
              <a:pPr>
                <a:spcBef>
                  <a:spcPct val="50000"/>
                </a:spcBef>
              </a:pPr>
              <a:r>
                <a:rPr lang="en-US" altLang="zh-CN" sz="2800" i="1"/>
                <a:t>d</a:t>
              </a:r>
            </a:p>
          </p:txBody>
        </p:sp>
        <p:sp>
          <p:nvSpPr>
            <p:cNvPr id="165923" name="Line 35"/>
            <p:cNvSpPr>
              <a:spLocks noChangeShapeType="1"/>
            </p:cNvSpPr>
            <p:nvPr/>
          </p:nvSpPr>
          <p:spPr bwMode="auto">
            <a:xfrm>
              <a:off x="3648" y="1776"/>
              <a:ext cx="144" cy="0"/>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5924" name="Line 36"/>
            <p:cNvSpPr>
              <a:spLocks noChangeShapeType="1"/>
            </p:cNvSpPr>
            <p:nvPr/>
          </p:nvSpPr>
          <p:spPr bwMode="auto">
            <a:xfrm flipV="1">
              <a:off x="4032" y="1296"/>
              <a:ext cx="0" cy="144"/>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5925" name="Rectangle 37"/>
            <p:cNvSpPr>
              <a:spLocks noChangeArrowheads="1"/>
            </p:cNvSpPr>
            <p:nvPr/>
          </p:nvSpPr>
          <p:spPr bwMode="auto">
            <a:xfrm>
              <a:off x="3072" y="544"/>
              <a:ext cx="684" cy="330"/>
            </a:xfrm>
            <a:prstGeom prst="rect">
              <a:avLst/>
            </a:prstGeom>
            <a:noFill/>
            <a:ln w="9525">
              <a:noFill/>
              <a:miter lim="800000"/>
              <a:headEnd/>
              <a:tailEnd/>
            </a:ln>
            <a:effectLst/>
          </p:spPr>
          <p:txBody>
            <a:bodyPr wrap="none">
              <a:spAutoFit/>
            </a:bodyPr>
            <a:lstStyle/>
            <a:p>
              <a:pPr>
                <a:spcBef>
                  <a:spcPct val="50000"/>
                </a:spcBef>
              </a:pPr>
              <a:r>
                <a:rPr lang="zh-CN" altLang="en-US" sz="2800"/>
                <a:t>（</a:t>
              </a:r>
              <a:r>
                <a:rPr lang="zh-CN" altLang="en-US" sz="2800">
                  <a:solidFill>
                    <a:srgbClr val="CC0000"/>
                  </a:solidFill>
                </a:rPr>
                <a:t>4</a:t>
              </a:r>
              <a:r>
                <a:rPr lang="zh-CN" altLang="en-US" sz="2800"/>
                <a:t>）</a:t>
              </a:r>
            </a:p>
          </p:txBody>
        </p:sp>
        <p:sp>
          <p:nvSpPr>
            <p:cNvPr id="165926" name="Text Box 38"/>
            <p:cNvSpPr txBox="1">
              <a:spLocks noChangeArrowheads="1"/>
            </p:cNvSpPr>
            <p:nvPr/>
          </p:nvSpPr>
          <p:spPr bwMode="auto">
            <a:xfrm>
              <a:off x="4380" y="1641"/>
              <a:ext cx="228" cy="327"/>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grpSp>
      <p:grpSp>
        <p:nvGrpSpPr>
          <p:cNvPr id="4" name="Group 39"/>
          <p:cNvGrpSpPr>
            <a:grpSpLocks/>
          </p:cNvGrpSpPr>
          <p:nvPr/>
        </p:nvGrpSpPr>
        <p:grpSpPr bwMode="auto">
          <a:xfrm>
            <a:off x="304800" y="2438400"/>
            <a:ext cx="4191000" cy="1981200"/>
            <a:chOff x="240" y="1680"/>
            <a:chExt cx="2640" cy="1248"/>
          </a:xfrm>
        </p:grpSpPr>
        <p:sp>
          <p:nvSpPr>
            <p:cNvPr id="165928" name="Rectangle 40"/>
            <p:cNvSpPr>
              <a:spLocks noChangeArrowheads="1"/>
            </p:cNvSpPr>
            <p:nvPr/>
          </p:nvSpPr>
          <p:spPr bwMode="auto">
            <a:xfrm>
              <a:off x="336" y="1728"/>
              <a:ext cx="2544" cy="100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5929" name="Text Box 41"/>
            <p:cNvSpPr txBox="1">
              <a:spLocks noChangeArrowheads="1"/>
            </p:cNvSpPr>
            <p:nvPr/>
          </p:nvSpPr>
          <p:spPr bwMode="auto">
            <a:xfrm>
              <a:off x="976" y="2304"/>
              <a:ext cx="416" cy="327"/>
            </a:xfrm>
            <a:prstGeom prst="rect">
              <a:avLst/>
            </a:prstGeom>
            <a:noFill/>
            <a:ln w="9525">
              <a:noFill/>
              <a:miter lim="800000"/>
              <a:headEnd/>
              <a:tailEnd/>
            </a:ln>
            <a:effectLst/>
          </p:spPr>
          <p:txBody>
            <a:bodyPr>
              <a:spAutoFit/>
            </a:bodyPr>
            <a:lstStyle/>
            <a:p>
              <a:pPr>
                <a:spcBef>
                  <a:spcPct val="50000"/>
                </a:spcBef>
              </a:pPr>
              <a:r>
                <a:rPr lang="en-US" altLang="zh-CN" sz="2800" b="0" i="1"/>
                <a:t>o</a:t>
              </a:r>
            </a:p>
          </p:txBody>
        </p:sp>
        <p:sp>
          <p:nvSpPr>
            <p:cNvPr id="165930" name="Rectangle 42"/>
            <p:cNvSpPr>
              <a:spLocks noChangeArrowheads="1"/>
            </p:cNvSpPr>
            <p:nvPr/>
          </p:nvSpPr>
          <p:spPr bwMode="auto">
            <a:xfrm>
              <a:off x="240" y="1696"/>
              <a:ext cx="454" cy="327"/>
            </a:xfrm>
            <a:prstGeom prst="rect">
              <a:avLst/>
            </a:prstGeom>
            <a:noFill/>
            <a:ln w="9525">
              <a:noFill/>
              <a:miter lim="800000"/>
              <a:headEnd/>
              <a:tailEnd/>
            </a:ln>
            <a:effectLst/>
          </p:spPr>
          <p:txBody>
            <a:bodyPr wrap="none">
              <a:spAutoFit/>
            </a:bodyPr>
            <a:lstStyle/>
            <a:p>
              <a:pPr>
                <a:spcBef>
                  <a:spcPct val="50000"/>
                </a:spcBef>
              </a:pPr>
              <a:r>
                <a:rPr lang="zh-CN" altLang="en-US" sz="2800"/>
                <a:t>（</a:t>
              </a:r>
              <a:r>
                <a:rPr lang="zh-CN" altLang="en-US" sz="2800">
                  <a:solidFill>
                    <a:srgbClr val="CC0000"/>
                  </a:solidFill>
                </a:rPr>
                <a:t>2</a:t>
              </a:r>
            </a:p>
          </p:txBody>
        </p:sp>
        <p:sp>
          <p:nvSpPr>
            <p:cNvPr id="165931" name="Line 43"/>
            <p:cNvSpPr>
              <a:spLocks noChangeShapeType="1"/>
            </p:cNvSpPr>
            <p:nvPr/>
          </p:nvSpPr>
          <p:spPr bwMode="auto">
            <a:xfrm flipV="1">
              <a:off x="720" y="2400"/>
              <a:ext cx="1008" cy="0"/>
            </a:xfrm>
            <a:prstGeom prst="line">
              <a:avLst/>
            </a:prstGeom>
            <a:noFill/>
            <a:ln w="22225">
              <a:solidFill>
                <a:schemeClr val="tx1"/>
              </a:solidFill>
              <a:prstDash val="dash"/>
              <a:round/>
              <a:headEnd/>
              <a:tailEnd type="none" w="sm" len="lg"/>
            </a:ln>
            <a:effectLst/>
          </p:spPr>
          <p:txBody>
            <a:bodyPr wrap="none" anchor="ctr"/>
            <a:lstStyle/>
            <a:p>
              <a:endParaRPr lang="zh-CN" altLang="en-US" sz="2800"/>
            </a:p>
          </p:txBody>
        </p:sp>
        <p:sp>
          <p:nvSpPr>
            <p:cNvPr id="165932" name="Line 44"/>
            <p:cNvSpPr>
              <a:spLocks noChangeShapeType="1"/>
            </p:cNvSpPr>
            <p:nvPr/>
          </p:nvSpPr>
          <p:spPr bwMode="auto">
            <a:xfrm flipV="1">
              <a:off x="1200" y="2064"/>
              <a:ext cx="384" cy="336"/>
            </a:xfrm>
            <a:prstGeom prst="line">
              <a:avLst/>
            </a:prstGeom>
            <a:noFill/>
            <a:ln w="19050">
              <a:solidFill>
                <a:schemeClr val="tx2"/>
              </a:solidFill>
              <a:round/>
              <a:headEnd/>
              <a:tailEnd type="triangle" w="sm" len="lg"/>
            </a:ln>
            <a:effectLst/>
          </p:spPr>
          <p:txBody>
            <a:bodyPr wrap="none" anchor="ctr"/>
            <a:lstStyle/>
            <a:p>
              <a:endParaRPr lang="zh-CN" altLang="en-US" sz="2800"/>
            </a:p>
          </p:txBody>
        </p:sp>
        <p:sp>
          <p:nvSpPr>
            <p:cNvPr id="165933" name="Text Box 45"/>
            <p:cNvSpPr txBox="1">
              <a:spLocks noChangeArrowheads="1"/>
            </p:cNvSpPr>
            <p:nvPr/>
          </p:nvSpPr>
          <p:spPr bwMode="auto">
            <a:xfrm>
              <a:off x="1200" y="2016"/>
              <a:ext cx="240" cy="330"/>
            </a:xfrm>
            <a:prstGeom prst="rect">
              <a:avLst/>
            </a:prstGeom>
            <a:noFill/>
            <a:ln w="9525">
              <a:noFill/>
              <a:miter lim="800000"/>
              <a:headEnd/>
              <a:tailEnd/>
            </a:ln>
            <a:effectLst/>
          </p:spPr>
          <p:txBody>
            <a:bodyPr wrap="none">
              <a:spAutoFit/>
            </a:bodyPr>
            <a:lstStyle/>
            <a:p>
              <a:pPr>
                <a:spcBef>
                  <a:spcPct val="50000"/>
                </a:spcBef>
              </a:pPr>
              <a:r>
                <a:rPr lang="en-US" altLang="zh-CN" sz="2800" b="0" i="1"/>
                <a:t>R</a:t>
              </a:r>
            </a:p>
          </p:txBody>
        </p:sp>
        <p:sp>
          <p:nvSpPr>
            <p:cNvPr id="165934" name="Oval 46"/>
            <p:cNvSpPr>
              <a:spLocks noChangeArrowheads="1"/>
            </p:cNvSpPr>
            <p:nvPr/>
          </p:nvSpPr>
          <p:spPr bwMode="auto">
            <a:xfrm>
              <a:off x="1152" y="2352"/>
              <a:ext cx="144" cy="144"/>
            </a:xfrm>
            <a:prstGeom prst="ellipse">
              <a:avLst/>
            </a:prstGeom>
            <a:solidFill>
              <a:schemeClr val="accent1"/>
            </a:solidFill>
            <a:ln w="9525">
              <a:solidFill>
                <a:schemeClr val="tx1"/>
              </a:solidFill>
              <a:round/>
              <a:headEnd/>
              <a:tailEnd/>
            </a:ln>
            <a:effectLst/>
          </p:spPr>
          <p:txBody>
            <a:bodyPr wrap="none" anchor="ctr"/>
            <a:lstStyle/>
            <a:p>
              <a:endParaRPr lang="zh-CN" altLang="en-US" sz="2800"/>
            </a:p>
          </p:txBody>
        </p:sp>
        <p:sp>
          <p:nvSpPr>
            <p:cNvPr id="165935" name="Rectangle 47"/>
            <p:cNvSpPr>
              <a:spLocks noChangeArrowheads="1"/>
            </p:cNvSpPr>
            <p:nvPr/>
          </p:nvSpPr>
          <p:spPr bwMode="auto">
            <a:xfrm>
              <a:off x="624" y="1680"/>
              <a:ext cx="343" cy="330"/>
            </a:xfrm>
            <a:prstGeom prst="rect">
              <a:avLst/>
            </a:prstGeom>
            <a:noFill/>
            <a:ln w="9525">
              <a:noFill/>
              <a:miter lim="800000"/>
              <a:headEnd/>
              <a:tailEnd/>
            </a:ln>
            <a:effectLst/>
          </p:spPr>
          <p:txBody>
            <a:bodyPr wrap="none">
              <a:spAutoFit/>
            </a:bodyPr>
            <a:lstStyle/>
            <a:p>
              <a:r>
                <a:rPr lang="zh-CN" altLang="en-US" sz="2800"/>
                <a:t>）</a:t>
              </a:r>
            </a:p>
          </p:txBody>
        </p:sp>
        <p:sp>
          <p:nvSpPr>
            <p:cNvPr id="165936" name="AutoShape 48"/>
            <p:cNvSpPr>
              <a:spLocks noChangeArrowheads="1"/>
            </p:cNvSpPr>
            <p:nvPr/>
          </p:nvSpPr>
          <p:spPr bwMode="auto">
            <a:xfrm>
              <a:off x="720" y="1920"/>
              <a:ext cx="1008" cy="1008"/>
            </a:xfrm>
            <a:custGeom>
              <a:avLst/>
              <a:gdLst>
                <a:gd name="G0" fmla="+- 10800 0 0"/>
                <a:gd name="G1" fmla="+- -11671705 0 0"/>
                <a:gd name="G2" fmla="+- 0 0 -11671705"/>
                <a:gd name="T0" fmla="*/ 0 256 1"/>
                <a:gd name="T1" fmla="*/ 180 256 1"/>
                <a:gd name="G3" fmla="+- -11671705 T0 T1"/>
                <a:gd name="T2" fmla="*/ 0 256 1"/>
                <a:gd name="T3" fmla="*/ 90 256 1"/>
                <a:gd name="G4" fmla="+- -11671705 T2 T3"/>
                <a:gd name="G5" fmla="*/ G4 2 1"/>
                <a:gd name="T4" fmla="*/ 90 256 1"/>
                <a:gd name="T5" fmla="*/ 0 256 1"/>
                <a:gd name="G6" fmla="+- -11671705 T4 T5"/>
                <a:gd name="G7" fmla="*/ G6 2 1"/>
                <a:gd name="G8" fmla="abs -11671705"/>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671705"/>
                <a:gd name="G21" fmla="sin G19 -11671705"/>
                <a:gd name="G22" fmla="+- G20 10800 0"/>
                <a:gd name="G23" fmla="+- G21 10800 0"/>
                <a:gd name="G24" fmla="+- 10800 0 G20"/>
                <a:gd name="G25" fmla="+- 10800 10800 0"/>
                <a:gd name="G26" fmla="?: G9 G17 G25"/>
                <a:gd name="G27" fmla="?: G9 0 21600"/>
                <a:gd name="G28" fmla="cos 10800 -11671705"/>
                <a:gd name="G29" fmla="sin 10800 -11671705"/>
                <a:gd name="G30" fmla="sin 10800 -11671705"/>
                <a:gd name="G31" fmla="+- G28 10800 0"/>
                <a:gd name="G32" fmla="+- G29 10800 0"/>
                <a:gd name="G33" fmla="+- G30 10800 0"/>
                <a:gd name="G34" fmla="?: G4 0 G31"/>
                <a:gd name="G35" fmla="?: -11671705 G34 0"/>
                <a:gd name="G36" fmla="?: G6 G35 G31"/>
                <a:gd name="G37" fmla="+- 21600 0 G36"/>
                <a:gd name="G38" fmla="?: G4 0 G33"/>
                <a:gd name="G39" fmla="?: -11671705 G38 G32"/>
                <a:gd name="G40" fmla="?: G6 G39 0"/>
                <a:gd name="G41" fmla="?: G4 G32 21600"/>
                <a:gd name="G42" fmla="?: G6 G41 G33"/>
                <a:gd name="T12" fmla="*/ 10800 w 21600"/>
                <a:gd name="T13" fmla="*/ 0 h 21600"/>
                <a:gd name="T14" fmla="*/ 5 w 21600"/>
                <a:gd name="T15" fmla="*/ 10441 h 21600"/>
                <a:gd name="T16" fmla="*/ 10800 w 21600"/>
                <a:gd name="T17" fmla="*/ 0 h 21600"/>
                <a:gd name="T18" fmla="*/ 21595 w 21600"/>
                <a:gd name="T19" fmla="*/ 10441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 y="10441"/>
                  </a:moveTo>
                  <a:cubicBezTo>
                    <a:pt x="199" y="4619"/>
                    <a:pt x="4974" y="-1"/>
                    <a:pt x="10800" y="0"/>
                  </a:cubicBezTo>
                  <a:cubicBezTo>
                    <a:pt x="16625" y="0"/>
                    <a:pt x="21400" y="4619"/>
                    <a:pt x="21594" y="10441"/>
                  </a:cubicBezTo>
                  <a:cubicBezTo>
                    <a:pt x="21400" y="4619"/>
                    <a:pt x="16625" y="-1"/>
                    <a:pt x="10799" y="0"/>
                  </a:cubicBezTo>
                  <a:cubicBezTo>
                    <a:pt x="4974" y="0"/>
                    <a:pt x="199" y="4619"/>
                    <a:pt x="5" y="10441"/>
                  </a:cubicBezTo>
                  <a:close/>
                </a:path>
              </a:pathLst>
            </a:custGeom>
            <a:solidFill>
              <a:srgbClr val="CC00CC"/>
            </a:solidFill>
            <a:ln w="34925">
              <a:solidFill>
                <a:srgbClr val="0000FF"/>
              </a:solidFill>
              <a:miter lim="800000"/>
              <a:headEnd/>
              <a:tailEnd/>
            </a:ln>
            <a:effectLst/>
          </p:spPr>
          <p:txBody>
            <a:bodyPr wrap="none" anchor="ctr"/>
            <a:lstStyle/>
            <a:p>
              <a:endParaRPr lang="zh-CN" altLang="en-US" sz="2800"/>
            </a:p>
          </p:txBody>
        </p:sp>
        <p:grpSp>
          <p:nvGrpSpPr>
            <p:cNvPr id="5" name="Group 49"/>
            <p:cNvGrpSpPr>
              <a:grpSpLocks/>
            </p:cNvGrpSpPr>
            <p:nvPr/>
          </p:nvGrpSpPr>
          <p:grpSpPr bwMode="auto">
            <a:xfrm>
              <a:off x="1200" y="1680"/>
              <a:ext cx="365" cy="330"/>
              <a:chOff x="1200" y="1680"/>
              <a:chExt cx="365" cy="330"/>
            </a:xfrm>
          </p:grpSpPr>
          <p:sp>
            <p:nvSpPr>
              <p:cNvPr id="165938" name="Line 50"/>
              <p:cNvSpPr>
                <a:spLocks noChangeShapeType="1"/>
              </p:cNvSpPr>
              <p:nvPr/>
            </p:nvSpPr>
            <p:spPr bwMode="auto">
              <a:xfrm>
                <a:off x="1200" y="1920"/>
                <a:ext cx="144" cy="0"/>
              </a:xfrm>
              <a:prstGeom prst="line">
                <a:avLst/>
              </a:prstGeom>
              <a:noFill/>
              <a:ln w="47625">
                <a:solidFill>
                  <a:srgbClr val="FF3300"/>
                </a:solidFill>
                <a:round/>
                <a:headEnd/>
                <a:tailEnd type="triangle" w="sm" len="lg"/>
              </a:ln>
              <a:effectLst/>
            </p:spPr>
            <p:txBody>
              <a:bodyPr wrap="none" anchor="ctr"/>
              <a:lstStyle/>
              <a:p>
                <a:endParaRPr lang="zh-CN" altLang="en-US" sz="2800"/>
              </a:p>
            </p:txBody>
          </p:sp>
          <p:sp>
            <p:nvSpPr>
              <p:cNvPr id="165939" name="Text Box 51"/>
              <p:cNvSpPr txBox="1">
                <a:spLocks noChangeArrowheads="1"/>
              </p:cNvSpPr>
              <p:nvPr/>
            </p:nvSpPr>
            <p:spPr bwMode="auto">
              <a:xfrm>
                <a:off x="1392" y="1680"/>
                <a:ext cx="173" cy="330"/>
              </a:xfrm>
              <a:prstGeom prst="rect">
                <a:avLst/>
              </a:prstGeom>
              <a:noFill/>
              <a:ln w="9525">
                <a:noFill/>
                <a:miter lim="800000"/>
                <a:headEnd/>
                <a:tailEnd/>
              </a:ln>
              <a:effectLst/>
            </p:spPr>
            <p:txBody>
              <a:bodyPr wrap="none">
                <a:spAutoFit/>
              </a:bodyPr>
              <a:lstStyle/>
              <a:p>
                <a:pPr>
                  <a:spcBef>
                    <a:spcPct val="50000"/>
                  </a:spcBef>
                </a:pPr>
                <a:r>
                  <a:rPr lang="en-US" altLang="zh-CN" sz="2800" b="0" i="1"/>
                  <a:t>I</a:t>
                </a:r>
              </a:p>
            </p:txBody>
          </p:sp>
        </p:grpSp>
      </p:grpSp>
      <p:sp>
        <p:nvSpPr>
          <p:cNvPr id="165940" name="Text Box 52"/>
          <p:cNvSpPr txBox="1">
            <a:spLocks noChangeArrowheads="1"/>
          </p:cNvSpPr>
          <p:nvPr/>
        </p:nvSpPr>
        <p:spPr bwMode="auto">
          <a:xfrm rot="-2421987">
            <a:off x="1636713" y="3262312"/>
            <a:ext cx="692150"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9900CC"/>
                </a:solidFill>
              </a:rPr>
              <a:t>+</a:t>
            </a:r>
          </a:p>
        </p:txBody>
      </p:sp>
      <p:grpSp>
        <p:nvGrpSpPr>
          <p:cNvPr id="6" name="Group 53"/>
          <p:cNvGrpSpPr>
            <a:grpSpLocks/>
          </p:cNvGrpSpPr>
          <p:nvPr/>
        </p:nvGrpSpPr>
        <p:grpSpPr bwMode="auto">
          <a:xfrm>
            <a:off x="381000" y="4192587"/>
            <a:ext cx="4140200" cy="2286000"/>
            <a:chOff x="272" y="2832"/>
            <a:chExt cx="2608" cy="1440"/>
          </a:xfrm>
        </p:grpSpPr>
        <p:grpSp>
          <p:nvGrpSpPr>
            <p:cNvPr id="7" name="Group 54"/>
            <p:cNvGrpSpPr>
              <a:grpSpLocks/>
            </p:cNvGrpSpPr>
            <p:nvPr/>
          </p:nvGrpSpPr>
          <p:grpSpPr bwMode="auto">
            <a:xfrm>
              <a:off x="272" y="2832"/>
              <a:ext cx="2608" cy="1440"/>
              <a:chOff x="272" y="2832"/>
              <a:chExt cx="2608" cy="1440"/>
            </a:xfrm>
          </p:grpSpPr>
          <p:sp>
            <p:nvSpPr>
              <p:cNvPr id="165943" name="Rectangle 55"/>
              <p:cNvSpPr>
                <a:spLocks noChangeArrowheads="1"/>
              </p:cNvSpPr>
              <p:nvPr/>
            </p:nvSpPr>
            <p:spPr bwMode="auto">
              <a:xfrm>
                <a:off x="336" y="2832"/>
                <a:ext cx="2544" cy="110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5944" name="Line 56"/>
              <p:cNvSpPr>
                <a:spLocks noChangeShapeType="1"/>
              </p:cNvSpPr>
              <p:nvPr/>
            </p:nvSpPr>
            <p:spPr bwMode="auto">
              <a:xfrm>
                <a:off x="672" y="3312"/>
                <a:ext cx="480" cy="432"/>
              </a:xfrm>
              <a:prstGeom prst="line">
                <a:avLst/>
              </a:prstGeom>
              <a:noFill/>
              <a:ln w="25400">
                <a:solidFill>
                  <a:srgbClr val="0000FF"/>
                </a:solidFill>
                <a:prstDash val="dash"/>
                <a:round/>
                <a:headEnd/>
                <a:tailEnd/>
              </a:ln>
              <a:effectLst/>
            </p:spPr>
            <p:txBody>
              <a:bodyPr wrap="none" anchor="ctr"/>
              <a:lstStyle/>
              <a:p>
                <a:endParaRPr lang="zh-CN" altLang="en-US" sz="2800"/>
              </a:p>
            </p:txBody>
          </p:sp>
          <p:sp>
            <p:nvSpPr>
              <p:cNvPr id="165945" name="Line 57"/>
              <p:cNvSpPr>
                <a:spLocks noChangeShapeType="1"/>
              </p:cNvSpPr>
              <p:nvPr/>
            </p:nvSpPr>
            <p:spPr bwMode="auto">
              <a:xfrm flipH="1">
                <a:off x="1152" y="3312"/>
                <a:ext cx="432" cy="432"/>
              </a:xfrm>
              <a:prstGeom prst="line">
                <a:avLst/>
              </a:prstGeom>
              <a:noFill/>
              <a:ln w="25400">
                <a:solidFill>
                  <a:srgbClr val="0000FF"/>
                </a:solidFill>
                <a:prstDash val="dash"/>
                <a:round/>
                <a:headEnd/>
                <a:tailEnd/>
              </a:ln>
              <a:effectLst/>
            </p:spPr>
            <p:txBody>
              <a:bodyPr wrap="none" anchor="ctr"/>
              <a:lstStyle/>
              <a:p>
                <a:endParaRPr lang="zh-CN" altLang="en-US" sz="2800"/>
              </a:p>
            </p:txBody>
          </p:sp>
          <p:sp>
            <p:nvSpPr>
              <p:cNvPr id="165946" name="Text Box 58"/>
              <p:cNvSpPr txBox="1">
                <a:spLocks noChangeArrowheads="1"/>
              </p:cNvSpPr>
              <p:nvPr/>
            </p:nvSpPr>
            <p:spPr bwMode="auto">
              <a:xfrm>
                <a:off x="860" y="3264"/>
                <a:ext cx="240" cy="330"/>
              </a:xfrm>
              <a:prstGeom prst="rect">
                <a:avLst/>
              </a:prstGeom>
              <a:noFill/>
              <a:ln w="9525">
                <a:noFill/>
                <a:miter lim="800000"/>
                <a:headEnd/>
                <a:tailEnd/>
              </a:ln>
              <a:effectLst/>
            </p:spPr>
            <p:txBody>
              <a:bodyPr wrap="none">
                <a:spAutoFit/>
              </a:bodyPr>
              <a:lstStyle/>
              <a:p>
                <a:pPr>
                  <a:spcBef>
                    <a:spcPct val="50000"/>
                  </a:spcBef>
                </a:pPr>
                <a:r>
                  <a:rPr lang="en-US" altLang="zh-CN" sz="2800" b="0" i="1"/>
                  <a:t>R</a:t>
                </a:r>
              </a:p>
            </p:txBody>
          </p:sp>
          <p:sp>
            <p:nvSpPr>
              <p:cNvPr id="165947" name="Freeform 59"/>
              <p:cNvSpPr>
                <a:spLocks/>
              </p:cNvSpPr>
              <p:nvPr/>
            </p:nvSpPr>
            <p:spPr bwMode="auto">
              <a:xfrm>
                <a:off x="1056" y="3552"/>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noFill/>
              <a:ln w="28575" cap="flat" cmpd="sng">
                <a:solidFill>
                  <a:srgbClr val="FF0000"/>
                </a:solidFill>
                <a:prstDash val="solid"/>
                <a:round/>
                <a:headEnd/>
                <a:tailEnd/>
              </a:ln>
              <a:effectLst/>
            </p:spPr>
            <p:txBody>
              <a:bodyPr wrap="none" anchor="ctr"/>
              <a:lstStyle/>
              <a:p>
                <a:endParaRPr lang="zh-CN" altLang="en-US" sz="2800"/>
              </a:p>
            </p:txBody>
          </p:sp>
          <p:sp>
            <p:nvSpPr>
              <p:cNvPr id="165948" name="Rectangle 60"/>
              <p:cNvSpPr>
                <a:spLocks noChangeArrowheads="1"/>
              </p:cNvSpPr>
              <p:nvPr/>
            </p:nvSpPr>
            <p:spPr bwMode="auto">
              <a:xfrm>
                <a:off x="272" y="2848"/>
                <a:ext cx="684" cy="330"/>
              </a:xfrm>
              <a:prstGeom prst="rect">
                <a:avLst/>
              </a:prstGeom>
              <a:noFill/>
              <a:ln w="9525">
                <a:noFill/>
                <a:miter lim="800000"/>
                <a:headEnd/>
                <a:tailEnd/>
              </a:ln>
              <a:effectLst/>
            </p:spPr>
            <p:txBody>
              <a:bodyPr wrap="none">
                <a:spAutoFit/>
              </a:bodyPr>
              <a:lstStyle/>
              <a:p>
                <a:pPr>
                  <a:spcBef>
                    <a:spcPct val="50000"/>
                  </a:spcBef>
                </a:pPr>
                <a:r>
                  <a:rPr lang="zh-CN" altLang="en-US" sz="2800"/>
                  <a:t>（</a:t>
                </a:r>
                <a:r>
                  <a:rPr lang="zh-CN" altLang="en-US" sz="2800">
                    <a:solidFill>
                      <a:srgbClr val="CC0000"/>
                    </a:solidFill>
                  </a:rPr>
                  <a:t>3</a:t>
                </a:r>
                <a:r>
                  <a:rPr lang="zh-CN" altLang="en-US" sz="2800"/>
                  <a:t>）</a:t>
                </a:r>
              </a:p>
            </p:txBody>
          </p:sp>
          <p:sp>
            <p:nvSpPr>
              <p:cNvPr id="165949" name="Text Box 61"/>
              <p:cNvSpPr txBox="1">
                <a:spLocks noChangeArrowheads="1"/>
              </p:cNvSpPr>
              <p:nvPr/>
            </p:nvSpPr>
            <p:spPr bwMode="auto">
              <a:xfrm>
                <a:off x="1046" y="3648"/>
                <a:ext cx="232" cy="330"/>
              </a:xfrm>
              <a:prstGeom prst="rect">
                <a:avLst/>
              </a:prstGeom>
              <a:noFill/>
              <a:ln w="9525">
                <a:noFill/>
                <a:miter lim="800000"/>
                <a:headEnd/>
                <a:tailEnd/>
              </a:ln>
              <a:effectLst/>
            </p:spPr>
            <p:txBody>
              <a:bodyPr wrap="none">
                <a:spAutoFit/>
              </a:bodyPr>
              <a:lstStyle/>
              <a:p>
                <a:r>
                  <a:rPr lang="en-US" altLang="zh-CN" sz="2800" b="0" i="1"/>
                  <a:t>o</a:t>
                </a:r>
              </a:p>
            </p:txBody>
          </p:sp>
          <p:sp>
            <p:nvSpPr>
              <p:cNvPr id="165950" name="AutoShape 62"/>
              <p:cNvSpPr>
                <a:spLocks noChangeArrowheads="1"/>
              </p:cNvSpPr>
              <p:nvPr/>
            </p:nvSpPr>
            <p:spPr bwMode="auto">
              <a:xfrm>
                <a:off x="480" y="3120"/>
                <a:ext cx="1296" cy="1152"/>
              </a:xfrm>
              <a:custGeom>
                <a:avLst/>
                <a:gdLst>
                  <a:gd name="G0" fmla="+- 10244 0 0"/>
                  <a:gd name="G1" fmla="+- -8946636 0 0"/>
                  <a:gd name="G2" fmla="+- 0 0 -8946636"/>
                  <a:gd name="T0" fmla="*/ 0 256 1"/>
                  <a:gd name="T1" fmla="*/ 180 256 1"/>
                  <a:gd name="G3" fmla="+- -8946636 T0 T1"/>
                  <a:gd name="T2" fmla="*/ 0 256 1"/>
                  <a:gd name="T3" fmla="*/ 90 256 1"/>
                  <a:gd name="G4" fmla="+- -8946636 T2 T3"/>
                  <a:gd name="G5" fmla="*/ G4 2 1"/>
                  <a:gd name="T4" fmla="*/ 90 256 1"/>
                  <a:gd name="T5" fmla="*/ 0 256 1"/>
                  <a:gd name="G6" fmla="+- -8946636 T4 T5"/>
                  <a:gd name="G7" fmla="*/ G6 2 1"/>
                  <a:gd name="G8" fmla="abs -894663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244"/>
                  <a:gd name="G18" fmla="*/ 10244 1 2"/>
                  <a:gd name="G19" fmla="+- G18 5400 0"/>
                  <a:gd name="G20" fmla="cos G19 -8946636"/>
                  <a:gd name="G21" fmla="sin G19 -8946636"/>
                  <a:gd name="G22" fmla="+- G20 10800 0"/>
                  <a:gd name="G23" fmla="+- G21 10800 0"/>
                  <a:gd name="G24" fmla="+- 10800 0 G20"/>
                  <a:gd name="G25" fmla="+- 10244 10800 0"/>
                  <a:gd name="G26" fmla="?: G9 G17 G25"/>
                  <a:gd name="G27" fmla="?: G9 0 21600"/>
                  <a:gd name="G28" fmla="cos 10800 -8946636"/>
                  <a:gd name="G29" fmla="sin 10800 -8946636"/>
                  <a:gd name="G30" fmla="sin 10244 -8946636"/>
                  <a:gd name="G31" fmla="+- G28 10800 0"/>
                  <a:gd name="G32" fmla="+- G29 10800 0"/>
                  <a:gd name="G33" fmla="+- G30 10800 0"/>
                  <a:gd name="G34" fmla="?: G4 0 G31"/>
                  <a:gd name="G35" fmla="?: -8946636 G34 0"/>
                  <a:gd name="G36" fmla="?: G6 G35 G31"/>
                  <a:gd name="G37" fmla="+- 21600 0 G36"/>
                  <a:gd name="G38" fmla="?: G4 0 G33"/>
                  <a:gd name="G39" fmla="?: -8946636 G38 G32"/>
                  <a:gd name="G40" fmla="?: G6 G39 0"/>
                  <a:gd name="G41" fmla="?: G4 G32 21600"/>
                  <a:gd name="G42" fmla="?: G6 G41 G33"/>
                  <a:gd name="T12" fmla="*/ 10800 w 21600"/>
                  <a:gd name="T13" fmla="*/ 0 h 21600"/>
                  <a:gd name="T14" fmla="*/ 3165 w 21600"/>
                  <a:gd name="T15" fmla="*/ 3559 h 21600"/>
                  <a:gd name="T16" fmla="*/ 10800 w 21600"/>
                  <a:gd name="T17" fmla="*/ 556 h 21600"/>
                  <a:gd name="T18" fmla="*/ 18435 w 21600"/>
                  <a:gd name="T19" fmla="*/ 355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367" y="3750"/>
                    </a:moveTo>
                    <a:cubicBezTo>
                      <a:pt x="5301" y="1710"/>
                      <a:pt x="7989" y="555"/>
                      <a:pt x="10800" y="556"/>
                    </a:cubicBezTo>
                    <a:cubicBezTo>
                      <a:pt x="13610" y="556"/>
                      <a:pt x="16298" y="1710"/>
                      <a:pt x="18232" y="3750"/>
                    </a:cubicBezTo>
                    <a:lnTo>
                      <a:pt x="18635" y="3367"/>
                    </a:lnTo>
                    <a:cubicBezTo>
                      <a:pt x="16596" y="1217"/>
                      <a:pt x="13763" y="-1"/>
                      <a:pt x="10799" y="0"/>
                    </a:cubicBezTo>
                    <a:cubicBezTo>
                      <a:pt x="7836" y="0"/>
                      <a:pt x="5003" y="1217"/>
                      <a:pt x="2964" y="3367"/>
                    </a:cubicBezTo>
                    <a:close/>
                  </a:path>
                </a:pathLst>
              </a:custGeom>
              <a:solidFill>
                <a:srgbClr val="0000FF"/>
              </a:solidFill>
              <a:ln w="9525">
                <a:solidFill>
                  <a:srgbClr val="0000FF"/>
                </a:solidFill>
                <a:miter lim="800000"/>
                <a:headEnd/>
                <a:tailEnd/>
              </a:ln>
              <a:effectLst/>
            </p:spPr>
            <p:txBody>
              <a:bodyPr wrap="none" anchor="ctr"/>
              <a:lstStyle/>
              <a:p>
                <a:endParaRPr lang="zh-CN" altLang="en-US" sz="2800"/>
              </a:p>
            </p:txBody>
          </p:sp>
          <p:sp>
            <p:nvSpPr>
              <p:cNvPr id="165951" name="Line 63"/>
              <p:cNvSpPr>
                <a:spLocks noChangeShapeType="1"/>
              </p:cNvSpPr>
              <p:nvPr/>
            </p:nvSpPr>
            <p:spPr bwMode="auto">
              <a:xfrm>
                <a:off x="1056" y="3135"/>
                <a:ext cx="144" cy="0"/>
              </a:xfrm>
              <a:prstGeom prst="line">
                <a:avLst/>
              </a:prstGeom>
              <a:noFill/>
              <a:ln w="44450">
                <a:solidFill>
                  <a:srgbClr val="FF0000"/>
                </a:solidFill>
                <a:round/>
                <a:headEnd/>
                <a:tailEnd type="triangle" w="sm" len="lg"/>
              </a:ln>
              <a:effectLst/>
            </p:spPr>
            <p:txBody>
              <a:bodyPr wrap="none" anchor="ctr"/>
              <a:lstStyle/>
              <a:p>
                <a:endParaRPr lang="zh-CN" altLang="en-US" sz="2800"/>
              </a:p>
            </p:txBody>
          </p:sp>
        </p:grpSp>
        <p:sp>
          <p:nvSpPr>
            <p:cNvPr id="165952" name="Text Box 64"/>
            <p:cNvSpPr txBox="1">
              <a:spLocks noChangeArrowheads="1"/>
            </p:cNvSpPr>
            <p:nvPr/>
          </p:nvSpPr>
          <p:spPr bwMode="auto">
            <a:xfrm>
              <a:off x="960" y="2841"/>
              <a:ext cx="672" cy="327"/>
            </a:xfrm>
            <a:prstGeom prst="rect">
              <a:avLst/>
            </a:prstGeom>
            <a:noFill/>
            <a:ln w="9525">
              <a:noFill/>
              <a:miter lim="800000"/>
              <a:headEnd/>
              <a:tailEnd/>
            </a:ln>
            <a:effectLst/>
          </p:spPr>
          <p:txBody>
            <a:bodyPr>
              <a:spAutoFit/>
            </a:bodyPr>
            <a:lstStyle/>
            <a:p>
              <a:pPr>
                <a:spcBef>
                  <a:spcPct val="50000"/>
                </a:spcBef>
              </a:pPr>
              <a:r>
                <a:rPr lang="en-US" altLang="zh-CN" sz="2800" b="0" i="1"/>
                <a:t>I</a:t>
              </a:r>
            </a:p>
          </p:txBody>
        </p:sp>
      </p:grpSp>
      <p:grpSp>
        <p:nvGrpSpPr>
          <p:cNvPr id="8" name="Group 65"/>
          <p:cNvGrpSpPr>
            <a:grpSpLocks/>
          </p:cNvGrpSpPr>
          <p:nvPr/>
        </p:nvGrpSpPr>
        <p:grpSpPr bwMode="auto">
          <a:xfrm>
            <a:off x="328613" y="609600"/>
            <a:ext cx="4167187" cy="1752600"/>
            <a:chOff x="255" y="528"/>
            <a:chExt cx="2625" cy="1104"/>
          </a:xfrm>
        </p:grpSpPr>
        <p:sp>
          <p:nvSpPr>
            <p:cNvPr id="165954" name="Rectangle 66"/>
            <p:cNvSpPr>
              <a:spLocks noChangeArrowheads="1"/>
            </p:cNvSpPr>
            <p:nvPr/>
          </p:nvSpPr>
          <p:spPr bwMode="auto">
            <a:xfrm>
              <a:off x="336" y="528"/>
              <a:ext cx="2544" cy="1104"/>
            </a:xfrm>
            <a:prstGeom prst="rect">
              <a:avLst/>
            </a:prstGeom>
            <a:solidFill>
              <a:schemeClr val="bg1"/>
            </a:solidFill>
            <a:ln w="9525">
              <a:solidFill>
                <a:schemeClr val="tx2"/>
              </a:solidFill>
              <a:miter lim="800000"/>
              <a:headEnd/>
              <a:tailEnd/>
            </a:ln>
            <a:effectLst/>
          </p:spPr>
          <p:txBody>
            <a:bodyPr wrap="none" anchor="ctr"/>
            <a:lstStyle/>
            <a:p>
              <a:pPr algn="ctr"/>
              <a:endParaRPr lang="zh-CN" altLang="en-US" sz="2800"/>
            </a:p>
          </p:txBody>
        </p:sp>
        <p:sp>
          <p:nvSpPr>
            <p:cNvPr id="165955" name="Oval 67"/>
            <p:cNvSpPr>
              <a:spLocks noChangeArrowheads="1"/>
            </p:cNvSpPr>
            <p:nvPr/>
          </p:nvSpPr>
          <p:spPr bwMode="auto">
            <a:xfrm>
              <a:off x="923" y="624"/>
              <a:ext cx="522" cy="960"/>
            </a:xfrm>
            <a:prstGeom prst="ellipse">
              <a:avLst/>
            </a:prstGeom>
            <a:solidFill>
              <a:schemeClr val="accent2">
                <a:alpha val="50000"/>
              </a:schemeClr>
            </a:solidFill>
            <a:ln w="34925">
              <a:solidFill>
                <a:srgbClr val="0000FF"/>
              </a:solidFill>
              <a:round/>
              <a:headEnd/>
              <a:tailEnd/>
            </a:ln>
            <a:effectLst/>
          </p:spPr>
          <p:txBody>
            <a:bodyPr wrap="none" anchor="ctr"/>
            <a:lstStyle/>
            <a:p>
              <a:endParaRPr lang="zh-CN" altLang="en-US" sz="2800"/>
            </a:p>
          </p:txBody>
        </p:sp>
        <p:sp>
          <p:nvSpPr>
            <p:cNvPr id="165956" name="Line 68"/>
            <p:cNvSpPr>
              <a:spLocks noChangeShapeType="1"/>
            </p:cNvSpPr>
            <p:nvPr/>
          </p:nvSpPr>
          <p:spPr bwMode="auto">
            <a:xfrm>
              <a:off x="1208" y="1104"/>
              <a:ext cx="712" cy="0"/>
            </a:xfrm>
            <a:prstGeom prst="line">
              <a:avLst/>
            </a:prstGeom>
            <a:noFill/>
            <a:ln w="22225">
              <a:solidFill>
                <a:srgbClr val="000000"/>
              </a:solidFill>
              <a:prstDash val="dash"/>
              <a:round/>
              <a:headEnd/>
              <a:tailEnd type="triangle" w="sm" len="lg"/>
            </a:ln>
            <a:effectLst/>
          </p:spPr>
          <p:txBody>
            <a:bodyPr wrap="none" anchor="ctr"/>
            <a:lstStyle/>
            <a:p>
              <a:endParaRPr lang="zh-CN" altLang="en-US" sz="2800"/>
            </a:p>
          </p:txBody>
        </p:sp>
        <p:sp>
          <p:nvSpPr>
            <p:cNvPr id="165957" name="Text Box 69"/>
            <p:cNvSpPr txBox="1">
              <a:spLocks noChangeArrowheads="1"/>
            </p:cNvSpPr>
            <p:nvPr/>
          </p:nvSpPr>
          <p:spPr bwMode="auto">
            <a:xfrm>
              <a:off x="672" y="1104"/>
              <a:ext cx="173" cy="330"/>
            </a:xfrm>
            <a:prstGeom prst="rect">
              <a:avLst/>
            </a:prstGeom>
            <a:noFill/>
            <a:ln w="9525">
              <a:noFill/>
              <a:miter lim="800000"/>
              <a:headEnd/>
              <a:tailEnd/>
            </a:ln>
            <a:effectLst/>
          </p:spPr>
          <p:txBody>
            <a:bodyPr wrap="none">
              <a:spAutoFit/>
            </a:bodyPr>
            <a:lstStyle/>
            <a:p>
              <a:pPr>
                <a:spcBef>
                  <a:spcPct val="50000"/>
                </a:spcBef>
              </a:pPr>
              <a:r>
                <a:rPr lang="en-US" altLang="zh-CN" sz="2800" b="0" i="1"/>
                <a:t>I</a:t>
              </a:r>
            </a:p>
          </p:txBody>
        </p:sp>
        <p:sp>
          <p:nvSpPr>
            <p:cNvPr id="165958" name="Line 70"/>
            <p:cNvSpPr>
              <a:spLocks noChangeShapeType="1"/>
            </p:cNvSpPr>
            <p:nvPr/>
          </p:nvSpPr>
          <p:spPr bwMode="auto">
            <a:xfrm flipH="1" flipV="1">
              <a:off x="1018" y="720"/>
              <a:ext cx="190" cy="384"/>
            </a:xfrm>
            <a:prstGeom prst="line">
              <a:avLst/>
            </a:prstGeom>
            <a:noFill/>
            <a:ln w="25400">
              <a:solidFill>
                <a:schemeClr val="tx2"/>
              </a:solidFill>
              <a:round/>
              <a:headEnd/>
              <a:tailEnd type="triangle" w="sm" len="lg"/>
            </a:ln>
            <a:effectLst/>
          </p:spPr>
          <p:txBody>
            <a:bodyPr wrap="none" anchor="ctr"/>
            <a:lstStyle/>
            <a:p>
              <a:endParaRPr lang="zh-CN" altLang="en-US" sz="2800"/>
            </a:p>
          </p:txBody>
        </p:sp>
        <p:sp>
          <p:nvSpPr>
            <p:cNvPr id="165959" name="Text Box 71"/>
            <p:cNvSpPr txBox="1">
              <a:spLocks noChangeArrowheads="1"/>
            </p:cNvSpPr>
            <p:nvPr/>
          </p:nvSpPr>
          <p:spPr bwMode="auto">
            <a:xfrm>
              <a:off x="1148" y="720"/>
              <a:ext cx="240" cy="330"/>
            </a:xfrm>
            <a:prstGeom prst="rect">
              <a:avLst/>
            </a:prstGeom>
            <a:noFill/>
            <a:ln w="9525">
              <a:noFill/>
              <a:miter lim="800000"/>
              <a:headEnd/>
              <a:tailEnd/>
            </a:ln>
            <a:effectLst/>
          </p:spPr>
          <p:txBody>
            <a:bodyPr wrap="none">
              <a:spAutoFit/>
            </a:bodyPr>
            <a:lstStyle/>
            <a:p>
              <a:pPr>
                <a:spcBef>
                  <a:spcPct val="50000"/>
                </a:spcBef>
              </a:pPr>
              <a:r>
                <a:rPr lang="en-US" altLang="zh-CN" sz="2800" b="0" i="1"/>
                <a:t>R</a:t>
              </a:r>
            </a:p>
          </p:txBody>
        </p:sp>
        <p:sp>
          <p:nvSpPr>
            <p:cNvPr id="165960" name="Line 72"/>
            <p:cNvSpPr>
              <a:spLocks noChangeShapeType="1"/>
            </p:cNvSpPr>
            <p:nvPr/>
          </p:nvSpPr>
          <p:spPr bwMode="auto">
            <a:xfrm flipH="1">
              <a:off x="576" y="1104"/>
              <a:ext cx="336" cy="0"/>
            </a:xfrm>
            <a:prstGeom prst="line">
              <a:avLst/>
            </a:prstGeom>
            <a:noFill/>
            <a:ln w="22225">
              <a:solidFill>
                <a:srgbClr val="000000"/>
              </a:solidFill>
              <a:prstDash val="dash"/>
              <a:round/>
              <a:headEnd/>
              <a:tailEnd type="none" w="sm" len="lg"/>
            </a:ln>
            <a:effectLst/>
          </p:spPr>
          <p:txBody>
            <a:bodyPr wrap="none" anchor="ctr"/>
            <a:lstStyle/>
            <a:p>
              <a:endParaRPr lang="zh-CN" altLang="en-US" sz="2800"/>
            </a:p>
          </p:txBody>
        </p:sp>
        <p:sp>
          <p:nvSpPr>
            <p:cNvPr id="165961" name="Text Box 73"/>
            <p:cNvSpPr txBox="1">
              <a:spLocks noChangeArrowheads="1"/>
            </p:cNvSpPr>
            <p:nvPr/>
          </p:nvSpPr>
          <p:spPr bwMode="auto">
            <a:xfrm>
              <a:off x="1113" y="1056"/>
              <a:ext cx="232" cy="330"/>
            </a:xfrm>
            <a:prstGeom prst="rect">
              <a:avLst/>
            </a:prstGeom>
            <a:noFill/>
            <a:ln w="9525">
              <a:noFill/>
              <a:miter lim="800000"/>
              <a:headEnd/>
              <a:tailEnd/>
            </a:ln>
            <a:effectLst/>
          </p:spPr>
          <p:txBody>
            <a:bodyPr wrap="none">
              <a:spAutoFit/>
            </a:bodyPr>
            <a:lstStyle/>
            <a:p>
              <a:pPr>
                <a:spcBef>
                  <a:spcPct val="50000"/>
                </a:spcBef>
              </a:pPr>
              <a:r>
                <a:rPr lang="en-US" altLang="zh-CN" sz="2800" b="0" i="1"/>
                <a:t>o</a:t>
              </a:r>
            </a:p>
          </p:txBody>
        </p:sp>
        <p:sp>
          <p:nvSpPr>
            <p:cNvPr id="165962" name="Text Box 74"/>
            <p:cNvSpPr txBox="1">
              <a:spLocks noChangeArrowheads="1"/>
            </p:cNvSpPr>
            <p:nvPr/>
          </p:nvSpPr>
          <p:spPr bwMode="auto">
            <a:xfrm>
              <a:off x="255" y="528"/>
              <a:ext cx="624" cy="327"/>
            </a:xfrm>
            <a:prstGeom prst="rect">
              <a:avLst/>
            </a:prstGeom>
            <a:noFill/>
            <a:ln w="9525">
              <a:noFill/>
              <a:miter lim="800000"/>
              <a:headEnd/>
              <a:tailEnd/>
            </a:ln>
            <a:effectLst/>
          </p:spPr>
          <p:txBody>
            <a:bodyPr>
              <a:spAutoFit/>
            </a:bodyPr>
            <a:lstStyle/>
            <a:p>
              <a:pPr>
                <a:spcBef>
                  <a:spcPct val="50000"/>
                </a:spcBef>
              </a:pPr>
              <a:r>
                <a:rPr lang="zh-CN" altLang="en-US" sz="2800"/>
                <a:t>（</a:t>
              </a:r>
              <a:r>
                <a:rPr lang="zh-CN" altLang="en-US" sz="2800">
                  <a:solidFill>
                    <a:srgbClr val="CC0000"/>
                  </a:solidFill>
                </a:rPr>
                <a:t>1</a:t>
              </a:r>
              <a:r>
                <a:rPr lang="zh-CN" altLang="en-US" sz="2800"/>
                <a:t>）</a:t>
              </a:r>
            </a:p>
          </p:txBody>
        </p:sp>
        <p:sp>
          <p:nvSpPr>
            <p:cNvPr id="165963" name="Line 75"/>
            <p:cNvSpPr>
              <a:spLocks noChangeShapeType="1"/>
            </p:cNvSpPr>
            <p:nvPr/>
          </p:nvSpPr>
          <p:spPr bwMode="auto">
            <a:xfrm>
              <a:off x="924" y="1056"/>
              <a:ext cx="0" cy="144"/>
            </a:xfrm>
            <a:prstGeom prst="line">
              <a:avLst/>
            </a:prstGeom>
            <a:noFill/>
            <a:ln w="38100">
              <a:solidFill>
                <a:srgbClr val="FF0000"/>
              </a:solidFill>
              <a:round/>
              <a:headEnd/>
              <a:tailEnd type="triangle" w="sm" len="lg"/>
            </a:ln>
            <a:effectLst/>
          </p:spPr>
          <p:txBody>
            <a:bodyPr wrap="none" anchor="ctr"/>
            <a:lstStyle/>
            <a:p>
              <a:endParaRPr lang="zh-CN" altLang="en-US" sz="2800"/>
            </a:p>
          </p:txBody>
        </p:sp>
      </p:grpSp>
      <p:graphicFrame>
        <p:nvGraphicFramePr>
          <p:cNvPr id="165964" name="Object 76"/>
          <p:cNvGraphicFramePr>
            <a:graphicFrameLocks noChangeAspect="1"/>
          </p:cNvGraphicFramePr>
          <p:nvPr/>
        </p:nvGraphicFramePr>
        <p:xfrm>
          <a:off x="2679700" y="1295400"/>
          <a:ext cx="1587500" cy="987425"/>
        </p:xfrm>
        <a:graphic>
          <a:graphicData uri="http://schemas.openxmlformats.org/presentationml/2006/ole">
            <p:oleObj spid="_x0000_s1003522" name="公式" r:id="rId5" imgW="596880" imgH="393480" progId="Equation.3">
              <p:embed/>
            </p:oleObj>
          </a:graphicData>
        </a:graphic>
      </p:graphicFrame>
      <p:graphicFrame>
        <p:nvGraphicFramePr>
          <p:cNvPr id="165965" name="Object 77"/>
          <p:cNvGraphicFramePr>
            <a:graphicFrameLocks noChangeAspect="1"/>
          </p:cNvGraphicFramePr>
          <p:nvPr/>
        </p:nvGraphicFramePr>
        <p:xfrm>
          <a:off x="2667000" y="2808287"/>
          <a:ext cx="1524000" cy="1001713"/>
        </p:xfrm>
        <a:graphic>
          <a:graphicData uri="http://schemas.openxmlformats.org/presentationml/2006/ole">
            <p:oleObj spid="_x0000_s1003523" name="公式" r:id="rId6" imgW="596880" imgH="393480" progId="Equation.3">
              <p:embed/>
            </p:oleObj>
          </a:graphicData>
        </a:graphic>
      </p:graphicFrame>
      <p:graphicFrame>
        <p:nvGraphicFramePr>
          <p:cNvPr id="165966" name="Object 78"/>
          <p:cNvGraphicFramePr>
            <a:graphicFrameLocks noChangeAspect="1"/>
          </p:cNvGraphicFramePr>
          <p:nvPr/>
        </p:nvGraphicFramePr>
        <p:xfrm>
          <a:off x="2667000" y="4648200"/>
          <a:ext cx="1600200" cy="1050925"/>
        </p:xfrm>
        <a:graphic>
          <a:graphicData uri="http://schemas.openxmlformats.org/presentationml/2006/ole">
            <p:oleObj spid="_x0000_s1003524" name="公式" r:id="rId7" imgW="596880" imgH="393480" progId="Equation.3">
              <p:embed/>
            </p:oleObj>
          </a:graphicData>
        </a:graphic>
      </p:graphicFrame>
      <p:graphicFrame>
        <p:nvGraphicFramePr>
          <p:cNvPr id="165967" name="Object 79"/>
          <p:cNvGraphicFramePr>
            <a:graphicFrameLocks noChangeAspect="1"/>
          </p:cNvGraphicFramePr>
          <p:nvPr/>
        </p:nvGraphicFramePr>
        <p:xfrm>
          <a:off x="4638675" y="4876800"/>
          <a:ext cx="4057650" cy="1144587"/>
        </p:xfrm>
        <a:graphic>
          <a:graphicData uri="http://schemas.openxmlformats.org/presentationml/2006/ole">
            <p:oleObj spid="_x0000_s1003525" name="Equation" r:id="rId8" imgW="1498320" imgH="431640" progId="Equation.3">
              <p:embed/>
            </p:oleObj>
          </a:graphicData>
        </a:graphic>
      </p:graphicFrame>
      <p:graphicFrame>
        <p:nvGraphicFramePr>
          <p:cNvPr id="165968" name="Object 80"/>
          <p:cNvGraphicFramePr>
            <a:graphicFrameLocks noChangeAspect="1"/>
          </p:cNvGraphicFramePr>
          <p:nvPr/>
        </p:nvGraphicFramePr>
        <p:xfrm>
          <a:off x="6642100" y="1065212"/>
          <a:ext cx="1739900" cy="1020763"/>
        </p:xfrm>
        <a:graphic>
          <a:graphicData uri="http://schemas.openxmlformats.org/presentationml/2006/ole">
            <p:oleObj spid="_x0000_s1003526" name="Equation" r:id="rId9" imgW="685800" imgH="393480" progId="Equation.3">
              <p:embed/>
            </p:oleObj>
          </a:graphicData>
        </a:graphic>
      </p:graphicFrame>
      <p:sp>
        <p:nvSpPr>
          <p:cNvPr id="165969" name="Text Box 81"/>
          <p:cNvSpPr txBox="1">
            <a:spLocks noChangeArrowheads="1"/>
          </p:cNvSpPr>
          <p:nvPr/>
        </p:nvSpPr>
        <p:spPr bwMode="auto">
          <a:xfrm>
            <a:off x="2706688" y="990600"/>
            <a:ext cx="950912" cy="519112"/>
          </a:xfrm>
          <a:prstGeom prst="rect">
            <a:avLst/>
          </a:prstGeom>
          <a:noFill/>
          <a:ln w="9525">
            <a:noFill/>
            <a:miter lim="800000"/>
            <a:headEnd/>
            <a:tailEnd/>
          </a:ln>
          <a:effectLst/>
        </p:spPr>
        <p:txBody>
          <a:bodyPr>
            <a:spAutoFit/>
          </a:bodyPr>
          <a:lstStyle/>
          <a:p>
            <a:pPr>
              <a:spcBef>
                <a:spcPct val="50000"/>
              </a:spcBef>
            </a:pPr>
            <a:r>
              <a:rPr lang="en-US" altLang="zh-CN" sz="2800" b="0" i="1"/>
              <a:t>x</a:t>
            </a:r>
          </a:p>
        </p:txBody>
      </p:sp>
      <p:grpSp>
        <p:nvGrpSpPr>
          <p:cNvPr id="9" name="Group 82"/>
          <p:cNvGrpSpPr>
            <a:grpSpLocks/>
          </p:cNvGrpSpPr>
          <p:nvPr/>
        </p:nvGrpSpPr>
        <p:grpSpPr bwMode="auto">
          <a:xfrm>
            <a:off x="1828800" y="990600"/>
            <a:ext cx="846138" cy="609600"/>
            <a:chOff x="1208" y="768"/>
            <a:chExt cx="533" cy="384"/>
          </a:xfrm>
        </p:grpSpPr>
        <p:sp>
          <p:nvSpPr>
            <p:cNvPr id="165971" name="Line 83"/>
            <p:cNvSpPr>
              <a:spLocks noChangeShapeType="1"/>
            </p:cNvSpPr>
            <p:nvPr/>
          </p:nvSpPr>
          <p:spPr bwMode="auto">
            <a:xfrm>
              <a:off x="1208" y="1104"/>
              <a:ext cx="487"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graphicFrame>
          <p:nvGraphicFramePr>
            <p:cNvPr id="165972" name="Object 84"/>
            <p:cNvGraphicFramePr>
              <a:graphicFrameLocks noChangeAspect="1"/>
            </p:cNvGraphicFramePr>
            <p:nvPr/>
          </p:nvGraphicFramePr>
          <p:xfrm>
            <a:off x="1440" y="768"/>
            <a:ext cx="301" cy="384"/>
          </p:xfrm>
          <a:graphic>
            <a:graphicData uri="http://schemas.openxmlformats.org/presentationml/2006/ole">
              <p:oleObj spid="_x0000_s1003527" name="公式" r:id="rId10" imgW="190440" imgH="2412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5964"/>
                                        </p:tgtEl>
                                        <p:attrNameLst>
                                          <p:attrName>style.visibility</p:attrName>
                                        </p:attrNameLst>
                                      </p:cBhvr>
                                      <p:to>
                                        <p:strVal val="visible"/>
                                      </p:to>
                                    </p:set>
                                    <p:animEffect transition="in" filter="blinds(horizontal)">
                                      <p:cBhvr>
                                        <p:cTn id="7" dur="500"/>
                                        <p:tgtEl>
                                          <p:spTgt spid="16596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65965"/>
                                        </p:tgtEl>
                                        <p:attrNameLst>
                                          <p:attrName>style.visibility</p:attrName>
                                        </p:attrNameLst>
                                      </p:cBhvr>
                                      <p:to>
                                        <p:strVal val="visible"/>
                                      </p:to>
                                    </p:set>
                                    <p:animEffect transition="in" filter="blinds(vertical)">
                                      <p:cBhvr>
                                        <p:cTn id="17" dur="500"/>
                                        <p:tgtEl>
                                          <p:spTgt spid="16596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6594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nodeType="clickEffect">
                                  <p:stCondLst>
                                    <p:cond delay="0"/>
                                  </p:stCondLst>
                                  <p:childTnLst>
                                    <p:set>
                                      <p:cBhvr>
                                        <p:cTn id="30" dur="1" fill="hold">
                                          <p:stCondLst>
                                            <p:cond delay="0"/>
                                          </p:stCondLst>
                                        </p:cTn>
                                        <p:tgtEl>
                                          <p:spTgt spid="165966"/>
                                        </p:tgtEl>
                                        <p:attrNameLst>
                                          <p:attrName>style.visibility</p:attrName>
                                        </p:attrNameLst>
                                      </p:cBhvr>
                                      <p:to>
                                        <p:strVal val="visible"/>
                                      </p:to>
                                    </p:set>
                                    <p:animEffect transition="in" filter="blinds(vertical)">
                                      <p:cBhvr>
                                        <p:cTn id="31" dur="500"/>
                                        <p:tgtEl>
                                          <p:spTgt spid="16596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5" fill="hold" nodeType="clickEffect">
                                  <p:stCondLst>
                                    <p:cond delay="0"/>
                                  </p:stCondLst>
                                  <p:childTnLst>
                                    <p:set>
                                      <p:cBhvr>
                                        <p:cTn id="39" dur="1" fill="hold">
                                          <p:stCondLst>
                                            <p:cond delay="0"/>
                                          </p:stCondLst>
                                        </p:cTn>
                                        <p:tgtEl>
                                          <p:spTgt spid="165968"/>
                                        </p:tgtEl>
                                        <p:attrNameLst>
                                          <p:attrName>style.visibility</p:attrName>
                                        </p:attrNameLst>
                                      </p:cBhvr>
                                      <p:to>
                                        <p:strVal val="visible"/>
                                      </p:to>
                                    </p:set>
                                    <p:animEffect transition="in" filter="blinds(vertical)">
                                      <p:cBhvr>
                                        <p:cTn id="40" dur="500"/>
                                        <p:tgtEl>
                                          <p:spTgt spid="165968"/>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box(in)">
                                      <p:cBhvr>
                                        <p:cTn id="45" dur="5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65967"/>
                                        </p:tgtEl>
                                        <p:attrNameLst>
                                          <p:attrName>style.visibility</p:attrName>
                                        </p:attrNameLst>
                                      </p:cBhvr>
                                      <p:to>
                                        <p:strVal val="visible"/>
                                      </p:to>
                                    </p:set>
                                    <p:animEffect transition="in" filter="blinds(horizontal)">
                                      <p:cBhvr>
                                        <p:cTn id="50" dur="500"/>
                                        <p:tgtEl>
                                          <p:spTgt spid="165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4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066800" y="2667000"/>
            <a:ext cx="6553200" cy="2057400"/>
            <a:chOff x="672" y="1872"/>
            <a:chExt cx="4128" cy="1296"/>
          </a:xfrm>
        </p:grpSpPr>
        <p:sp>
          <p:nvSpPr>
            <p:cNvPr id="167939" name="Rectangle 3"/>
            <p:cNvSpPr>
              <a:spLocks noChangeArrowheads="1"/>
            </p:cNvSpPr>
            <p:nvPr/>
          </p:nvSpPr>
          <p:spPr bwMode="auto">
            <a:xfrm>
              <a:off x="672" y="1872"/>
              <a:ext cx="4128" cy="129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7940" name="Oval 4"/>
            <p:cNvSpPr>
              <a:spLocks noChangeArrowheads="1"/>
            </p:cNvSpPr>
            <p:nvPr/>
          </p:nvSpPr>
          <p:spPr bwMode="auto">
            <a:xfrm>
              <a:off x="1362" y="2016"/>
              <a:ext cx="185"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41" name="Oval 5"/>
            <p:cNvSpPr>
              <a:spLocks noChangeArrowheads="1"/>
            </p:cNvSpPr>
            <p:nvPr/>
          </p:nvSpPr>
          <p:spPr bwMode="auto">
            <a:xfrm>
              <a:off x="1424"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42" name="Oval 6"/>
            <p:cNvSpPr>
              <a:spLocks noChangeArrowheads="1"/>
            </p:cNvSpPr>
            <p:nvPr/>
          </p:nvSpPr>
          <p:spPr bwMode="auto">
            <a:xfrm>
              <a:off x="1547" y="2016"/>
              <a:ext cx="187"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43" name="Oval 7"/>
            <p:cNvSpPr>
              <a:spLocks noChangeArrowheads="1"/>
            </p:cNvSpPr>
            <p:nvPr/>
          </p:nvSpPr>
          <p:spPr bwMode="auto">
            <a:xfrm>
              <a:off x="1609" y="2066"/>
              <a:ext cx="64"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44" name="Oval 8"/>
            <p:cNvSpPr>
              <a:spLocks noChangeArrowheads="1"/>
            </p:cNvSpPr>
            <p:nvPr/>
          </p:nvSpPr>
          <p:spPr bwMode="auto">
            <a:xfrm>
              <a:off x="1919" y="2016"/>
              <a:ext cx="185"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45" name="Oval 9"/>
            <p:cNvSpPr>
              <a:spLocks noChangeArrowheads="1"/>
            </p:cNvSpPr>
            <p:nvPr/>
          </p:nvSpPr>
          <p:spPr bwMode="auto">
            <a:xfrm>
              <a:off x="1981"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46" name="Oval 10"/>
            <p:cNvSpPr>
              <a:spLocks noChangeArrowheads="1"/>
            </p:cNvSpPr>
            <p:nvPr/>
          </p:nvSpPr>
          <p:spPr bwMode="auto">
            <a:xfrm>
              <a:off x="1734" y="2016"/>
              <a:ext cx="185"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47" name="Oval 11"/>
            <p:cNvSpPr>
              <a:spLocks noChangeArrowheads="1"/>
            </p:cNvSpPr>
            <p:nvPr/>
          </p:nvSpPr>
          <p:spPr bwMode="auto">
            <a:xfrm>
              <a:off x="1796"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48" name="Oval 12"/>
            <p:cNvSpPr>
              <a:spLocks noChangeArrowheads="1"/>
            </p:cNvSpPr>
            <p:nvPr/>
          </p:nvSpPr>
          <p:spPr bwMode="auto">
            <a:xfrm>
              <a:off x="2104" y="2016"/>
              <a:ext cx="187"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49" name="Oval 13"/>
            <p:cNvSpPr>
              <a:spLocks noChangeArrowheads="1"/>
            </p:cNvSpPr>
            <p:nvPr/>
          </p:nvSpPr>
          <p:spPr bwMode="auto">
            <a:xfrm>
              <a:off x="2166" y="2066"/>
              <a:ext cx="64"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50" name="Oval 14"/>
            <p:cNvSpPr>
              <a:spLocks noChangeArrowheads="1"/>
            </p:cNvSpPr>
            <p:nvPr/>
          </p:nvSpPr>
          <p:spPr bwMode="auto">
            <a:xfrm>
              <a:off x="2291" y="2016"/>
              <a:ext cx="186"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51" name="Oval 15"/>
            <p:cNvSpPr>
              <a:spLocks noChangeArrowheads="1"/>
            </p:cNvSpPr>
            <p:nvPr/>
          </p:nvSpPr>
          <p:spPr bwMode="auto">
            <a:xfrm>
              <a:off x="2353"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52" name="Oval 16"/>
            <p:cNvSpPr>
              <a:spLocks noChangeArrowheads="1"/>
            </p:cNvSpPr>
            <p:nvPr/>
          </p:nvSpPr>
          <p:spPr bwMode="auto">
            <a:xfrm>
              <a:off x="2477" y="2016"/>
              <a:ext cx="185"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53" name="Oval 17"/>
            <p:cNvSpPr>
              <a:spLocks noChangeArrowheads="1"/>
            </p:cNvSpPr>
            <p:nvPr/>
          </p:nvSpPr>
          <p:spPr bwMode="auto">
            <a:xfrm>
              <a:off x="2538"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54" name="Oval 18"/>
            <p:cNvSpPr>
              <a:spLocks noChangeArrowheads="1"/>
            </p:cNvSpPr>
            <p:nvPr/>
          </p:nvSpPr>
          <p:spPr bwMode="auto">
            <a:xfrm>
              <a:off x="2662" y="2016"/>
              <a:ext cx="187"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55" name="Oval 19"/>
            <p:cNvSpPr>
              <a:spLocks noChangeArrowheads="1"/>
            </p:cNvSpPr>
            <p:nvPr/>
          </p:nvSpPr>
          <p:spPr bwMode="auto">
            <a:xfrm>
              <a:off x="2723" y="2066"/>
              <a:ext cx="64"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56" name="Oval 20"/>
            <p:cNvSpPr>
              <a:spLocks noChangeArrowheads="1"/>
            </p:cNvSpPr>
            <p:nvPr/>
          </p:nvSpPr>
          <p:spPr bwMode="auto">
            <a:xfrm>
              <a:off x="2849" y="2016"/>
              <a:ext cx="185"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57" name="Oval 21"/>
            <p:cNvSpPr>
              <a:spLocks noChangeArrowheads="1"/>
            </p:cNvSpPr>
            <p:nvPr/>
          </p:nvSpPr>
          <p:spPr bwMode="auto">
            <a:xfrm>
              <a:off x="2910"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58" name="Oval 22"/>
            <p:cNvSpPr>
              <a:spLocks noChangeArrowheads="1"/>
            </p:cNvSpPr>
            <p:nvPr/>
          </p:nvSpPr>
          <p:spPr bwMode="auto">
            <a:xfrm>
              <a:off x="3034" y="2016"/>
              <a:ext cx="185"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59" name="Oval 23"/>
            <p:cNvSpPr>
              <a:spLocks noChangeArrowheads="1"/>
            </p:cNvSpPr>
            <p:nvPr/>
          </p:nvSpPr>
          <p:spPr bwMode="auto">
            <a:xfrm>
              <a:off x="3095"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60" name="Oval 24"/>
            <p:cNvSpPr>
              <a:spLocks noChangeArrowheads="1"/>
            </p:cNvSpPr>
            <p:nvPr/>
          </p:nvSpPr>
          <p:spPr bwMode="auto">
            <a:xfrm>
              <a:off x="3219" y="2016"/>
              <a:ext cx="187"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61" name="Oval 25"/>
            <p:cNvSpPr>
              <a:spLocks noChangeArrowheads="1"/>
            </p:cNvSpPr>
            <p:nvPr/>
          </p:nvSpPr>
          <p:spPr bwMode="auto">
            <a:xfrm>
              <a:off x="3280" y="2066"/>
              <a:ext cx="64"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62" name="Oval 26"/>
            <p:cNvSpPr>
              <a:spLocks noChangeArrowheads="1"/>
            </p:cNvSpPr>
            <p:nvPr/>
          </p:nvSpPr>
          <p:spPr bwMode="auto">
            <a:xfrm>
              <a:off x="3406" y="2016"/>
              <a:ext cx="185"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63" name="Oval 27"/>
            <p:cNvSpPr>
              <a:spLocks noChangeArrowheads="1"/>
            </p:cNvSpPr>
            <p:nvPr/>
          </p:nvSpPr>
          <p:spPr bwMode="auto">
            <a:xfrm>
              <a:off x="3467"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64" name="Oval 28"/>
            <p:cNvSpPr>
              <a:spLocks noChangeArrowheads="1"/>
            </p:cNvSpPr>
            <p:nvPr/>
          </p:nvSpPr>
          <p:spPr bwMode="auto">
            <a:xfrm>
              <a:off x="1411"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65" name="Text Box 29"/>
            <p:cNvSpPr txBox="1">
              <a:spLocks noChangeArrowheads="1"/>
            </p:cNvSpPr>
            <p:nvPr/>
          </p:nvSpPr>
          <p:spPr bwMode="auto">
            <a:xfrm>
              <a:off x="1396"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66" name="Oval 30"/>
            <p:cNvSpPr>
              <a:spLocks noChangeArrowheads="1"/>
            </p:cNvSpPr>
            <p:nvPr/>
          </p:nvSpPr>
          <p:spPr bwMode="auto">
            <a:xfrm>
              <a:off x="1597"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67" name="Text Box 31"/>
            <p:cNvSpPr txBox="1">
              <a:spLocks noChangeArrowheads="1"/>
            </p:cNvSpPr>
            <p:nvPr/>
          </p:nvSpPr>
          <p:spPr bwMode="auto">
            <a:xfrm>
              <a:off x="1581"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68" name="Oval 32"/>
            <p:cNvSpPr>
              <a:spLocks noChangeArrowheads="1"/>
            </p:cNvSpPr>
            <p:nvPr/>
          </p:nvSpPr>
          <p:spPr bwMode="auto">
            <a:xfrm>
              <a:off x="1782"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69" name="Text Box 33"/>
            <p:cNvSpPr txBox="1">
              <a:spLocks noChangeArrowheads="1"/>
            </p:cNvSpPr>
            <p:nvPr/>
          </p:nvSpPr>
          <p:spPr bwMode="auto">
            <a:xfrm>
              <a:off x="1768"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dirty="0">
                  <a:solidFill>
                    <a:srgbClr val="FF0000"/>
                  </a:solidFill>
                </a:rPr>
                <a:t>+</a:t>
              </a:r>
              <a:endParaRPr lang="zh-CN" altLang="en-US" sz="2800" dirty="0">
                <a:solidFill>
                  <a:schemeClr val="tx1"/>
                </a:solidFill>
              </a:endParaRPr>
            </a:p>
          </p:txBody>
        </p:sp>
        <p:sp>
          <p:nvSpPr>
            <p:cNvPr id="167970" name="Oval 34"/>
            <p:cNvSpPr>
              <a:spLocks noChangeArrowheads="1"/>
            </p:cNvSpPr>
            <p:nvPr/>
          </p:nvSpPr>
          <p:spPr bwMode="auto">
            <a:xfrm>
              <a:off x="2339"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71" name="Text Box 35"/>
            <p:cNvSpPr txBox="1">
              <a:spLocks noChangeArrowheads="1"/>
            </p:cNvSpPr>
            <p:nvPr/>
          </p:nvSpPr>
          <p:spPr bwMode="auto">
            <a:xfrm>
              <a:off x="2323"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72" name="Oval 36"/>
            <p:cNvSpPr>
              <a:spLocks noChangeArrowheads="1"/>
            </p:cNvSpPr>
            <p:nvPr/>
          </p:nvSpPr>
          <p:spPr bwMode="auto">
            <a:xfrm>
              <a:off x="2154"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73" name="Text Box 37"/>
            <p:cNvSpPr txBox="1">
              <a:spLocks noChangeArrowheads="1"/>
            </p:cNvSpPr>
            <p:nvPr/>
          </p:nvSpPr>
          <p:spPr bwMode="auto">
            <a:xfrm>
              <a:off x="2138"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74" name="Oval 38"/>
            <p:cNvSpPr>
              <a:spLocks noChangeArrowheads="1"/>
            </p:cNvSpPr>
            <p:nvPr/>
          </p:nvSpPr>
          <p:spPr bwMode="auto">
            <a:xfrm>
              <a:off x="1969"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75" name="Text Box 39"/>
            <p:cNvSpPr txBox="1">
              <a:spLocks noChangeArrowheads="1"/>
            </p:cNvSpPr>
            <p:nvPr/>
          </p:nvSpPr>
          <p:spPr bwMode="auto">
            <a:xfrm>
              <a:off x="1953"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76" name="Oval 40"/>
            <p:cNvSpPr>
              <a:spLocks noChangeArrowheads="1"/>
            </p:cNvSpPr>
            <p:nvPr/>
          </p:nvSpPr>
          <p:spPr bwMode="auto">
            <a:xfrm>
              <a:off x="2526"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77" name="Text Box 41"/>
            <p:cNvSpPr txBox="1">
              <a:spLocks noChangeArrowheads="1"/>
            </p:cNvSpPr>
            <p:nvPr/>
          </p:nvSpPr>
          <p:spPr bwMode="auto">
            <a:xfrm>
              <a:off x="2510"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78" name="Oval 42"/>
            <p:cNvSpPr>
              <a:spLocks noChangeArrowheads="1"/>
            </p:cNvSpPr>
            <p:nvPr/>
          </p:nvSpPr>
          <p:spPr bwMode="auto">
            <a:xfrm>
              <a:off x="2711"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79" name="Text Box 43"/>
            <p:cNvSpPr txBox="1">
              <a:spLocks noChangeArrowheads="1"/>
            </p:cNvSpPr>
            <p:nvPr/>
          </p:nvSpPr>
          <p:spPr bwMode="auto">
            <a:xfrm>
              <a:off x="2695"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80" name="Oval 44"/>
            <p:cNvSpPr>
              <a:spLocks noChangeArrowheads="1"/>
            </p:cNvSpPr>
            <p:nvPr/>
          </p:nvSpPr>
          <p:spPr bwMode="auto">
            <a:xfrm>
              <a:off x="2898" y="2834"/>
              <a:ext cx="185"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81" name="Text Box 45"/>
            <p:cNvSpPr txBox="1">
              <a:spLocks noChangeArrowheads="1"/>
            </p:cNvSpPr>
            <p:nvPr/>
          </p:nvSpPr>
          <p:spPr bwMode="auto">
            <a:xfrm>
              <a:off x="2882"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82" name="Oval 46"/>
            <p:cNvSpPr>
              <a:spLocks noChangeArrowheads="1"/>
            </p:cNvSpPr>
            <p:nvPr/>
          </p:nvSpPr>
          <p:spPr bwMode="auto">
            <a:xfrm>
              <a:off x="3083"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83" name="Text Box 47"/>
            <p:cNvSpPr txBox="1">
              <a:spLocks noChangeArrowheads="1"/>
            </p:cNvSpPr>
            <p:nvPr/>
          </p:nvSpPr>
          <p:spPr bwMode="auto">
            <a:xfrm>
              <a:off x="3067"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84" name="Oval 48"/>
            <p:cNvSpPr>
              <a:spLocks noChangeArrowheads="1"/>
            </p:cNvSpPr>
            <p:nvPr/>
          </p:nvSpPr>
          <p:spPr bwMode="auto">
            <a:xfrm>
              <a:off x="3268"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85" name="Text Box 49"/>
            <p:cNvSpPr txBox="1">
              <a:spLocks noChangeArrowheads="1"/>
            </p:cNvSpPr>
            <p:nvPr/>
          </p:nvSpPr>
          <p:spPr bwMode="auto">
            <a:xfrm>
              <a:off x="3252"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86" name="Oval 50"/>
            <p:cNvSpPr>
              <a:spLocks noChangeArrowheads="1"/>
            </p:cNvSpPr>
            <p:nvPr/>
          </p:nvSpPr>
          <p:spPr bwMode="auto">
            <a:xfrm>
              <a:off x="3455" y="2834"/>
              <a:ext cx="185"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87" name="Text Box 51"/>
            <p:cNvSpPr txBox="1">
              <a:spLocks noChangeArrowheads="1"/>
            </p:cNvSpPr>
            <p:nvPr/>
          </p:nvSpPr>
          <p:spPr bwMode="auto">
            <a:xfrm>
              <a:off x="3439"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88" name="Line 52"/>
            <p:cNvSpPr>
              <a:spLocks noChangeShapeType="1"/>
            </p:cNvSpPr>
            <p:nvPr/>
          </p:nvSpPr>
          <p:spPr bwMode="auto">
            <a:xfrm>
              <a:off x="912" y="2496"/>
              <a:ext cx="3439" cy="0"/>
            </a:xfrm>
            <a:prstGeom prst="line">
              <a:avLst/>
            </a:prstGeom>
            <a:noFill/>
            <a:ln w="12700">
              <a:solidFill>
                <a:srgbClr val="000000"/>
              </a:solidFill>
              <a:round/>
              <a:headEnd/>
              <a:tailEnd type="triangle" w="sm" len="lg"/>
            </a:ln>
            <a:effectLst/>
          </p:spPr>
          <p:txBody>
            <a:bodyPr wrap="none"/>
            <a:lstStyle/>
            <a:p>
              <a:endParaRPr lang="zh-CN" altLang="en-US" sz="2800"/>
            </a:p>
          </p:txBody>
        </p:sp>
        <p:sp>
          <p:nvSpPr>
            <p:cNvPr id="167989" name="Line 53"/>
            <p:cNvSpPr>
              <a:spLocks noChangeShapeType="1"/>
            </p:cNvSpPr>
            <p:nvPr/>
          </p:nvSpPr>
          <p:spPr bwMode="auto">
            <a:xfrm flipH="1">
              <a:off x="993" y="2112"/>
              <a:ext cx="322" cy="0"/>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7990" name="Text Box 54"/>
            <p:cNvSpPr txBox="1">
              <a:spLocks noChangeArrowheads="1"/>
            </p:cNvSpPr>
            <p:nvPr/>
          </p:nvSpPr>
          <p:spPr bwMode="auto">
            <a:xfrm>
              <a:off x="1769" y="2400"/>
              <a:ext cx="583" cy="330"/>
            </a:xfrm>
            <a:prstGeom prst="rect">
              <a:avLst/>
            </a:prstGeom>
            <a:noFill/>
            <a:ln w="9525">
              <a:noFill/>
              <a:miter lim="800000"/>
              <a:headEnd/>
              <a:tailEnd/>
            </a:ln>
            <a:effectLst/>
          </p:spPr>
          <p:txBody>
            <a:bodyPr>
              <a:spAutoFit/>
            </a:bodyPr>
            <a:lstStyle/>
            <a:p>
              <a:r>
                <a:rPr lang="en-US" altLang="zh-CN" sz="2800" b="0" i="1">
                  <a:solidFill>
                    <a:srgbClr val="1C1C1C"/>
                  </a:solidFill>
                </a:rPr>
                <a:t>p</a:t>
              </a:r>
            </a:p>
          </p:txBody>
        </p:sp>
        <p:sp>
          <p:nvSpPr>
            <p:cNvPr id="167991" name="Text Box 55"/>
            <p:cNvSpPr txBox="1">
              <a:spLocks noChangeArrowheads="1"/>
            </p:cNvSpPr>
            <p:nvPr/>
          </p:nvSpPr>
          <p:spPr bwMode="auto">
            <a:xfrm>
              <a:off x="993" y="2208"/>
              <a:ext cx="639" cy="330"/>
            </a:xfrm>
            <a:prstGeom prst="rect">
              <a:avLst/>
            </a:prstGeom>
            <a:noFill/>
            <a:ln w="9525">
              <a:noFill/>
              <a:miter lim="800000"/>
              <a:headEnd/>
              <a:tailEnd/>
            </a:ln>
            <a:effectLst/>
          </p:spPr>
          <p:txBody>
            <a:bodyPr>
              <a:spAutoFit/>
            </a:bodyPr>
            <a:lstStyle/>
            <a:p>
              <a:r>
                <a:rPr lang="en-US" altLang="zh-CN" sz="2800" b="0" i="1">
                  <a:solidFill>
                    <a:srgbClr val="1C1C1C"/>
                  </a:solidFill>
                </a:rPr>
                <a:t>R</a:t>
              </a:r>
            </a:p>
          </p:txBody>
        </p:sp>
        <p:sp>
          <p:nvSpPr>
            <p:cNvPr id="167992" name="Line 56"/>
            <p:cNvSpPr>
              <a:spLocks noChangeShapeType="1"/>
            </p:cNvSpPr>
            <p:nvPr/>
          </p:nvSpPr>
          <p:spPr bwMode="auto">
            <a:xfrm flipV="1">
              <a:off x="1121" y="2112"/>
              <a:ext cx="0" cy="96"/>
            </a:xfrm>
            <a:prstGeom prst="line">
              <a:avLst/>
            </a:prstGeom>
            <a:noFill/>
            <a:ln w="15875">
              <a:solidFill>
                <a:schemeClr val="tx1"/>
              </a:solidFill>
              <a:round/>
              <a:headEnd/>
              <a:tailEnd type="triangle" w="sm" len="lg"/>
            </a:ln>
            <a:effectLst/>
          </p:spPr>
          <p:txBody>
            <a:bodyPr wrap="none"/>
            <a:lstStyle/>
            <a:p>
              <a:endParaRPr lang="zh-CN" altLang="en-US" sz="2800"/>
            </a:p>
          </p:txBody>
        </p:sp>
        <p:sp>
          <p:nvSpPr>
            <p:cNvPr id="167993" name="Line 57"/>
            <p:cNvSpPr>
              <a:spLocks noChangeShapeType="1"/>
            </p:cNvSpPr>
            <p:nvPr/>
          </p:nvSpPr>
          <p:spPr bwMode="auto">
            <a:xfrm>
              <a:off x="1121" y="2400"/>
              <a:ext cx="0" cy="144"/>
            </a:xfrm>
            <a:prstGeom prst="line">
              <a:avLst/>
            </a:prstGeom>
            <a:noFill/>
            <a:ln w="15875">
              <a:solidFill>
                <a:schemeClr val="tx1"/>
              </a:solidFill>
              <a:round/>
              <a:headEnd/>
              <a:tailEnd type="triangle" w="sm" len="lg"/>
            </a:ln>
            <a:effectLst/>
          </p:spPr>
          <p:txBody>
            <a:bodyPr wrap="none"/>
            <a:lstStyle/>
            <a:p>
              <a:endParaRPr lang="zh-CN" altLang="en-US" sz="2800"/>
            </a:p>
          </p:txBody>
        </p:sp>
        <p:sp>
          <p:nvSpPr>
            <p:cNvPr id="167994" name="Oval 58"/>
            <p:cNvSpPr>
              <a:spLocks noChangeArrowheads="1"/>
            </p:cNvSpPr>
            <p:nvPr/>
          </p:nvSpPr>
          <p:spPr bwMode="auto">
            <a:xfrm>
              <a:off x="3605" y="2016"/>
              <a:ext cx="187"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95" name="Oval 59"/>
            <p:cNvSpPr>
              <a:spLocks noChangeArrowheads="1"/>
            </p:cNvSpPr>
            <p:nvPr/>
          </p:nvSpPr>
          <p:spPr bwMode="auto">
            <a:xfrm>
              <a:off x="3680" y="2066"/>
              <a:ext cx="64"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96" name="Oval 60"/>
            <p:cNvSpPr>
              <a:spLocks noChangeArrowheads="1"/>
            </p:cNvSpPr>
            <p:nvPr/>
          </p:nvSpPr>
          <p:spPr bwMode="auto">
            <a:xfrm>
              <a:off x="3826" y="2066"/>
              <a:ext cx="62"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7997" name="Oval 61"/>
            <p:cNvSpPr>
              <a:spLocks noChangeArrowheads="1"/>
            </p:cNvSpPr>
            <p:nvPr/>
          </p:nvSpPr>
          <p:spPr bwMode="auto">
            <a:xfrm>
              <a:off x="3627"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7998" name="Text Box 62"/>
            <p:cNvSpPr txBox="1">
              <a:spLocks noChangeArrowheads="1"/>
            </p:cNvSpPr>
            <p:nvPr/>
          </p:nvSpPr>
          <p:spPr bwMode="auto">
            <a:xfrm>
              <a:off x="3611"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7999" name="Oval 63"/>
            <p:cNvSpPr>
              <a:spLocks noChangeArrowheads="1"/>
            </p:cNvSpPr>
            <p:nvPr/>
          </p:nvSpPr>
          <p:spPr bwMode="auto">
            <a:xfrm>
              <a:off x="3797" y="2016"/>
              <a:ext cx="187" cy="151"/>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000" name="Oval 64"/>
            <p:cNvSpPr>
              <a:spLocks noChangeArrowheads="1"/>
            </p:cNvSpPr>
            <p:nvPr/>
          </p:nvSpPr>
          <p:spPr bwMode="auto">
            <a:xfrm>
              <a:off x="3872" y="2066"/>
              <a:ext cx="64" cy="51"/>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sp>
          <p:nvSpPr>
            <p:cNvPr id="168001" name="Oval 65"/>
            <p:cNvSpPr>
              <a:spLocks noChangeArrowheads="1"/>
            </p:cNvSpPr>
            <p:nvPr/>
          </p:nvSpPr>
          <p:spPr bwMode="auto">
            <a:xfrm>
              <a:off x="3823" y="2834"/>
              <a:ext cx="187" cy="152"/>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002" name="Text Box 66"/>
            <p:cNvSpPr txBox="1">
              <a:spLocks noChangeArrowheads="1"/>
            </p:cNvSpPr>
            <p:nvPr/>
          </p:nvSpPr>
          <p:spPr bwMode="auto">
            <a:xfrm>
              <a:off x="3807" y="2784"/>
              <a:ext cx="229" cy="330"/>
            </a:xfrm>
            <a:prstGeom prst="rect">
              <a:avLst/>
            </a:prstGeom>
            <a:noFill/>
            <a:ln w="9525">
              <a:noFill/>
              <a:miter lim="800000"/>
              <a:headEnd/>
              <a:tailEnd/>
            </a:ln>
            <a:effectLst/>
          </p:spPr>
          <p:txBody>
            <a:bodyPr wrap="none">
              <a:spAutoFit/>
            </a:bodyPr>
            <a:lstStyle/>
            <a:p>
              <a:pPr>
                <a:spcBef>
                  <a:spcPct val="50000"/>
                </a:spcBef>
              </a:pPr>
              <a:r>
                <a:rPr lang="zh-CN" altLang="en-US" sz="2800" dirty="0" smtClean="0">
                  <a:solidFill>
                    <a:srgbClr val="FF0000"/>
                  </a:solidFill>
                </a:rPr>
                <a:t>+</a:t>
              </a:r>
              <a:endParaRPr lang="zh-CN" altLang="en-US" sz="2800" dirty="0">
                <a:solidFill>
                  <a:schemeClr val="tx1"/>
                </a:solidFill>
              </a:endParaRPr>
            </a:p>
          </p:txBody>
        </p:sp>
        <p:sp>
          <p:nvSpPr>
            <p:cNvPr id="168003" name="Text Box 67"/>
            <p:cNvSpPr txBox="1">
              <a:spLocks noChangeArrowheads="1"/>
            </p:cNvSpPr>
            <p:nvPr/>
          </p:nvSpPr>
          <p:spPr bwMode="auto">
            <a:xfrm>
              <a:off x="1824" y="2361"/>
              <a:ext cx="288" cy="327"/>
            </a:xfrm>
            <a:prstGeom prst="rect">
              <a:avLst/>
            </a:prstGeom>
            <a:noFill/>
            <a:ln w="9525">
              <a:noFill/>
              <a:miter lim="800000"/>
              <a:headEnd/>
              <a:tailEnd/>
            </a:ln>
            <a:effectLst/>
          </p:spPr>
          <p:txBody>
            <a:bodyPr>
              <a:spAutoFit/>
            </a:bodyPr>
            <a:lstStyle/>
            <a:p>
              <a:pPr>
                <a:spcBef>
                  <a:spcPct val="50000"/>
                </a:spcBef>
              </a:pPr>
              <a:r>
                <a:rPr lang="zh-CN" altLang="en-US" sz="2800" b="0" i="1"/>
                <a:t>*</a:t>
              </a:r>
            </a:p>
          </p:txBody>
        </p:sp>
      </p:grpSp>
      <p:sp>
        <p:nvSpPr>
          <p:cNvPr id="168004" name="Text Box 68"/>
          <p:cNvSpPr txBox="1">
            <a:spLocks noChangeArrowheads="1"/>
          </p:cNvSpPr>
          <p:nvPr/>
        </p:nvSpPr>
        <p:spPr bwMode="auto">
          <a:xfrm>
            <a:off x="381000" y="304800"/>
            <a:ext cx="6019800" cy="519113"/>
          </a:xfrm>
          <a:prstGeom prst="rect">
            <a:avLst/>
          </a:prstGeom>
          <a:noFill/>
          <a:ln w="9525">
            <a:noFill/>
            <a:miter lim="800000"/>
            <a:headEnd/>
            <a:tailEnd/>
          </a:ln>
          <a:effectLst/>
        </p:spPr>
        <p:txBody>
          <a:bodyPr>
            <a:spAutoFit/>
          </a:bodyPr>
          <a:lstStyle/>
          <a:p>
            <a:r>
              <a:rPr lang="zh-CN" altLang="en-US" sz="2800" b="1" dirty="0">
                <a:solidFill>
                  <a:srgbClr val="C00000"/>
                </a:solidFill>
              </a:rPr>
              <a:t>例3   载流直螺线管的磁场</a:t>
            </a:r>
          </a:p>
        </p:txBody>
      </p:sp>
      <p:sp>
        <p:nvSpPr>
          <p:cNvPr id="168005" name="Text Box 69"/>
          <p:cNvSpPr txBox="1">
            <a:spLocks noChangeArrowheads="1"/>
          </p:cNvSpPr>
          <p:nvPr/>
        </p:nvSpPr>
        <p:spPr bwMode="auto">
          <a:xfrm>
            <a:off x="304800" y="990600"/>
            <a:ext cx="8458200" cy="1568450"/>
          </a:xfrm>
          <a:prstGeom prst="rect">
            <a:avLst/>
          </a:prstGeom>
          <a:noFill/>
          <a:ln w="9525">
            <a:noFill/>
            <a:miter lim="800000"/>
            <a:headEnd/>
            <a:tailEnd/>
          </a:ln>
          <a:effectLst/>
        </p:spPr>
        <p:txBody>
          <a:bodyPr>
            <a:spAutoFit/>
          </a:bodyPr>
          <a:lstStyle/>
          <a:p>
            <a:pPr>
              <a:lnSpc>
                <a:spcPct val="110000"/>
              </a:lnSpc>
            </a:pPr>
            <a:r>
              <a:rPr lang="zh-CN" altLang="en-US" sz="2800">
                <a:solidFill>
                  <a:srgbClr val="1C1C1C"/>
                </a:solidFill>
              </a:rPr>
              <a:t>        如图所示，有一长为 </a:t>
            </a:r>
            <a:r>
              <a:rPr lang="en-US" altLang="zh-CN" sz="2800" i="1">
                <a:solidFill>
                  <a:srgbClr val="1C1C1C"/>
                </a:solidFill>
              </a:rPr>
              <a:t>l , </a:t>
            </a:r>
            <a:r>
              <a:rPr lang="zh-CN" altLang="en-US" sz="2800">
                <a:solidFill>
                  <a:srgbClr val="1C1C1C"/>
                </a:solidFill>
              </a:rPr>
              <a:t>半径为</a:t>
            </a:r>
            <a:r>
              <a:rPr lang="en-US" altLang="zh-CN" sz="2800" i="1">
                <a:solidFill>
                  <a:srgbClr val="1C1C1C"/>
                </a:solidFill>
              </a:rPr>
              <a:t>R</a:t>
            </a:r>
            <a:r>
              <a:rPr lang="zh-CN" altLang="en-US" sz="2800">
                <a:solidFill>
                  <a:srgbClr val="1C1C1C"/>
                </a:solidFill>
              </a:rPr>
              <a:t>的载流密绕直螺线管，螺线管的总匝数为</a:t>
            </a:r>
            <a:r>
              <a:rPr lang="en-US" altLang="zh-CN" sz="2800" i="1">
                <a:solidFill>
                  <a:srgbClr val="1C1C1C"/>
                </a:solidFill>
              </a:rPr>
              <a:t>N</a:t>
            </a:r>
            <a:r>
              <a:rPr lang="en-US" altLang="zh-CN" sz="2800">
                <a:solidFill>
                  <a:srgbClr val="1C1C1C"/>
                </a:solidFill>
              </a:rPr>
              <a:t>，</a:t>
            </a:r>
            <a:r>
              <a:rPr lang="zh-CN" altLang="en-US" sz="2800">
                <a:solidFill>
                  <a:srgbClr val="1C1C1C"/>
                </a:solidFill>
              </a:rPr>
              <a:t>通有电流 </a:t>
            </a:r>
            <a:r>
              <a:rPr lang="en-US" altLang="zh-CN" sz="2800" b="0" i="1">
                <a:solidFill>
                  <a:srgbClr val="1C1C1C"/>
                </a:solidFill>
              </a:rPr>
              <a:t>I</a:t>
            </a:r>
            <a:r>
              <a:rPr lang="en-US" altLang="zh-CN" sz="2800" i="1">
                <a:solidFill>
                  <a:srgbClr val="1C1C1C"/>
                </a:solidFill>
              </a:rPr>
              <a:t>.  </a:t>
            </a:r>
            <a:r>
              <a:rPr lang="zh-CN" altLang="en-US" sz="2800">
                <a:solidFill>
                  <a:srgbClr val="1C1C1C"/>
                </a:solidFill>
              </a:rPr>
              <a:t>设把螺线管放在真空中，求管内轴线上一点处的磁感强度.</a:t>
            </a:r>
          </a:p>
        </p:txBody>
      </p:sp>
      <p:grpSp>
        <p:nvGrpSpPr>
          <p:cNvPr id="3" name="Group 70"/>
          <p:cNvGrpSpPr>
            <a:grpSpLocks/>
          </p:cNvGrpSpPr>
          <p:nvPr/>
        </p:nvGrpSpPr>
        <p:grpSpPr bwMode="auto">
          <a:xfrm>
            <a:off x="914400" y="4732338"/>
            <a:ext cx="7467600" cy="1287462"/>
            <a:chOff x="576" y="3173"/>
            <a:chExt cx="4704" cy="811"/>
          </a:xfrm>
        </p:grpSpPr>
        <p:graphicFrame>
          <p:nvGraphicFramePr>
            <p:cNvPr id="168007" name="Object 71"/>
            <p:cNvGraphicFramePr>
              <a:graphicFrameLocks noChangeAspect="1"/>
            </p:cNvGraphicFramePr>
            <p:nvPr/>
          </p:nvGraphicFramePr>
          <p:xfrm>
            <a:off x="3120" y="3173"/>
            <a:ext cx="2160" cy="811"/>
          </p:xfrm>
          <a:graphic>
            <a:graphicData uri="http://schemas.openxmlformats.org/presentationml/2006/ole">
              <p:oleObj spid="_x0000_s1004549" name="Equation" r:id="rId3" imgW="1117440" imgH="419040" progId="Equation.3">
                <p:embed/>
              </p:oleObj>
            </a:graphicData>
          </a:graphic>
        </p:graphicFrame>
        <p:sp>
          <p:nvSpPr>
            <p:cNvPr id="168008" name="Text Box 72"/>
            <p:cNvSpPr txBox="1">
              <a:spLocks noChangeArrowheads="1"/>
            </p:cNvSpPr>
            <p:nvPr/>
          </p:nvSpPr>
          <p:spPr bwMode="auto">
            <a:xfrm>
              <a:off x="576" y="3456"/>
              <a:ext cx="3552" cy="327"/>
            </a:xfrm>
            <a:prstGeom prst="rect">
              <a:avLst/>
            </a:prstGeom>
            <a:noFill/>
            <a:ln w="9525">
              <a:noFill/>
              <a:miter lim="800000"/>
              <a:headEnd/>
              <a:tailEnd/>
            </a:ln>
            <a:effectLst/>
          </p:spPr>
          <p:txBody>
            <a:bodyPr>
              <a:spAutoFit/>
            </a:bodyPr>
            <a:lstStyle/>
            <a:p>
              <a:r>
                <a:rPr lang="zh-CN" altLang="en-US" sz="2800">
                  <a:solidFill>
                    <a:srgbClr val="CC0000"/>
                  </a:solidFill>
                </a:rPr>
                <a:t>解  </a:t>
              </a:r>
              <a:r>
                <a:rPr lang="zh-CN" altLang="en-US" sz="2800"/>
                <a:t>由圆形电流磁场公式</a:t>
              </a:r>
            </a:p>
          </p:txBody>
        </p:sp>
      </p:grpSp>
      <p:grpSp>
        <p:nvGrpSpPr>
          <p:cNvPr id="4" name="Group 73"/>
          <p:cNvGrpSpPr>
            <a:grpSpLocks/>
          </p:cNvGrpSpPr>
          <p:nvPr/>
        </p:nvGrpSpPr>
        <p:grpSpPr bwMode="auto">
          <a:xfrm>
            <a:off x="2903538" y="2743200"/>
            <a:ext cx="3954462" cy="1828800"/>
            <a:chOff x="1829" y="1920"/>
            <a:chExt cx="2491" cy="1152"/>
          </a:xfrm>
        </p:grpSpPr>
        <p:sp>
          <p:nvSpPr>
            <p:cNvPr id="168010" name="Line 74"/>
            <p:cNvSpPr>
              <a:spLocks noChangeShapeType="1"/>
            </p:cNvSpPr>
            <p:nvPr/>
          </p:nvSpPr>
          <p:spPr bwMode="auto">
            <a:xfrm>
              <a:off x="1968" y="2256"/>
              <a:ext cx="0" cy="528"/>
            </a:xfrm>
            <a:prstGeom prst="line">
              <a:avLst/>
            </a:prstGeom>
            <a:noFill/>
            <a:ln w="12700">
              <a:solidFill>
                <a:srgbClr val="000000"/>
              </a:solidFill>
              <a:prstDash val="dash"/>
              <a:round/>
              <a:headEnd/>
              <a:tailEnd/>
            </a:ln>
            <a:effectLst/>
          </p:spPr>
          <p:txBody>
            <a:bodyPr wrap="none"/>
            <a:lstStyle/>
            <a:p>
              <a:endParaRPr lang="zh-CN" altLang="en-US" sz="2800"/>
            </a:p>
          </p:txBody>
        </p:sp>
        <p:sp>
          <p:nvSpPr>
            <p:cNvPr id="168011" name="Line 75"/>
            <p:cNvSpPr>
              <a:spLocks noChangeShapeType="1"/>
            </p:cNvSpPr>
            <p:nvPr/>
          </p:nvSpPr>
          <p:spPr bwMode="auto">
            <a:xfrm flipH="1">
              <a:off x="3249" y="2592"/>
              <a:ext cx="257" cy="0"/>
            </a:xfrm>
            <a:prstGeom prst="line">
              <a:avLst/>
            </a:prstGeom>
            <a:noFill/>
            <a:ln w="19050">
              <a:solidFill>
                <a:srgbClr val="0000FF"/>
              </a:solidFill>
              <a:round/>
              <a:headEnd/>
              <a:tailEnd type="triangle" w="sm" len="lg"/>
            </a:ln>
            <a:effectLst/>
          </p:spPr>
          <p:txBody>
            <a:bodyPr wrap="none"/>
            <a:lstStyle/>
            <a:p>
              <a:endParaRPr lang="zh-CN" altLang="en-US" sz="2800"/>
            </a:p>
          </p:txBody>
        </p:sp>
        <p:sp>
          <p:nvSpPr>
            <p:cNvPr id="168012" name="Text Box 76"/>
            <p:cNvSpPr txBox="1">
              <a:spLocks noChangeArrowheads="1"/>
            </p:cNvSpPr>
            <p:nvPr/>
          </p:nvSpPr>
          <p:spPr bwMode="auto">
            <a:xfrm>
              <a:off x="1829" y="2169"/>
              <a:ext cx="667" cy="327"/>
            </a:xfrm>
            <a:prstGeom prst="rect">
              <a:avLst/>
            </a:prstGeom>
            <a:noFill/>
            <a:ln w="9525">
              <a:noFill/>
              <a:miter lim="800000"/>
              <a:headEnd/>
              <a:tailEnd/>
            </a:ln>
            <a:effectLst/>
          </p:spPr>
          <p:txBody>
            <a:bodyPr>
              <a:spAutoFit/>
            </a:bodyPr>
            <a:lstStyle/>
            <a:p>
              <a:r>
                <a:rPr lang="en-US" altLang="zh-CN" sz="2800" b="0" i="1">
                  <a:solidFill>
                    <a:srgbClr val="1C1C1C"/>
                  </a:solidFill>
                </a:rPr>
                <a:t>o</a:t>
              </a:r>
            </a:p>
          </p:txBody>
        </p:sp>
        <p:sp>
          <p:nvSpPr>
            <p:cNvPr id="168013" name="Rectangle 77"/>
            <p:cNvSpPr>
              <a:spLocks noChangeArrowheads="1"/>
            </p:cNvSpPr>
            <p:nvPr/>
          </p:nvSpPr>
          <p:spPr bwMode="auto">
            <a:xfrm>
              <a:off x="3120" y="1920"/>
              <a:ext cx="144" cy="1152"/>
            </a:xfrm>
            <a:prstGeom prst="rect">
              <a:avLst/>
            </a:prstGeom>
            <a:solidFill>
              <a:srgbClr val="66CCFF">
                <a:alpha val="50000"/>
              </a:srgbClr>
            </a:solidFill>
            <a:ln w="19050">
              <a:solidFill>
                <a:srgbClr val="0000FF"/>
              </a:solidFill>
              <a:prstDash val="dash"/>
              <a:miter lim="800000"/>
              <a:headEnd/>
              <a:tailEnd/>
            </a:ln>
            <a:effectLst/>
          </p:spPr>
          <p:txBody>
            <a:bodyPr wrap="none" anchor="ctr"/>
            <a:lstStyle/>
            <a:p>
              <a:endParaRPr lang="zh-CN" altLang="en-US" sz="2800"/>
            </a:p>
          </p:txBody>
        </p:sp>
        <p:sp>
          <p:nvSpPr>
            <p:cNvPr id="168014" name="Line 78"/>
            <p:cNvSpPr>
              <a:spLocks noChangeShapeType="1"/>
            </p:cNvSpPr>
            <p:nvPr/>
          </p:nvSpPr>
          <p:spPr bwMode="auto">
            <a:xfrm flipH="1">
              <a:off x="1968" y="2592"/>
              <a:ext cx="1159" cy="0"/>
            </a:xfrm>
            <a:prstGeom prst="line">
              <a:avLst/>
            </a:prstGeom>
            <a:noFill/>
            <a:ln w="19050">
              <a:solidFill>
                <a:srgbClr val="0000FF"/>
              </a:solidFill>
              <a:round/>
              <a:headEnd type="triangle" w="sm" len="lg"/>
              <a:tailEnd type="triangle" w="sm" len="lg"/>
            </a:ln>
            <a:effectLst/>
          </p:spPr>
          <p:txBody>
            <a:bodyPr wrap="none"/>
            <a:lstStyle/>
            <a:p>
              <a:endParaRPr lang="zh-CN" altLang="en-US" sz="2800"/>
            </a:p>
          </p:txBody>
        </p:sp>
        <p:graphicFrame>
          <p:nvGraphicFramePr>
            <p:cNvPr id="168015" name="Object 79"/>
            <p:cNvGraphicFramePr>
              <a:graphicFrameLocks noChangeAspect="1"/>
            </p:cNvGraphicFramePr>
            <p:nvPr/>
          </p:nvGraphicFramePr>
          <p:xfrm>
            <a:off x="2483" y="2580"/>
            <a:ext cx="254" cy="204"/>
          </p:xfrm>
          <a:graphic>
            <a:graphicData uri="http://schemas.openxmlformats.org/presentationml/2006/ole">
              <p:oleObj spid="_x0000_s1004546" name="公式" r:id="rId4" imgW="177480" imgH="190440" progId="Equation.3">
                <p:embed/>
              </p:oleObj>
            </a:graphicData>
          </a:graphic>
        </p:graphicFrame>
        <p:graphicFrame>
          <p:nvGraphicFramePr>
            <p:cNvPr id="168016" name="Object 80"/>
            <p:cNvGraphicFramePr>
              <a:graphicFrameLocks noChangeAspect="1"/>
            </p:cNvGraphicFramePr>
            <p:nvPr/>
          </p:nvGraphicFramePr>
          <p:xfrm>
            <a:off x="3024" y="2229"/>
            <a:ext cx="336" cy="315"/>
          </p:xfrm>
          <a:graphic>
            <a:graphicData uri="http://schemas.openxmlformats.org/presentationml/2006/ole">
              <p:oleObj spid="_x0000_s1004547" name="Equation" r:id="rId5" imgW="190440" imgH="177480" progId="Equation.3">
                <p:embed/>
              </p:oleObj>
            </a:graphicData>
          </a:graphic>
        </p:graphicFrame>
        <p:graphicFrame>
          <p:nvGraphicFramePr>
            <p:cNvPr id="168017" name="Object 81"/>
            <p:cNvGraphicFramePr>
              <a:graphicFrameLocks noChangeAspect="1"/>
            </p:cNvGraphicFramePr>
            <p:nvPr/>
          </p:nvGraphicFramePr>
          <p:xfrm>
            <a:off x="4066" y="2532"/>
            <a:ext cx="254" cy="204"/>
          </p:xfrm>
          <a:graphic>
            <a:graphicData uri="http://schemas.openxmlformats.org/presentationml/2006/ole">
              <p:oleObj spid="_x0000_s1004548" name="公式" r:id="rId6" imgW="177480" imgH="1904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ChangeArrowheads="1"/>
          </p:cNvSpPr>
          <p:nvPr/>
        </p:nvSpPr>
        <p:spPr bwMode="auto">
          <a:xfrm>
            <a:off x="3124200" y="2743200"/>
            <a:ext cx="838200" cy="457200"/>
          </a:xfrm>
          <a:prstGeom prst="rect">
            <a:avLst/>
          </a:prstGeom>
          <a:solidFill>
            <a:srgbClr val="FFE1FF"/>
          </a:solidFill>
          <a:ln w="9525">
            <a:solidFill>
              <a:srgbClr val="FF33CC"/>
            </a:solidFill>
            <a:miter lim="800000"/>
            <a:headEnd/>
            <a:tailEnd/>
          </a:ln>
          <a:effectLst/>
        </p:spPr>
        <p:txBody>
          <a:bodyPr wrap="none" anchor="ctr"/>
          <a:lstStyle/>
          <a:p>
            <a:endParaRPr lang="zh-CN" altLang="en-US" sz="2800"/>
          </a:p>
        </p:txBody>
      </p:sp>
      <p:grpSp>
        <p:nvGrpSpPr>
          <p:cNvPr id="2" name="Group 116"/>
          <p:cNvGrpSpPr>
            <a:grpSpLocks/>
          </p:cNvGrpSpPr>
          <p:nvPr/>
        </p:nvGrpSpPr>
        <p:grpSpPr bwMode="auto">
          <a:xfrm>
            <a:off x="1143000" y="304800"/>
            <a:ext cx="6858000" cy="2286000"/>
            <a:chOff x="720" y="384"/>
            <a:chExt cx="4320" cy="1440"/>
          </a:xfrm>
        </p:grpSpPr>
        <p:sp>
          <p:nvSpPr>
            <p:cNvPr id="168964" name="Rectangle 4"/>
            <p:cNvSpPr>
              <a:spLocks noChangeArrowheads="1"/>
            </p:cNvSpPr>
            <p:nvPr/>
          </p:nvSpPr>
          <p:spPr bwMode="auto">
            <a:xfrm>
              <a:off x="720" y="384"/>
              <a:ext cx="4320" cy="1440"/>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sp>
          <p:nvSpPr>
            <p:cNvPr id="168965" name="Text Box 5"/>
            <p:cNvSpPr txBox="1">
              <a:spLocks noChangeArrowheads="1"/>
            </p:cNvSpPr>
            <p:nvPr/>
          </p:nvSpPr>
          <p:spPr bwMode="auto">
            <a:xfrm>
              <a:off x="1813" y="1017"/>
              <a:ext cx="539" cy="327"/>
            </a:xfrm>
            <a:prstGeom prst="rect">
              <a:avLst/>
            </a:prstGeom>
            <a:noFill/>
            <a:ln w="9525">
              <a:noFill/>
              <a:miter lim="800000"/>
              <a:headEnd/>
              <a:tailEnd/>
            </a:ln>
            <a:effectLst/>
          </p:spPr>
          <p:txBody>
            <a:bodyPr>
              <a:spAutoFit/>
            </a:bodyPr>
            <a:lstStyle/>
            <a:p>
              <a:r>
                <a:rPr lang="en-US" altLang="zh-CN" sz="2800" b="0" i="1">
                  <a:solidFill>
                    <a:srgbClr val="1C1C1C"/>
                  </a:solidFill>
                </a:rPr>
                <a:t>o</a:t>
              </a:r>
            </a:p>
          </p:txBody>
        </p:sp>
        <p:sp>
          <p:nvSpPr>
            <p:cNvPr id="168966" name="Text Box 6"/>
            <p:cNvSpPr txBox="1">
              <a:spLocks noChangeArrowheads="1"/>
            </p:cNvSpPr>
            <p:nvPr/>
          </p:nvSpPr>
          <p:spPr bwMode="auto">
            <a:xfrm>
              <a:off x="2028" y="1017"/>
              <a:ext cx="516" cy="330"/>
            </a:xfrm>
            <a:prstGeom prst="rect">
              <a:avLst/>
            </a:prstGeom>
            <a:noFill/>
            <a:ln w="9525">
              <a:noFill/>
              <a:miter lim="800000"/>
              <a:headEnd/>
              <a:tailEnd/>
            </a:ln>
            <a:effectLst/>
          </p:spPr>
          <p:txBody>
            <a:bodyPr>
              <a:spAutoFit/>
            </a:bodyPr>
            <a:lstStyle/>
            <a:p>
              <a:r>
                <a:rPr lang="en-US" altLang="zh-CN" sz="2800" b="0" i="1">
                  <a:solidFill>
                    <a:srgbClr val="1C1C1C"/>
                  </a:solidFill>
                </a:rPr>
                <a:t>p</a:t>
              </a:r>
            </a:p>
          </p:txBody>
        </p:sp>
        <p:sp>
          <p:nvSpPr>
            <p:cNvPr id="168967" name="Line 7"/>
            <p:cNvSpPr>
              <a:spLocks noChangeShapeType="1"/>
            </p:cNvSpPr>
            <p:nvPr/>
          </p:nvSpPr>
          <p:spPr bwMode="auto">
            <a:xfrm>
              <a:off x="3216" y="1104"/>
              <a:ext cx="1" cy="672"/>
            </a:xfrm>
            <a:prstGeom prst="line">
              <a:avLst/>
            </a:prstGeom>
            <a:noFill/>
            <a:ln w="12700">
              <a:solidFill>
                <a:srgbClr val="000000"/>
              </a:solidFill>
              <a:prstDash val="dash"/>
              <a:round/>
              <a:headEnd/>
              <a:tailEnd/>
            </a:ln>
            <a:effectLst/>
          </p:spPr>
          <p:txBody>
            <a:bodyPr wrap="none"/>
            <a:lstStyle/>
            <a:p>
              <a:endParaRPr lang="zh-CN" altLang="en-US" sz="2800"/>
            </a:p>
          </p:txBody>
        </p:sp>
        <p:sp>
          <p:nvSpPr>
            <p:cNvPr id="168968" name="Line 8"/>
            <p:cNvSpPr>
              <a:spLocks noChangeShapeType="1"/>
            </p:cNvSpPr>
            <p:nvPr/>
          </p:nvSpPr>
          <p:spPr bwMode="auto">
            <a:xfrm flipH="1">
              <a:off x="2064" y="1104"/>
              <a:ext cx="0" cy="672"/>
            </a:xfrm>
            <a:prstGeom prst="line">
              <a:avLst/>
            </a:prstGeom>
            <a:noFill/>
            <a:ln w="12700">
              <a:solidFill>
                <a:srgbClr val="000000"/>
              </a:solidFill>
              <a:prstDash val="dash"/>
              <a:round/>
              <a:headEnd/>
              <a:tailEnd/>
            </a:ln>
            <a:effectLst/>
          </p:spPr>
          <p:txBody>
            <a:bodyPr wrap="none"/>
            <a:lstStyle/>
            <a:p>
              <a:endParaRPr lang="zh-CN" altLang="en-US" sz="2800"/>
            </a:p>
          </p:txBody>
        </p:sp>
        <p:sp>
          <p:nvSpPr>
            <p:cNvPr id="168969" name="Line 9"/>
            <p:cNvSpPr>
              <a:spLocks noChangeShapeType="1"/>
            </p:cNvSpPr>
            <p:nvPr/>
          </p:nvSpPr>
          <p:spPr bwMode="auto">
            <a:xfrm>
              <a:off x="1343" y="680"/>
              <a:ext cx="1" cy="418"/>
            </a:xfrm>
            <a:prstGeom prst="line">
              <a:avLst/>
            </a:prstGeom>
            <a:noFill/>
            <a:ln w="12700">
              <a:solidFill>
                <a:schemeClr val="tx1"/>
              </a:solidFill>
              <a:prstDash val="dash"/>
              <a:round/>
              <a:headEnd/>
              <a:tailEnd/>
            </a:ln>
            <a:effectLst/>
          </p:spPr>
          <p:txBody>
            <a:bodyPr wrap="none"/>
            <a:lstStyle/>
            <a:p>
              <a:endParaRPr lang="zh-CN" altLang="en-US" sz="2800"/>
            </a:p>
          </p:txBody>
        </p:sp>
        <p:graphicFrame>
          <p:nvGraphicFramePr>
            <p:cNvPr id="168970" name="Object 10"/>
            <p:cNvGraphicFramePr>
              <a:graphicFrameLocks noChangeAspect="1"/>
            </p:cNvGraphicFramePr>
            <p:nvPr/>
          </p:nvGraphicFramePr>
          <p:xfrm>
            <a:off x="1152" y="1056"/>
            <a:ext cx="326" cy="341"/>
          </p:xfrm>
          <a:graphic>
            <a:graphicData uri="http://schemas.openxmlformats.org/presentationml/2006/ole">
              <p:oleObj spid="_x0000_s1005580" name="Equation" r:id="rId3" imgW="152280" imgH="215640" progId="Equation.3">
                <p:embed/>
              </p:oleObj>
            </a:graphicData>
          </a:graphic>
        </p:graphicFrame>
        <p:grpSp>
          <p:nvGrpSpPr>
            <p:cNvPr id="3" name="Group 11"/>
            <p:cNvGrpSpPr>
              <a:grpSpLocks/>
            </p:cNvGrpSpPr>
            <p:nvPr/>
          </p:nvGrpSpPr>
          <p:grpSpPr bwMode="auto">
            <a:xfrm>
              <a:off x="2064" y="1567"/>
              <a:ext cx="1152" cy="246"/>
              <a:chOff x="2064" y="1567"/>
              <a:chExt cx="1152" cy="246"/>
            </a:xfrm>
          </p:grpSpPr>
          <p:graphicFrame>
            <p:nvGraphicFramePr>
              <p:cNvPr id="168972" name="Object 12"/>
              <p:cNvGraphicFramePr>
                <a:graphicFrameLocks noChangeAspect="1"/>
              </p:cNvGraphicFramePr>
              <p:nvPr/>
            </p:nvGraphicFramePr>
            <p:xfrm>
              <a:off x="2483" y="1567"/>
              <a:ext cx="301" cy="246"/>
            </p:xfrm>
            <a:graphic>
              <a:graphicData uri="http://schemas.openxmlformats.org/presentationml/2006/ole">
                <p:oleObj spid="_x0000_s1005582" name="公式" r:id="rId4" imgW="177480" imgH="190440" progId="Equation.3">
                  <p:embed/>
                </p:oleObj>
              </a:graphicData>
            </a:graphic>
          </p:graphicFrame>
          <p:sp>
            <p:nvSpPr>
              <p:cNvPr id="168973" name="Line 13"/>
              <p:cNvSpPr>
                <a:spLocks noChangeShapeType="1"/>
              </p:cNvSpPr>
              <p:nvPr/>
            </p:nvSpPr>
            <p:spPr bwMode="auto">
              <a:xfrm>
                <a:off x="2801" y="1672"/>
                <a:ext cx="415" cy="0"/>
              </a:xfrm>
              <a:prstGeom prst="line">
                <a:avLst/>
              </a:prstGeom>
              <a:noFill/>
              <a:ln w="15875">
                <a:solidFill>
                  <a:srgbClr val="0000FF"/>
                </a:solidFill>
                <a:round/>
                <a:headEnd/>
                <a:tailEnd type="triangle" w="sm" len="lg"/>
              </a:ln>
              <a:effectLst/>
            </p:spPr>
            <p:txBody>
              <a:bodyPr wrap="none"/>
              <a:lstStyle/>
              <a:p>
                <a:endParaRPr lang="zh-CN" altLang="en-US" sz="2800"/>
              </a:p>
            </p:txBody>
          </p:sp>
          <p:sp>
            <p:nvSpPr>
              <p:cNvPr id="168974" name="Line 14"/>
              <p:cNvSpPr>
                <a:spLocks noChangeShapeType="1"/>
              </p:cNvSpPr>
              <p:nvPr/>
            </p:nvSpPr>
            <p:spPr bwMode="auto">
              <a:xfrm flipH="1">
                <a:off x="2064" y="1672"/>
                <a:ext cx="415" cy="0"/>
              </a:xfrm>
              <a:prstGeom prst="line">
                <a:avLst/>
              </a:prstGeom>
              <a:noFill/>
              <a:ln w="15875">
                <a:solidFill>
                  <a:srgbClr val="0000FF"/>
                </a:solidFill>
                <a:round/>
                <a:headEnd/>
                <a:tailEnd type="triangle" w="sm" len="lg"/>
              </a:ln>
              <a:effectLst/>
            </p:spPr>
            <p:txBody>
              <a:bodyPr wrap="none"/>
              <a:lstStyle/>
              <a:p>
                <a:endParaRPr lang="zh-CN" altLang="en-US" sz="2800"/>
              </a:p>
            </p:txBody>
          </p:sp>
        </p:grpSp>
        <p:sp>
          <p:nvSpPr>
            <p:cNvPr id="168975" name="Line 15"/>
            <p:cNvSpPr>
              <a:spLocks noChangeShapeType="1"/>
            </p:cNvSpPr>
            <p:nvPr/>
          </p:nvSpPr>
          <p:spPr bwMode="auto">
            <a:xfrm>
              <a:off x="4368" y="680"/>
              <a:ext cx="1" cy="418"/>
            </a:xfrm>
            <a:prstGeom prst="line">
              <a:avLst/>
            </a:prstGeom>
            <a:noFill/>
            <a:ln w="12700">
              <a:solidFill>
                <a:schemeClr val="tx1"/>
              </a:solidFill>
              <a:prstDash val="dash"/>
              <a:round/>
              <a:headEnd/>
              <a:tailEnd/>
            </a:ln>
            <a:effectLst/>
          </p:spPr>
          <p:txBody>
            <a:bodyPr wrap="none"/>
            <a:lstStyle/>
            <a:p>
              <a:endParaRPr lang="zh-CN" altLang="en-US" sz="2800"/>
            </a:p>
          </p:txBody>
        </p:sp>
        <p:graphicFrame>
          <p:nvGraphicFramePr>
            <p:cNvPr id="168976" name="Object 16"/>
            <p:cNvGraphicFramePr>
              <a:graphicFrameLocks noChangeAspect="1"/>
            </p:cNvGraphicFramePr>
            <p:nvPr/>
          </p:nvGraphicFramePr>
          <p:xfrm>
            <a:off x="4244" y="1008"/>
            <a:ext cx="364" cy="351"/>
          </p:xfrm>
          <a:graphic>
            <a:graphicData uri="http://schemas.openxmlformats.org/presentationml/2006/ole">
              <p:oleObj spid="_x0000_s1005581" name="Equation" r:id="rId5" imgW="164880" imgH="215640" progId="Equation.3">
                <p:embed/>
              </p:oleObj>
            </a:graphicData>
          </a:graphic>
        </p:graphicFrame>
        <p:grpSp>
          <p:nvGrpSpPr>
            <p:cNvPr id="4" name="Group 17"/>
            <p:cNvGrpSpPr>
              <a:grpSpLocks/>
            </p:cNvGrpSpPr>
            <p:nvPr/>
          </p:nvGrpSpPr>
          <p:grpSpPr bwMode="auto">
            <a:xfrm>
              <a:off x="1343" y="528"/>
              <a:ext cx="3075" cy="164"/>
              <a:chOff x="1343" y="528"/>
              <a:chExt cx="3075" cy="164"/>
            </a:xfrm>
          </p:grpSpPr>
          <p:grpSp>
            <p:nvGrpSpPr>
              <p:cNvPr id="5" name="Group 18"/>
              <p:cNvGrpSpPr>
                <a:grpSpLocks/>
              </p:cNvGrpSpPr>
              <p:nvPr/>
            </p:nvGrpSpPr>
            <p:grpSpPr bwMode="auto">
              <a:xfrm>
                <a:off x="1556" y="528"/>
                <a:ext cx="200" cy="164"/>
                <a:chOff x="1200" y="2304"/>
                <a:chExt cx="144" cy="144"/>
              </a:xfrm>
            </p:grpSpPr>
            <p:sp>
              <p:nvSpPr>
                <p:cNvPr id="168979" name="Oval 19"/>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980" name="Oval 20"/>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6" name="Group 21"/>
              <p:cNvGrpSpPr>
                <a:grpSpLocks/>
              </p:cNvGrpSpPr>
              <p:nvPr/>
            </p:nvGrpSpPr>
            <p:grpSpPr bwMode="auto">
              <a:xfrm>
                <a:off x="1743" y="528"/>
                <a:ext cx="201" cy="164"/>
                <a:chOff x="1200" y="2304"/>
                <a:chExt cx="144" cy="144"/>
              </a:xfrm>
            </p:grpSpPr>
            <p:sp>
              <p:nvSpPr>
                <p:cNvPr id="168982" name="Oval 22"/>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983" name="Oval 23"/>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7" name="Group 24"/>
              <p:cNvGrpSpPr>
                <a:grpSpLocks/>
              </p:cNvGrpSpPr>
              <p:nvPr/>
            </p:nvGrpSpPr>
            <p:grpSpPr bwMode="auto">
              <a:xfrm>
                <a:off x="2156" y="528"/>
                <a:ext cx="198" cy="164"/>
                <a:chOff x="1200" y="2304"/>
                <a:chExt cx="144" cy="144"/>
              </a:xfrm>
            </p:grpSpPr>
            <p:sp>
              <p:nvSpPr>
                <p:cNvPr id="168985" name="Oval 25"/>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986" name="Oval 26"/>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8" name="Group 27"/>
              <p:cNvGrpSpPr>
                <a:grpSpLocks/>
              </p:cNvGrpSpPr>
              <p:nvPr/>
            </p:nvGrpSpPr>
            <p:grpSpPr bwMode="auto">
              <a:xfrm>
                <a:off x="1951" y="528"/>
                <a:ext cx="198" cy="164"/>
                <a:chOff x="1200" y="2304"/>
                <a:chExt cx="144" cy="144"/>
              </a:xfrm>
            </p:grpSpPr>
            <p:sp>
              <p:nvSpPr>
                <p:cNvPr id="168988" name="Oval 28"/>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989" name="Oval 29"/>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9" name="Group 30"/>
              <p:cNvGrpSpPr>
                <a:grpSpLocks/>
              </p:cNvGrpSpPr>
              <p:nvPr/>
            </p:nvGrpSpPr>
            <p:grpSpPr bwMode="auto">
              <a:xfrm>
                <a:off x="2361" y="528"/>
                <a:ext cx="201" cy="164"/>
                <a:chOff x="1200" y="2304"/>
                <a:chExt cx="144" cy="144"/>
              </a:xfrm>
            </p:grpSpPr>
            <p:sp>
              <p:nvSpPr>
                <p:cNvPr id="168991" name="Oval 31"/>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992" name="Oval 32"/>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0" name="Group 33"/>
              <p:cNvGrpSpPr>
                <a:grpSpLocks/>
              </p:cNvGrpSpPr>
              <p:nvPr/>
            </p:nvGrpSpPr>
            <p:grpSpPr bwMode="auto">
              <a:xfrm>
                <a:off x="2569" y="528"/>
                <a:ext cx="198" cy="164"/>
                <a:chOff x="1200" y="2304"/>
                <a:chExt cx="144" cy="144"/>
              </a:xfrm>
            </p:grpSpPr>
            <p:sp>
              <p:nvSpPr>
                <p:cNvPr id="168994" name="Oval 34"/>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995" name="Oval 35"/>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1" name="Group 36"/>
              <p:cNvGrpSpPr>
                <a:grpSpLocks/>
              </p:cNvGrpSpPr>
              <p:nvPr/>
            </p:nvGrpSpPr>
            <p:grpSpPr bwMode="auto">
              <a:xfrm>
                <a:off x="2774" y="528"/>
                <a:ext cx="199" cy="164"/>
                <a:chOff x="1200" y="2304"/>
                <a:chExt cx="144" cy="144"/>
              </a:xfrm>
            </p:grpSpPr>
            <p:sp>
              <p:nvSpPr>
                <p:cNvPr id="168997" name="Oval 37"/>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8998" name="Oval 38"/>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2" name="Group 39"/>
              <p:cNvGrpSpPr>
                <a:grpSpLocks/>
              </p:cNvGrpSpPr>
              <p:nvPr/>
            </p:nvGrpSpPr>
            <p:grpSpPr bwMode="auto">
              <a:xfrm>
                <a:off x="2980" y="528"/>
                <a:ext cx="200" cy="164"/>
                <a:chOff x="1200" y="2304"/>
                <a:chExt cx="144" cy="144"/>
              </a:xfrm>
            </p:grpSpPr>
            <p:sp>
              <p:nvSpPr>
                <p:cNvPr id="169000" name="Oval 40"/>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01" name="Oval 41"/>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3" name="Group 42"/>
              <p:cNvGrpSpPr>
                <a:grpSpLocks/>
              </p:cNvGrpSpPr>
              <p:nvPr/>
            </p:nvGrpSpPr>
            <p:grpSpPr bwMode="auto">
              <a:xfrm>
                <a:off x="3187" y="528"/>
                <a:ext cx="198" cy="164"/>
                <a:chOff x="1200" y="2304"/>
                <a:chExt cx="144" cy="144"/>
              </a:xfrm>
            </p:grpSpPr>
            <p:sp>
              <p:nvSpPr>
                <p:cNvPr id="169003" name="Oval 43"/>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04" name="Oval 44"/>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4" name="Group 45"/>
              <p:cNvGrpSpPr>
                <a:grpSpLocks/>
              </p:cNvGrpSpPr>
              <p:nvPr/>
            </p:nvGrpSpPr>
            <p:grpSpPr bwMode="auto">
              <a:xfrm>
                <a:off x="3392" y="528"/>
                <a:ext cx="199" cy="164"/>
                <a:chOff x="1200" y="2304"/>
                <a:chExt cx="144" cy="144"/>
              </a:xfrm>
            </p:grpSpPr>
            <p:sp>
              <p:nvSpPr>
                <p:cNvPr id="169006" name="Oval 46"/>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07" name="Oval 47"/>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5" name="Group 48"/>
              <p:cNvGrpSpPr>
                <a:grpSpLocks/>
              </p:cNvGrpSpPr>
              <p:nvPr/>
            </p:nvGrpSpPr>
            <p:grpSpPr bwMode="auto">
              <a:xfrm>
                <a:off x="3598" y="528"/>
                <a:ext cx="200" cy="164"/>
                <a:chOff x="1200" y="2304"/>
                <a:chExt cx="144" cy="144"/>
              </a:xfrm>
            </p:grpSpPr>
            <p:sp>
              <p:nvSpPr>
                <p:cNvPr id="169009" name="Oval 49"/>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10" name="Oval 50"/>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6" name="Group 51"/>
              <p:cNvGrpSpPr>
                <a:grpSpLocks/>
              </p:cNvGrpSpPr>
              <p:nvPr/>
            </p:nvGrpSpPr>
            <p:grpSpPr bwMode="auto">
              <a:xfrm>
                <a:off x="3805" y="528"/>
                <a:ext cx="199" cy="164"/>
                <a:chOff x="1200" y="2304"/>
                <a:chExt cx="144" cy="144"/>
              </a:xfrm>
            </p:grpSpPr>
            <p:sp>
              <p:nvSpPr>
                <p:cNvPr id="169012" name="Oval 52"/>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13" name="Oval 53"/>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7" name="Group 54"/>
              <p:cNvGrpSpPr>
                <a:grpSpLocks/>
              </p:cNvGrpSpPr>
              <p:nvPr/>
            </p:nvGrpSpPr>
            <p:grpSpPr bwMode="auto">
              <a:xfrm>
                <a:off x="1343" y="528"/>
                <a:ext cx="198" cy="164"/>
                <a:chOff x="1200" y="2304"/>
                <a:chExt cx="144" cy="144"/>
              </a:xfrm>
            </p:grpSpPr>
            <p:sp>
              <p:nvSpPr>
                <p:cNvPr id="169015" name="Oval 55"/>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16" name="Oval 56"/>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8" name="Group 57"/>
              <p:cNvGrpSpPr>
                <a:grpSpLocks/>
              </p:cNvGrpSpPr>
              <p:nvPr/>
            </p:nvGrpSpPr>
            <p:grpSpPr bwMode="auto">
              <a:xfrm>
                <a:off x="4017" y="528"/>
                <a:ext cx="199" cy="164"/>
                <a:chOff x="1200" y="2304"/>
                <a:chExt cx="144" cy="144"/>
              </a:xfrm>
            </p:grpSpPr>
            <p:sp>
              <p:nvSpPr>
                <p:cNvPr id="169018" name="Oval 58"/>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19" name="Oval 59"/>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nvGrpSpPr>
              <p:cNvPr id="19" name="Group 60"/>
              <p:cNvGrpSpPr>
                <a:grpSpLocks/>
              </p:cNvGrpSpPr>
              <p:nvPr/>
            </p:nvGrpSpPr>
            <p:grpSpPr bwMode="auto">
              <a:xfrm>
                <a:off x="4219" y="528"/>
                <a:ext cx="199" cy="164"/>
                <a:chOff x="1200" y="2304"/>
                <a:chExt cx="144" cy="144"/>
              </a:xfrm>
            </p:grpSpPr>
            <p:sp>
              <p:nvSpPr>
                <p:cNvPr id="169021" name="Oval 61"/>
                <p:cNvSpPr>
                  <a:spLocks noChangeArrowheads="1"/>
                </p:cNvSpPr>
                <p:nvPr/>
              </p:nvSpPr>
              <p:spPr bwMode="auto">
                <a:xfrm>
                  <a:off x="1200" y="2304"/>
                  <a:ext cx="144" cy="144"/>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22" name="Oval 62"/>
                <p:cNvSpPr>
                  <a:spLocks noChangeArrowheads="1"/>
                </p:cNvSpPr>
                <p:nvPr/>
              </p:nvSpPr>
              <p:spPr bwMode="auto">
                <a:xfrm>
                  <a:off x="1248" y="2352"/>
                  <a:ext cx="48" cy="48"/>
                </a:xfrm>
                <a:prstGeom prst="ellipse">
                  <a:avLst/>
                </a:prstGeom>
                <a:solidFill>
                  <a:srgbClr val="FF0000"/>
                </a:solidFill>
                <a:ln w="38100">
                  <a:solidFill>
                    <a:schemeClr val="tx1"/>
                  </a:solidFill>
                  <a:round/>
                  <a:headEnd/>
                  <a:tailEnd/>
                </a:ln>
                <a:effectLst/>
              </p:spPr>
              <p:txBody>
                <a:bodyPr wrap="none" anchor="ctr"/>
                <a:lstStyle/>
                <a:p>
                  <a:endParaRPr lang="zh-CN" altLang="en-US" sz="2800"/>
                </a:p>
              </p:txBody>
            </p:sp>
          </p:grpSp>
        </p:grpSp>
        <p:grpSp>
          <p:nvGrpSpPr>
            <p:cNvPr id="20" name="Group 63"/>
            <p:cNvGrpSpPr>
              <a:grpSpLocks/>
            </p:cNvGrpSpPr>
            <p:nvPr/>
          </p:nvGrpSpPr>
          <p:grpSpPr bwMode="auto">
            <a:xfrm>
              <a:off x="1373" y="1344"/>
              <a:ext cx="3084" cy="330"/>
              <a:chOff x="1373" y="1344"/>
              <a:chExt cx="3084" cy="330"/>
            </a:xfrm>
          </p:grpSpPr>
          <p:sp>
            <p:nvSpPr>
              <p:cNvPr id="169024" name="Oval 64"/>
              <p:cNvSpPr>
                <a:spLocks noChangeArrowheads="1"/>
              </p:cNvSpPr>
              <p:nvPr/>
            </p:nvSpPr>
            <p:spPr bwMode="auto">
              <a:xfrm>
                <a:off x="1392" y="1396"/>
                <a:ext cx="199" cy="165"/>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25" name="Oval 65"/>
              <p:cNvSpPr>
                <a:spLocks noChangeArrowheads="1"/>
              </p:cNvSpPr>
              <p:nvPr/>
            </p:nvSpPr>
            <p:spPr bwMode="auto">
              <a:xfrm>
                <a:off x="1575" y="1398"/>
                <a:ext cx="201"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26" name="Text Box 66"/>
              <p:cNvSpPr txBox="1">
                <a:spLocks noChangeArrowheads="1"/>
              </p:cNvSpPr>
              <p:nvPr/>
            </p:nvSpPr>
            <p:spPr bwMode="auto">
              <a:xfrm>
                <a:off x="1535"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27" name="Oval 67"/>
              <p:cNvSpPr>
                <a:spLocks noChangeArrowheads="1"/>
              </p:cNvSpPr>
              <p:nvPr/>
            </p:nvSpPr>
            <p:spPr bwMode="auto">
              <a:xfrm>
                <a:off x="1782" y="1398"/>
                <a:ext cx="199"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28" name="Text Box 68"/>
              <p:cNvSpPr txBox="1">
                <a:spLocks noChangeArrowheads="1"/>
              </p:cNvSpPr>
              <p:nvPr/>
            </p:nvSpPr>
            <p:spPr bwMode="auto">
              <a:xfrm>
                <a:off x="1743"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29" name="Oval 69"/>
              <p:cNvSpPr>
                <a:spLocks noChangeArrowheads="1"/>
              </p:cNvSpPr>
              <p:nvPr/>
            </p:nvSpPr>
            <p:spPr bwMode="auto">
              <a:xfrm>
                <a:off x="1987" y="1398"/>
                <a:ext cx="201"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30" name="Text Box 70"/>
              <p:cNvSpPr txBox="1">
                <a:spLocks noChangeArrowheads="1"/>
              </p:cNvSpPr>
              <p:nvPr/>
            </p:nvSpPr>
            <p:spPr bwMode="auto">
              <a:xfrm>
                <a:off x="1948"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31" name="Oval 71"/>
              <p:cNvSpPr>
                <a:spLocks noChangeArrowheads="1"/>
              </p:cNvSpPr>
              <p:nvPr/>
            </p:nvSpPr>
            <p:spPr bwMode="auto">
              <a:xfrm>
                <a:off x="2605" y="1398"/>
                <a:ext cx="201"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32" name="Text Box 72"/>
              <p:cNvSpPr txBox="1">
                <a:spLocks noChangeArrowheads="1"/>
              </p:cNvSpPr>
              <p:nvPr/>
            </p:nvSpPr>
            <p:spPr bwMode="auto">
              <a:xfrm>
                <a:off x="2567"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33" name="Oval 73"/>
              <p:cNvSpPr>
                <a:spLocks noChangeArrowheads="1"/>
              </p:cNvSpPr>
              <p:nvPr/>
            </p:nvSpPr>
            <p:spPr bwMode="auto">
              <a:xfrm>
                <a:off x="2400" y="1398"/>
                <a:ext cx="199"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34" name="Text Box 74"/>
              <p:cNvSpPr txBox="1">
                <a:spLocks noChangeArrowheads="1"/>
              </p:cNvSpPr>
              <p:nvPr/>
            </p:nvSpPr>
            <p:spPr bwMode="auto">
              <a:xfrm>
                <a:off x="2361"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35" name="Oval 75"/>
              <p:cNvSpPr>
                <a:spLocks noChangeArrowheads="1"/>
              </p:cNvSpPr>
              <p:nvPr/>
            </p:nvSpPr>
            <p:spPr bwMode="auto">
              <a:xfrm>
                <a:off x="2195" y="1398"/>
                <a:ext cx="199"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36" name="Text Box 76"/>
              <p:cNvSpPr txBox="1">
                <a:spLocks noChangeArrowheads="1"/>
              </p:cNvSpPr>
              <p:nvPr/>
            </p:nvSpPr>
            <p:spPr bwMode="auto">
              <a:xfrm>
                <a:off x="2156"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37" name="Oval 77"/>
              <p:cNvSpPr>
                <a:spLocks noChangeArrowheads="1"/>
              </p:cNvSpPr>
              <p:nvPr/>
            </p:nvSpPr>
            <p:spPr bwMode="auto">
              <a:xfrm>
                <a:off x="2813" y="1398"/>
                <a:ext cx="199"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38" name="Text Box 78"/>
              <p:cNvSpPr txBox="1">
                <a:spLocks noChangeArrowheads="1"/>
              </p:cNvSpPr>
              <p:nvPr/>
            </p:nvSpPr>
            <p:spPr bwMode="auto">
              <a:xfrm>
                <a:off x="2774"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39" name="Oval 79"/>
              <p:cNvSpPr>
                <a:spLocks noChangeArrowheads="1"/>
              </p:cNvSpPr>
              <p:nvPr/>
            </p:nvSpPr>
            <p:spPr bwMode="auto">
              <a:xfrm>
                <a:off x="3018" y="1398"/>
                <a:ext cx="201"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40" name="Text Box 80"/>
              <p:cNvSpPr txBox="1">
                <a:spLocks noChangeArrowheads="1"/>
              </p:cNvSpPr>
              <p:nvPr/>
            </p:nvSpPr>
            <p:spPr bwMode="auto">
              <a:xfrm>
                <a:off x="2980"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41" name="Oval 81"/>
              <p:cNvSpPr>
                <a:spLocks noChangeArrowheads="1"/>
              </p:cNvSpPr>
              <p:nvPr/>
            </p:nvSpPr>
            <p:spPr bwMode="auto">
              <a:xfrm>
                <a:off x="3226" y="1398"/>
                <a:ext cx="198"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42" name="Text Box 82"/>
              <p:cNvSpPr txBox="1">
                <a:spLocks noChangeArrowheads="1"/>
              </p:cNvSpPr>
              <p:nvPr/>
            </p:nvSpPr>
            <p:spPr bwMode="auto">
              <a:xfrm>
                <a:off x="3187"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43" name="Oval 83"/>
              <p:cNvSpPr>
                <a:spLocks noChangeArrowheads="1"/>
              </p:cNvSpPr>
              <p:nvPr/>
            </p:nvSpPr>
            <p:spPr bwMode="auto">
              <a:xfrm>
                <a:off x="3431" y="1398"/>
                <a:ext cx="201"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44" name="Text Box 84"/>
              <p:cNvSpPr txBox="1">
                <a:spLocks noChangeArrowheads="1"/>
              </p:cNvSpPr>
              <p:nvPr/>
            </p:nvSpPr>
            <p:spPr bwMode="auto">
              <a:xfrm>
                <a:off x="3396"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45" name="Oval 85"/>
              <p:cNvSpPr>
                <a:spLocks noChangeArrowheads="1"/>
              </p:cNvSpPr>
              <p:nvPr/>
            </p:nvSpPr>
            <p:spPr bwMode="auto">
              <a:xfrm>
                <a:off x="3637" y="1398"/>
                <a:ext cx="200"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46" name="Text Box 86"/>
              <p:cNvSpPr txBox="1">
                <a:spLocks noChangeArrowheads="1"/>
              </p:cNvSpPr>
              <p:nvPr/>
            </p:nvSpPr>
            <p:spPr bwMode="auto">
              <a:xfrm>
                <a:off x="3598"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47" name="Oval 87"/>
              <p:cNvSpPr>
                <a:spLocks noChangeArrowheads="1"/>
              </p:cNvSpPr>
              <p:nvPr/>
            </p:nvSpPr>
            <p:spPr bwMode="auto">
              <a:xfrm>
                <a:off x="3844" y="1398"/>
                <a:ext cx="199"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48" name="Text Box 88"/>
              <p:cNvSpPr txBox="1">
                <a:spLocks noChangeArrowheads="1"/>
              </p:cNvSpPr>
              <p:nvPr/>
            </p:nvSpPr>
            <p:spPr bwMode="auto">
              <a:xfrm>
                <a:off x="3805"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49" name="Text Box 89"/>
              <p:cNvSpPr txBox="1">
                <a:spLocks noChangeArrowheads="1"/>
              </p:cNvSpPr>
              <p:nvPr/>
            </p:nvSpPr>
            <p:spPr bwMode="auto">
              <a:xfrm>
                <a:off x="1373"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50" name="Oval 90"/>
              <p:cNvSpPr>
                <a:spLocks noChangeArrowheads="1"/>
              </p:cNvSpPr>
              <p:nvPr/>
            </p:nvSpPr>
            <p:spPr bwMode="auto">
              <a:xfrm>
                <a:off x="4056" y="1398"/>
                <a:ext cx="199"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51" name="Text Box 91"/>
              <p:cNvSpPr txBox="1">
                <a:spLocks noChangeArrowheads="1"/>
              </p:cNvSpPr>
              <p:nvPr/>
            </p:nvSpPr>
            <p:spPr bwMode="auto">
              <a:xfrm>
                <a:off x="4017"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sp>
            <p:nvSpPr>
              <p:cNvPr id="169052" name="Oval 92"/>
              <p:cNvSpPr>
                <a:spLocks noChangeArrowheads="1"/>
              </p:cNvSpPr>
              <p:nvPr/>
            </p:nvSpPr>
            <p:spPr bwMode="auto">
              <a:xfrm>
                <a:off x="4258" y="1398"/>
                <a:ext cx="199" cy="166"/>
              </a:xfrm>
              <a:prstGeom prst="ellipse">
                <a:avLst/>
              </a:prstGeom>
              <a:solidFill>
                <a:srgbClr val="FFFFFF"/>
              </a:solidFill>
              <a:ln w="38100">
                <a:solidFill>
                  <a:schemeClr val="tx1"/>
                </a:solidFill>
                <a:round/>
                <a:headEnd/>
                <a:tailEnd/>
              </a:ln>
              <a:effectLst/>
            </p:spPr>
            <p:txBody>
              <a:bodyPr wrap="none" anchor="ctr"/>
              <a:lstStyle/>
              <a:p>
                <a:endParaRPr lang="zh-CN" altLang="en-US" sz="2800"/>
              </a:p>
            </p:txBody>
          </p:sp>
          <p:sp>
            <p:nvSpPr>
              <p:cNvPr id="169053" name="Text Box 93"/>
              <p:cNvSpPr txBox="1">
                <a:spLocks noChangeArrowheads="1"/>
              </p:cNvSpPr>
              <p:nvPr/>
            </p:nvSpPr>
            <p:spPr bwMode="auto">
              <a:xfrm>
                <a:off x="4219" y="1344"/>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grpSp>
        <p:sp>
          <p:nvSpPr>
            <p:cNvPr id="169054" name="Rectangle 94"/>
            <p:cNvSpPr>
              <a:spLocks noChangeArrowheads="1"/>
            </p:cNvSpPr>
            <p:nvPr/>
          </p:nvSpPr>
          <p:spPr bwMode="auto">
            <a:xfrm>
              <a:off x="3216" y="480"/>
              <a:ext cx="144" cy="1152"/>
            </a:xfrm>
            <a:prstGeom prst="rect">
              <a:avLst/>
            </a:prstGeom>
            <a:solidFill>
              <a:srgbClr val="66CCFF">
                <a:alpha val="50000"/>
              </a:srgbClr>
            </a:solidFill>
            <a:ln w="19050">
              <a:solidFill>
                <a:srgbClr val="0000FF"/>
              </a:solidFill>
              <a:prstDash val="dash"/>
              <a:miter lim="800000"/>
              <a:headEnd/>
              <a:tailEnd/>
            </a:ln>
            <a:effectLst/>
          </p:spPr>
          <p:txBody>
            <a:bodyPr wrap="none" anchor="ctr"/>
            <a:lstStyle/>
            <a:p>
              <a:endParaRPr lang="zh-CN" altLang="en-US" sz="2800"/>
            </a:p>
          </p:txBody>
        </p:sp>
      </p:grpSp>
      <p:graphicFrame>
        <p:nvGraphicFramePr>
          <p:cNvPr id="169055" name="Object 95"/>
          <p:cNvGraphicFramePr>
            <a:graphicFrameLocks noChangeAspect="1"/>
          </p:cNvGraphicFramePr>
          <p:nvPr/>
        </p:nvGraphicFramePr>
        <p:xfrm>
          <a:off x="685800" y="2667000"/>
          <a:ext cx="3733800" cy="1219200"/>
        </p:xfrm>
        <a:graphic>
          <a:graphicData uri="http://schemas.openxmlformats.org/presentationml/2006/ole">
            <p:oleObj spid="_x0000_s1005570" name="Equation" r:id="rId6" imgW="1282680" imgH="482400" progId="Equation.3">
              <p:embed/>
            </p:oleObj>
          </a:graphicData>
        </a:graphic>
      </p:graphicFrame>
      <p:graphicFrame>
        <p:nvGraphicFramePr>
          <p:cNvPr id="169056" name="Object 96"/>
          <p:cNvGraphicFramePr>
            <a:graphicFrameLocks noChangeAspect="1"/>
          </p:cNvGraphicFramePr>
          <p:nvPr/>
        </p:nvGraphicFramePr>
        <p:xfrm>
          <a:off x="6019800" y="2743200"/>
          <a:ext cx="2133600" cy="588963"/>
        </p:xfrm>
        <a:graphic>
          <a:graphicData uri="http://schemas.openxmlformats.org/presentationml/2006/ole">
            <p:oleObj spid="_x0000_s1005571" name="Equation" r:id="rId7" imgW="660240" imgH="203040" progId="Equation.3">
              <p:embed/>
            </p:oleObj>
          </a:graphicData>
        </a:graphic>
      </p:graphicFrame>
      <p:graphicFrame>
        <p:nvGraphicFramePr>
          <p:cNvPr id="169057" name="Object 97"/>
          <p:cNvGraphicFramePr>
            <a:graphicFrameLocks noChangeAspect="1"/>
          </p:cNvGraphicFramePr>
          <p:nvPr/>
        </p:nvGraphicFramePr>
        <p:xfrm>
          <a:off x="5867400" y="4343400"/>
          <a:ext cx="2895600" cy="646113"/>
        </p:xfrm>
        <a:graphic>
          <a:graphicData uri="http://schemas.openxmlformats.org/presentationml/2006/ole">
            <p:oleObj spid="_x0000_s1005572" name="Equation" r:id="rId8" imgW="1231560" imgH="228600" progId="Equation.3">
              <p:embed/>
            </p:oleObj>
          </a:graphicData>
        </a:graphic>
      </p:graphicFrame>
      <p:graphicFrame>
        <p:nvGraphicFramePr>
          <p:cNvPr id="169058" name="Object 98"/>
          <p:cNvGraphicFramePr>
            <a:graphicFrameLocks noChangeAspect="1"/>
          </p:cNvGraphicFramePr>
          <p:nvPr/>
        </p:nvGraphicFramePr>
        <p:xfrm>
          <a:off x="228600" y="3857625"/>
          <a:ext cx="5334000" cy="1247775"/>
        </p:xfrm>
        <a:graphic>
          <a:graphicData uri="http://schemas.openxmlformats.org/presentationml/2006/ole">
            <p:oleObj spid="_x0000_s1005573" name="Equation" r:id="rId9" imgW="1942920" imgH="482400" progId="Equation.3">
              <p:embed/>
            </p:oleObj>
          </a:graphicData>
        </a:graphic>
      </p:graphicFrame>
      <p:graphicFrame>
        <p:nvGraphicFramePr>
          <p:cNvPr id="169059" name="Object 99"/>
          <p:cNvGraphicFramePr>
            <a:graphicFrameLocks noChangeAspect="1"/>
          </p:cNvGraphicFramePr>
          <p:nvPr/>
        </p:nvGraphicFramePr>
        <p:xfrm>
          <a:off x="5638800" y="3429000"/>
          <a:ext cx="3048000" cy="625475"/>
        </p:xfrm>
        <a:graphic>
          <a:graphicData uri="http://schemas.openxmlformats.org/presentationml/2006/ole">
            <p:oleObj spid="_x0000_s1005574" name="Equation" r:id="rId10" imgW="1104840" imgH="228600" progId="Equation.3">
              <p:embed/>
            </p:oleObj>
          </a:graphicData>
        </a:graphic>
      </p:graphicFrame>
      <p:graphicFrame>
        <p:nvGraphicFramePr>
          <p:cNvPr id="169060" name="Object 100"/>
          <p:cNvGraphicFramePr>
            <a:graphicFrameLocks noChangeAspect="1"/>
          </p:cNvGraphicFramePr>
          <p:nvPr/>
        </p:nvGraphicFramePr>
        <p:xfrm>
          <a:off x="5257800" y="5181600"/>
          <a:ext cx="3352800" cy="1014413"/>
        </p:xfrm>
        <a:graphic>
          <a:graphicData uri="http://schemas.openxmlformats.org/presentationml/2006/ole">
            <p:oleObj spid="_x0000_s1005575" name="Equation" r:id="rId11" imgW="1346040" imgH="393480" progId="Equation.3">
              <p:embed/>
            </p:oleObj>
          </a:graphicData>
        </a:graphic>
      </p:graphicFrame>
      <p:graphicFrame>
        <p:nvGraphicFramePr>
          <p:cNvPr id="169061" name="Object 101"/>
          <p:cNvGraphicFramePr>
            <a:graphicFrameLocks noChangeAspect="1"/>
          </p:cNvGraphicFramePr>
          <p:nvPr/>
        </p:nvGraphicFramePr>
        <p:xfrm>
          <a:off x="609600" y="5105400"/>
          <a:ext cx="4648200" cy="1143000"/>
        </p:xfrm>
        <a:graphic>
          <a:graphicData uri="http://schemas.openxmlformats.org/presentationml/2006/ole">
            <p:oleObj spid="_x0000_s1005576" name="Equation" r:id="rId12" imgW="1701720" imgH="444240" progId="Equation.3">
              <p:embed/>
            </p:oleObj>
          </a:graphicData>
        </a:graphic>
      </p:graphicFrame>
      <p:grpSp>
        <p:nvGrpSpPr>
          <p:cNvPr id="21" name="Group 102"/>
          <p:cNvGrpSpPr>
            <a:grpSpLocks/>
          </p:cNvGrpSpPr>
          <p:nvPr/>
        </p:nvGrpSpPr>
        <p:grpSpPr bwMode="auto">
          <a:xfrm>
            <a:off x="3276600" y="762000"/>
            <a:ext cx="1844675" cy="682625"/>
            <a:chOff x="2064" y="672"/>
            <a:chExt cx="1162" cy="430"/>
          </a:xfrm>
        </p:grpSpPr>
        <p:sp>
          <p:nvSpPr>
            <p:cNvPr id="169063" name="Arc 103"/>
            <p:cNvSpPr>
              <a:spLocks/>
            </p:cNvSpPr>
            <p:nvPr/>
          </p:nvSpPr>
          <p:spPr bwMode="auto">
            <a:xfrm>
              <a:off x="2853" y="818"/>
              <a:ext cx="68" cy="284"/>
            </a:xfrm>
            <a:custGeom>
              <a:avLst/>
              <a:gdLst>
                <a:gd name="G0" fmla="+- 0 0 0"/>
                <a:gd name="G1" fmla="+- 21600 0 0"/>
                <a:gd name="G2" fmla="+- 21600 0 0"/>
                <a:gd name="T0" fmla="*/ 0 w 21600"/>
                <a:gd name="T1" fmla="*/ 0 h 21600"/>
                <a:gd name="T2" fmla="*/ 21600 w 21600"/>
                <a:gd name="T3" fmla="*/ 21507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893" y="0"/>
                    <a:pt x="21548" y="9614"/>
                    <a:pt x="21599" y="21507"/>
                  </a:cubicBezTo>
                </a:path>
                <a:path w="21600" h="21600" stroke="0" extrusionOk="0">
                  <a:moveTo>
                    <a:pt x="-1" y="0"/>
                  </a:moveTo>
                  <a:cubicBezTo>
                    <a:pt x="11893" y="0"/>
                    <a:pt x="21548" y="9614"/>
                    <a:pt x="21599" y="21507"/>
                  </a:cubicBezTo>
                  <a:lnTo>
                    <a:pt x="0" y="21600"/>
                  </a:lnTo>
                  <a:close/>
                </a:path>
              </a:pathLst>
            </a:custGeom>
            <a:noFill/>
            <a:ln w="28575">
              <a:solidFill>
                <a:srgbClr val="CC00CC"/>
              </a:solidFill>
              <a:round/>
              <a:headEnd/>
              <a:tailEnd/>
            </a:ln>
            <a:effectLst/>
          </p:spPr>
          <p:txBody>
            <a:bodyPr wrap="none" anchor="ctr"/>
            <a:lstStyle/>
            <a:p>
              <a:endParaRPr lang="zh-CN" altLang="en-US" sz="2800"/>
            </a:p>
          </p:txBody>
        </p:sp>
        <p:grpSp>
          <p:nvGrpSpPr>
            <p:cNvPr id="22" name="Group 104"/>
            <p:cNvGrpSpPr>
              <a:grpSpLocks/>
            </p:cNvGrpSpPr>
            <p:nvPr/>
          </p:nvGrpSpPr>
          <p:grpSpPr bwMode="auto">
            <a:xfrm>
              <a:off x="2064" y="672"/>
              <a:ext cx="1162" cy="426"/>
              <a:chOff x="2064" y="672"/>
              <a:chExt cx="1162" cy="426"/>
            </a:xfrm>
          </p:grpSpPr>
          <p:sp>
            <p:nvSpPr>
              <p:cNvPr id="169065" name="Line 105"/>
              <p:cNvSpPr>
                <a:spLocks noChangeShapeType="1"/>
              </p:cNvSpPr>
              <p:nvPr/>
            </p:nvSpPr>
            <p:spPr bwMode="auto">
              <a:xfrm flipV="1">
                <a:off x="2064" y="672"/>
                <a:ext cx="1162" cy="426"/>
              </a:xfrm>
              <a:prstGeom prst="line">
                <a:avLst/>
              </a:prstGeom>
              <a:noFill/>
              <a:ln w="28575">
                <a:solidFill>
                  <a:srgbClr val="6666FF"/>
                </a:solidFill>
                <a:round/>
                <a:headEnd/>
                <a:tailEnd/>
              </a:ln>
              <a:effectLst/>
            </p:spPr>
            <p:txBody>
              <a:bodyPr wrap="none"/>
              <a:lstStyle/>
              <a:p>
                <a:endParaRPr lang="zh-CN" altLang="en-US" sz="2800"/>
              </a:p>
            </p:txBody>
          </p:sp>
          <p:graphicFrame>
            <p:nvGraphicFramePr>
              <p:cNvPr id="169066" name="Object 106"/>
              <p:cNvGraphicFramePr>
                <a:graphicFrameLocks noChangeAspect="1"/>
              </p:cNvGraphicFramePr>
              <p:nvPr/>
            </p:nvGraphicFramePr>
            <p:xfrm>
              <a:off x="2928" y="768"/>
              <a:ext cx="271" cy="267"/>
            </p:xfrm>
            <a:graphic>
              <a:graphicData uri="http://schemas.openxmlformats.org/presentationml/2006/ole">
                <p:oleObj spid="_x0000_s1005579" name="Equation" r:id="rId13" imgW="152280" imgH="203040" progId="Equation.3">
                  <p:embed/>
                </p:oleObj>
              </a:graphicData>
            </a:graphic>
          </p:graphicFrame>
        </p:grpSp>
      </p:grpSp>
      <p:grpSp>
        <p:nvGrpSpPr>
          <p:cNvPr id="23" name="Group 107"/>
          <p:cNvGrpSpPr>
            <a:grpSpLocks/>
          </p:cNvGrpSpPr>
          <p:nvPr/>
        </p:nvGrpSpPr>
        <p:grpSpPr bwMode="auto">
          <a:xfrm>
            <a:off x="3265488" y="762000"/>
            <a:ext cx="3668712" cy="1166813"/>
            <a:chOff x="2057" y="672"/>
            <a:chExt cx="2311" cy="735"/>
          </a:xfrm>
        </p:grpSpPr>
        <p:sp>
          <p:nvSpPr>
            <p:cNvPr id="169068" name="Line 108"/>
            <p:cNvSpPr>
              <a:spLocks noChangeShapeType="1"/>
            </p:cNvSpPr>
            <p:nvPr/>
          </p:nvSpPr>
          <p:spPr bwMode="auto">
            <a:xfrm flipV="1">
              <a:off x="2057" y="672"/>
              <a:ext cx="2311" cy="426"/>
            </a:xfrm>
            <a:prstGeom prst="line">
              <a:avLst/>
            </a:prstGeom>
            <a:noFill/>
            <a:ln w="28575">
              <a:solidFill>
                <a:srgbClr val="009900"/>
              </a:solidFill>
              <a:round/>
              <a:headEnd/>
              <a:tailEnd/>
            </a:ln>
            <a:effectLst/>
          </p:spPr>
          <p:txBody>
            <a:bodyPr wrap="none"/>
            <a:lstStyle/>
            <a:p>
              <a:endParaRPr lang="zh-CN" altLang="en-US" sz="2800"/>
            </a:p>
          </p:txBody>
        </p:sp>
        <p:sp>
          <p:nvSpPr>
            <p:cNvPr id="169069" name="Arc 109"/>
            <p:cNvSpPr>
              <a:spLocks/>
            </p:cNvSpPr>
            <p:nvPr/>
          </p:nvSpPr>
          <p:spPr bwMode="auto">
            <a:xfrm>
              <a:off x="2574" y="1013"/>
              <a:ext cx="50" cy="117"/>
            </a:xfrm>
            <a:custGeom>
              <a:avLst/>
              <a:gdLst>
                <a:gd name="G0" fmla="+- 0 0 0"/>
                <a:gd name="G1" fmla="+- 21600 0 0"/>
                <a:gd name="G2" fmla="+- 21600 0 0"/>
                <a:gd name="T0" fmla="*/ 0 w 20593"/>
                <a:gd name="T1" fmla="*/ 0 h 21600"/>
                <a:gd name="T2" fmla="*/ 20593 w 20593"/>
                <a:gd name="T3" fmla="*/ 15083 h 21600"/>
                <a:gd name="T4" fmla="*/ 0 w 20593"/>
                <a:gd name="T5" fmla="*/ 21600 h 21600"/>
              </a:gdLst>
              <a:ahLst/>
              <a:cxnLst>
                <a:cxn ang="0">
                  <a:pos x="T0" y="T1"/>
                </a:cxn>
                <a:cxn ang="0">
                  <a:pos x="T2" y="T3"/>
                </a:cxn>
                <a:cxn ang="0">
                  <a:pos x="T4" y="T5"/>
                </a:cxn>
              </a:cxnLst>
              <a:rect l="0" t="0" r="r" b="b"/>
              <a:pathLst>
                <a:path w="20593" h="21600" fill="none" extrusionOk="0">
                  <a:moveTo>
                    <a:pt x="-1" y="0"/>
                  </a:moveTo>
                  <a:cubicBezTo>
                    <a:pt x="9418" y="0"/>
                    <a:pt x="17751" y="6103"/>
                    <a:pt x="20593" y="15082"/>
                  </a:cubicBezTo>
                </a:path>
                <a:path w="20593" h="21600" stroke="0" extrusionOk="0">
                  <a:moveTo>
                    <a:pt x="-1" y="0"/>
                  </a:moveTo>
                  <a:cubicBezTo>
                    <a:pt x="9418" y="0"/>
                    <a:pt x="17751" y="6103"/>
                    <a:pt x="20593" y="15082"/>
                  </a:cubicBezTo>
                  <a:lnTo>
                    <a:pt x="0" y="21600"/>
                  </a:lnTo>
                  <a:close/>
                </a:path>
              </a:pathLst>
            </a:custGeom>
            <a:noFill/>
            <a:ln w="28575">
              <a:solidFill>
                <a:srgbClr val="FF0000"/>
              </a:solidFill>
              <a:round/>
              <a:headEnd/>
              <a:tailEnd/>
            </a:ln>
            <a:effectLst/>
          </p:spPr>
          <p:txBody>
            <a:bodyPr wrap="none" anchor="ctr"/>
            <a:lstStyle/>
            <a:p>
              <a:endParaRPr lang="zh-CN" altLang="en-US" sz="2800"/>
            </a:p>
          </p:txBody>
        </p:sp>
        <p:graphicFrame>
          <p:nvGraphicFramePr>
            <p:cNvPr id="169070" name="Object 110"/>
            <p:cNvGraphicFramePr>
              <a:graphicFrameLocks noChangeAspect="1"/>
            </p:cNvGraphicFramePr>
            <p:nvPr/>
          </p:nvGraphicFramePr>
          <p:xfrm>
            <a:off x="2496" y="1104"/>
            <a:ext cx="361" cy="303"/>
          </p:xfrm>
          <a:graphic>
            <a:graphicData uri="http://schemas.openxmlformats.org/presentationml/2006/ole">
              <p:oleObj spid="_x0000_s1005578" name="Equation" r:id="rId14" imgW="190440" imgH="215640" progId="Equation.3">
                <p:embed/>
              </p:oleObj>
            </a:graphicData>
          </a:graphic>
        </p:graphicFrame>
      </p:grpSp>
      <p:grpSp>
        <p:nvGrpSpPr>
          <p:cNvPr id="24" name="Group 111"/>
          <p:cNvGrpSpPr>
            <a:grpSpLocks/>
          </p:cNvGrpSpPr>
          <p:nvPr/>
        </p:nvGrpSpPr>
        <p:grpSpPr bwMode="auto">
          <a:xfrm>
            <a:off x="2209800" y="762000"/>
            <a:ext cx="1573213" cy="681038"/>
            <a:chOff x="1392" y="672"/>
            <a:chExt cx="991" cy="429"/>
          </a:xfrm>
        </p:grpSpPr>
        <p:sp>
          <p:nvSpPr>
            <p:cNvPr id="169072" name="Line 112"/>
            <p:cNvSpPr>
              <a:spLocks noChangeShapeType="1"/>
            </p:cNvSpPr>
            <p:nvPr/>
          </p:nvSpPr>
          <p:spPr bwMode="auto">
            <a:xfrm flipH="1" flipV="1">
              <a:off x="1392" y="672"/>
              <a:ext cx="689" cy="426"/>
            </a:xfrm>
            <a:prstGeom prst="line">
              <a:avLst/>
            </a:prstGeom>
            <a:noFill/>
            <a:ln w="28575">
              <a:solidFill>
                <a:srgbClr val="9900CC"/>
              </a:solidFill>
              <a:round/>
              <a:headEnd/>
              <a:tailEnd/>
            </a:ln>
            <a:effectLst/>
          </p:spPr>
          <p:txBody>
            <a:bodyPr wrap="none"/>
            <a:lstStyle/>
            <a:p>
              <a:endParaRPr lang="zh-CN" altLang="en-US" sz="2800"/>
            </a:p>
          </p:txBody>
        </p:sp>
        <p:sp>
          <p:nvSpPr>
            <p:cNvPr id="169073" name="Arc 113"/>
            <p:cNvSpPr>
              <a:spLocks/>
            </p:cNvSpPr>
            <p:nvPr/>
          </p:nvSpPr>
          <p:spPr bwMode="auto">
            <a:xfrm>
              <a:off x="1924" y="996"/>
              <a:ext cx="457" cy="105"/>
            </a:xfrm>
            <a:custGeom>
              <a:avLst/>
              <a:gdLst>
                <a:gd name="G0" fmla="+- 2164 0 0"/>
                <a:gd name="G1" fmla="+- 21600 0 0"/>
                <a:gd name="G2" fmla="+- 21600 0 0"/>
                <a:gd name="T0" fmla="*/ 0 w 23764"/>
                <a:gd name="T1" fmla="*/ 109 h 21600"/>
                <a:gd name="T2" fmla="*/ 23764 w 23764"/>
                <a:gd name="T3" fmla="*/ 21600 h 21600"/>
                <a:gd name="T4" fmla="*/ 2164 w 23764"/>
                <a:gd name="T5" fmla="*/ 21600 h 21600"/>
              </a:gdLst>
              <a:ahLst/>
              <a:cxnLst>
                <a:cxn ang="0">
                  <a:pos x="T0" y="T1"/>
                </a:cxn>
                <a:cxn ang="0">
                  <a:pos x="T2" y="T3"/>
                </a:cxn>
                <a:cxn ang="0">
                  <a:pos x="T4" y="T5"/>
                </a:cxn>
              </a:cxnLst>
              <a:rect l="0" t="0" r="r" b="b"/>
              <a:pathLst>
                <a:path w="23764" h="21600" fill="none" extrusionOk="0">
                  <a:moveTo>
                    <a:pt x="-1" y="108"/>
                  </a:moveTo>
                  <a:cubicBezTo>
                    <a:pt x="719" y="36"/>
                    <a:pt x="1441" y="-1"/>
                    <a:pt x="2164" y="0"/>
                  </a:cubicBezTo>
                  <a:cubicBezTo>
                    <a:pt x="14093" y="0"/>
                    <a:pt x="23764" y="9670"/>
                    <a:pt x="23764" y="21600"/>
                  </a:cubicBezTo>
                </a:path>
                <a:path w="23764" h="21600" stroke="0" extrusionOk="0">
                  <a:moveTo>
                    <a:pt x="-1" y="108"/>
                  </a:moveTo>
                  <a:cubicBezTo>
                    <a:pt x="719" y="36"/>
                    <a:pt x="1441" y="-1"/>
                    <a:pt x="2164" y="0"/>
                  </a:cubicBezTo>
                  <a:cubicBezTo>
                    <a:pt x="14093" y="0"/>
                    <a:pt x="23764" y="9670"/>
                    <a:pt x="23764" y="21600"/>
                  </a:cubicBezTo>
                  <a:lnTo>
                    <a:pt x="2164" y="21600"/>
                  </a:lnTo>
                  <a:close/>
                </a:path>
              </a:pathLst>
            </a:custGeom>
            <a:noFill/>
            <a:ln w="28575">
              <a:solidFill>
                <a:srgbClr val="FF0000"/>
              </a:solidFill>
              <a:round/>
              <a:headEnd/>
              <a:tailEnd/>
            </a:ln>
            <a:effectLst/>
          </p:spPr>
          <p:txBody>
            <a:bodyPr wrap="none" anchor="ctr"/>
            <a:lstStyle/>
            <a:p>
              <a:endParaRPr lang="zh-CN" altLang="en-US" sz="2800"/>
            </a:p>
          </p:txBody>
        </p:sp>
        <p:graphicFrame>
          <p:nvGraphicFramePr>
            <p:cNvPr id="169074" name="Object 114"/>
            <p:cNvGraphicFramePr>
              <a:graphicFrameLocks noChangeAspect="1"/>
            </p:cNvGraphicFramePr>
            <p:nvPr/>
          </p:nvGraphicFramePr>
          <p:xfrm>
            <a:off x="2033" y="720"/>
            <a:ext cx="350" cy="288"/>
          </p:xfrm>
          <a:graphic>
            <a:graphicData uri="http://schemas.openxmlformats.org/presentationml/2006/ole">
              <p:oleObj spid="_x0000_s1005577" name="Equation" r:id="rId15" imgW="177480" imgH="215640" progId="Equation.3">
                <p:embed/>
              </p:oleObj>
            </a:graphicData>
          </a:graphic>
        </p:graphicFrame>
      </p:grpSp>
      <p:sp>
        <p:nvSpPr>
          <p:cNvPr id="169075" name="Line 115"/>
          <p:cNvSpPr>
            <a:spLocks noChangeShapeType="1"/>
          </p:cNvSpPr>
          <p:nvPr/>
        </p:nvSpPr>
        <p:spPr bwMode="auto">
          <a:xfrm>
            <a:off x="1676400" y="1447800"/>
            <a:ext cx="5791200" cy="0"/>
          </a:xfrm>
          <a:prstGeom prst="line">
            <a:avLst/>
          </a:prstGeom>
          <a:noFill/>
          <a:ln w="12700">
            <a:solidFill>
              <a:schemeClr val="tx1"/>
            </a:solidFill>
            <a:round/>
            <a:headEnd/>
            <a:tailEnd type="triangle" w="sm" len="lg"/>
          </a:ln>
          <a:effectLst/>
        </p:spPr>
        <p:txBody>
          <a:bodyPr/>
          <a:lstStyle/>
          <a:p>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9055"/>
                                        </p:tgtEl>
                                        <p:attrNameLst>
                                          <p:attrName>style.visibility</p:attrName>
                                        </p:attrNameLst>
                                      </p:cBhvr>
                                      <p:to>
                                        <p:strVal val="visible"/>
                                      </p:to>
                                    </p:set>
                                    <p:animEffect transition="in" filter="blinds(horizontal)">
                                      <p:cBhvr>
                                        <p:cTn id="7" dur="500"/>
                                        <p:tgtEl>
                                          <p:spTgt spid="1690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8962"/>
                                        </p:tgtEl>
                                        <p:attrNameLst>
                                          <p:attrName>style.visibility</p:attrName>
                                        </p:attrNameLst>
                                      </p:cBhvr>
                                      <p:to>
                                        <p:strVal val="visible"/>
                                      </p:to>
                                    </p:set>
                                    <p:animEffect transition="in" filter="box(in)">
                                      <p:cBhvr>
                                        <p:cTn id="12" dur="500"/>
                                        <p:tgtEl>
                                          <p:spTgt spid="16896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69058"/>
                                        </p:tgtEl>
                                        <p:attrNameLst>
                                          <p:attrName>style.visibility</p:attrName>
                                        </p:attrNameLst>
                                      </p:cBhvr>
                                      <p:to>
                                        <p:strVal val="visible"/>
                                      </p:to>
                                    </p:set>
                                    <p:animEffect transition="in" filter="box(out)">
                                      <p:cBhvr>
                                        <p:cTn id="17" dur="500"/>
                                        <p:tgtEl>
                                          <p:spTgt spid="16905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strips(upRigh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9056"/>
                                        </p:tgtEl>
                                        <p:attrNameLst>
                                          <p:attrName>style.visibility</p:attrName>
                                        </p:attrNameLst>
                                      </p:cBhvr>
                                      <p:to>
                                        <p:strVal val="visible"/>
                                      </p:to>
                                    </p:set>
                                    <p:animEffect transition="in" filter="blinds(horizontal)">
                                      <p:cBhvr>
                                        <p:cTn id="27" dur="500"/>
                                        <p:tgtEl>
                                          <p:spTgt spid="16905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9059"/>
                                        </p:tgtEl>
                                        <p:attrNameLst>
                                          <p:attrName>style.visibility</p:attrName>
                                        </p:attrNameLst>
                                      </p:cBhvr>
                                      <p:to>
                                        <p:strVal val="visible"/>
                                      </p:to>
                                    </p:set>
                                    <p:animEffect transition="in" filter="blinds(horizontal)">
                                      <p:cBhvr>
                                        <p:cTn id="32" dur="500"/>
                                        <p:tgtEl>
                                          <p:spTgt spid="16905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9057"/>
                                        </p:tgtEl>
                                        <p:attrNameLst>
                                          <p:attrName>style.visibility</p:attrName>
                                        </p:attrNameLst>
                                      </p:cBhvr>
                                      <p:to>
                                        <p:strVal val="visible"/>
                                      </p:to>
                                    </p:set>
                                    <p:animEffect transition="in" filter="blinds(horizontal)">
                                      <p:cBhvr>
                                        <p:cTn id="37" dur="500"/>
                                        <p:tgtEl>
                                          <p:spTgt spid="169057"/>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strips(upRight)">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9"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strips(upLeft)">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69061"/>
                                        </p:tgtEl>
                                        <p:attrNameLst>
                                          <p:attrName>style.visibility</p:attrName>
                                        </p:attrNameLst>
                                      </p:cBhvr>
                                      <p:to>
                                        <p:strVal val="visible"/>
                                      </p:to>
                                    </p:set>
                                    <p:animEffect transition="in" filter="blinds(horizontal)">
                                      <p:cBhvr>
                                        <p:cTn id="52" dur="500"/>
                                        <p:tgtEl>
                                          <p:spTgt spid="16906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69060"/>
                                        </p:tgtEl>
                                        <p:attrNameLst>
                                          <p:attrName>style.visibility</p:attrName>
                                        </p:attrNameLst>
                                      </p:cBhvr>
                                      <p:to>
                                        <p:strVal val="visible"/>
                                      </p:to>
                                    </p:set>
                                    <p:animEffect transition="in" filter="blinds(horizontal)">
                                      <p:cBhvr>
                                        <p:cTn id="57" dur="500"/>
                                        <p:tgtEl>
                                          <p:spTgt spid="169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9986" name="Object 2"/>
          <p:cNvGraphicFramePr>
            <a:graphicFrameLocks noChangeAspect="1"/>
          </p:cNvGraphicFramePr>
          <p:nvPr/>
        </p:nvGraphicFramePr>
        <p:xfrm>
          <a:off x="3352800" y="533400"/>
          <a:ext cx="4724400" cy="1112838"/>
        </p:xfrm>
        <a:graphic>
          <a:graphicData uri="http://schemas.openxmlformats.org/presentationml/2006/ole">
            <p:oleObj spid="_x0000_s1006594" name="Equation" r:id="rId3" imgW="1612800" imgH="393480" progId="Equation.3">
              <p:embed/>
            </p:oleObj>
          </a:graphicData>
        </a:graphic>
      </p:graphicFrame>
      <p:grpSp>
        <p:nvGrpSpPr>
          <p:cNvPr id="2" name="Group 18"/>
          <p:cNvGrpSpPr>
            <a:grpSpLocks/>
          </p:cNvGrpSpPr>
          <p:nvPr/>
        </p:nvGrpSpPr>
        <p:grpSpPr bwMode="auto">
          <a:xfrm>
            <a:off x="609600" y="608013"/>
            <a:ext cx="1600200" cy="914400"/>
            <a:chOff x="384" y="575"/>
            <a:chExt cx="1008" cy="576"/>
          </a:xfrm>
        </p:grpSpPr>
        <p:sp>
          <p:nvSpPr>
            <p:cNvPr id="169988" name="AutoShape 4"/>
            <p:cNvSpPr>
              <a:spLocks noChangeArrowheads="1"/>
            </p:cNvSpPr>
            <p:nvPr/>
          </p:nvSpPr>
          <p:spPr bwMode="auto">
            <a:xfrm>
              <a:off x="384" y="575"/>
              <a:ext cx="1008" cy="576"/>
            </a:xfrm>
            <a:prstGeom prst="horizontalScroll">
              <a:avLst>
                <a:gd name="adj" fmla="val 12500"/>
              </a:avLst>
            </a:prstGeom>
            <a:gradFill rotWithShape="0">
              <a:gsLst>
                <a:gs pos="0">
                  <a:schemeClr val="accent1"/>
                </a:gs>
                <a:gs pos="50000">
                  <a:schemeClr val="bg1"/>
                </a:gs>
                <a:gs pos="100000">
                  <a:schemeClr val="accent1"/>
                </a:gs>
              </a:gsLst>
              <a:lin ang="5400000" scaled="1"/>
            </a:gradFill>
            <a:ln w="9525">
              <a:solidFill>
                <a:schemeClr val="tx1"/>
              </a:solidFill>
              <a:round/>
              <a:headEnd/>
              <a:tailEnd/>
            </a:ln>
            <a:effectLst>
              <a:outerShdw dist="107763" dir="13500000" algn="ctr" rotWithShape="0">
                <a:srgbClr val="009900"/>
              </a:outerShdw>
            </a:effectLst>
          </p:spPr>
          <p:txBody>
            <a:bodyPr wrap="none" anchor="ctr"/>
            <a:lstStyle/>
            <a:p>
              <a:endParaRPr lang="zh-CN" altLang="en-US" sz="2800"/>
            </a:p>
          </p:txBody>
        </p:sp>
        <p:sp>
          <p:nvSpPr>
            <p:cNvPr id="169989" name="Text Box 5"/>
            <p:cNvSpPr txBox="1">
              <a:spLocks noChangeArrowheads="1"/>
            </p:cNvSpPr>
            <p:nvPr/>
          </p:nvSpPr>
          <p:spPr bwMode="auto">
            <a:xfrm>
              <a:off x="440" y="662"/>
              <a:ext cx="952" cy="330"/>
            </a:xfrm>
            <a:prstGeom prst="rect">
              <a:avLst/>
            </a:prstGeom>
            <a:noFill/>
            <a:ln w="9525">
              <a:noFill/>
              <a:miter lim="800000"/>
              <a:headEnd/>
              <a:tailEnd/>
            </a:ln>
            <a:effectLst/>
          </p:spPr>
          <p:txBody>
            <a:bodyPr>
              <a:spAutoFit/>
            </a:bodyPr>
            <a:lstStyle/>
            <a:p>
              <a:r>
                <a:rPr kumimoji="1" lang="zh-CN" altLang="en-US" sz="2800">
                  <a:solidFill>
                    <a:srgbClr val="CC0000"/>
                  </a:solidFill>
                </a:rPr>
                <a:t> 讨  论</a:t>
              </a:r>
            </a:p>
          </p:txBody>
        </p:sp>
      </p:grpSp>
      <p:sp>
        <p:nvSpPr>
          <p:cNvPr id="169990" name="Text Box 6"/>
          <p:cNvSpPr txBox="1">
            <a:spLocks noChangeArrowheads="1"/>
          </p:cNvSpPr>
          <p:nvPr/>
        </p:nvSpPr>
        <p:spPr bwMode="auto">
          <a:xfrm>
            <a:off x="747713" y="1841500"/>
            <a:ext cx="5881687" cy="519113"/>
          </a:xfrm>
          <a:prstGeom prst="rect">
            <a:avLst/>
          </a:prstGeom>
          <a:noFill/>
          <a:ln w="9525">
            <a:noFill/>
            <a:miter lim="800000"/>
            <a:headEnd/>
            <a:tailEnd/>
          </a:ln>
          <a:effectLst/>
        </p:spPr>
        <p:txBody>
          <a:bodyPr>
            <a:spAutoFit/>
          </a:bodyPr>
          <a:lstStyle/>
          <a:p>
            <a:r>
              <a:rPr lang="zh-CN" altLang="en-US" sz="2800">
                <a:solidFill>
                  <a:srgbClr val="1C1C1C"/>
                </a:solidFill>
              </a:rPr>
              <a:t>（</a:t>
            </a:r>
            <a:r>
              <a:rPr lang="zh-CN" altLang="en-US" sz="2800">
                <a:solidFill>
                  <a:srgbClr val="CC0000"/>
                </a:solidFill>
              </a:rPr>
              <a:t>1</a:t>
            </a:r>
            <a:r>
              <a:rPr lang="zh-CN" altLang="en-US" sz="2800">
                <a:solidFill>
                  <a:srgbClr val="1C1C1C"/>
                </a:solidFill>
              </a:rPr>
              <a:t>）</a:t>
            </a:r>
            <a:r>
              <a:rPr lang="en-US" altLang="zh-CN" sz="2800" i="1">
                <a:solidFill>
                  <a:srgbClr val="1C1C1C"/>
                </a:solidFill>
              </a:rPr>
              <a:t>P</a:t>
            </a:r>
            <a:r>
              <a:rPr lang="zh-CN" altLang="en-US" sz="2800">
                <a:solidFill>
                  <a:srgbClr val="1C1C1C"/>
                </a:solidFill>
              </a:rPr>
              <a:t>点位于管内</a:t>
            </a:r>
            <a:r>
              <a:rPr lang="zh-CN" altLang="en-US" sz="2800">
                <a:solidFill>
                  <a:srgbClr val="CC0000"/>
                </a:solidFill>
              </a:rPr>
              <a:t>轴线中点</a:t>
            </a:r>
          </a:p>
        </p:txBody>
      </p:sp>
      <p:graphicFrame>
        <p:nvGraphicFramePr>
          <p:cNvPr id="169991" name="Object 7"/>
          <p:cNvGraphicFramePr>
            <a:graphicFrameLocks noChangeAspect="1"/>
          </p:cNvGraphicFramePr>
          <p:nvPr/>
        </p:nvGraphicFramePr>
        <p:xfrm>
          <a:off x="5730875" y="1800225"/>
          <a:ext cx="1889125" cy="598488"/>
        </p:xfrm>
        <a:graphic>
          <a:graphicData uri="http://schemas.openxmlformats.org/presentationml/2006/ole">
            <p:oleObj spid="_x0000_s1006595" name="Equation" r:id="rId4" imgW="685800" imgH="215640" progId="Equation.3">
              <p:embed/>
            </p:oleObj>
          </a:graphicData>
        </a:graphic>
      </p:graphicFrame>
      <p:graphicFrame>
        <p:nvGraphicFramePr>
          <p:cNvPr id="169992" name="Object 8"/>
          <p:cNvGraphicFramePr>
            <a:graphicFrameLocks noChangeAspect="1"/>
          </p:cNvGraphicFramePr>
          <p:nvPr/>
        </p:nvGraphicFramePr>
        <p:xfrm>
          <a:off x="914400" y="3810000"/>
          <a:ext cx="7010400" cy="1285875"/>
        </p:xfrm>
        <a:graphic>
          <a:graphicData uri="http://schemas.openxmlformats.org/presentationml/2006/ole">
            <p:oleObj spid="_x0000_s1006596" name="Equation" r:id="rId5" imgW="2323800" imgH="457200" progId="Equation.3">
              <p:embed/>
            </p:oleObj>
          </a:graphicData>
        </a:graphic>
      </p:graphicFrame>
      <p:graphicFrame>
        <p:nvGraphicFramePr>
          <p:cNvPr id="169993" name="Object 9"/>
          <p:cNvGraphicFramePr>
            <a:graphicFrameLocks noChangeAspect="1"/>
          </p:cNvGraphicFramePr>
          <p:nvPr/>
        </p:nvGraphicFramePr>
        <p:xfrm>
          <a:off x="4495800" y="2514600"/>
          <a:ext cx="3352800" cy="1252538"/>
        </p:xfrm>
        <a:graphic>
          <a:graphicData uri="http://schemas.openxmlformats.org/presentationml/2006/ole">
            <p:oleObj spid="_x0000_s1006597" name="Equation" r:id="rId6" imgW="1396800" imgH="482400" progId="Equation.3">
              <p:embed/>
            </p:oleObj>
          </a:graphicData>
        </a:graphic>
      </p:graphicFrame>
      <p:graphicFrame>
        <p:nvGraphicFramePr>
          <p:cNvPr id="169994" name="Object 10"/>
          <p:cNvGraphicFramePr>
            <a:graphicFrameLocks noChangeAspect="1"/>
          </p:cNvGraphicFramePr>
          <p:nvPr/>
        </p:nvGraphicFramePr>
        <p:xfrm>
          <a:off x="990600" y="2819400"/>
          <a:ext cx="2743200" cy="571500"/>
        </p:xfrm>
        <a:graphic>
          <a:graphicData uri="http://schemas.openxmlformats.org/presentationml/2006/ole">
            <p:oleObj spid="_x0000_s1006598" name="Equation" r:id="rId7" imgW="1041120" imgH="215640" progId="Equation.3">
              <p:embed/>
            </p:oleObj>
          </a:graphicData>
        </a:graphic>
      </p:graphicFrame>
      <p:grpSp>
        <p:nvGrpSpPr>
          <p:cNvPr id="3" name="Group 11"/>
          <p:cNvGrpSpPr>
            <a:grpSpLocks/>
          </p:cNvGrpSpPr>
          <p:nvPr/>
        </p:nvGrpSpPr>
        <p:grpSpPr bwMode="auto">
          <a:xfrm>
            <a:off x="1524000" y="5334000"/>
            <a:ext cx="5181600" cy="762000"/>
            <a:chOff x="960" y="3456"/>
            <a:chExt cx="3264" cy="480"/>
          </a:xfrm>
        </p:grpSpPr>
        <p:grpSp>
          <p:nvGrpSpPr>
            <p:cNvPr id="4" name="Group 12"/>
            <p:cNvGrpSpPr>
              <a:grpSpLocks/>
            </p:cNvGrpSpPr>
            <p:nvPr/>
          </p:nvGrpSpPr>
          <p:grpSpPr bwMode="auto">
            <a:xfrm>
              <a:off x="2928" y="3456"/>
              <a:ext cx="1296" cy="480"/>
              <a:chOff x="1584" y="1672"/>
              <a:chExt cx="1344" cy="576"/>
            </a:xfrm>
          </p:grpSpPr>
          <p:sp>
            <p:nvSpPr>
              <p:cNvPr id="169997" name="Rectangle 13"/>
              <p:cNvSpPr>
                <a:spLocks noChangeArrowheads="1"/>
              </p:cNvSpPr>
              <p:nvPr/>
            </p:nvSpPr>
            <p:spPr bwMode="auto">
              <a:xfrm>
                <a:off x="1584" y="1672"/>
                <a:ext cx="1344" cy="576"/>
              </a:xfrm>
              <a:prstGeom prst="rect">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wrap="none" anchor="ctr"/>
              <a:lstStyle/>
              <a:p>
                <a:endParaRPr lang="zh-CN" altLang="en-US" sz="2800"/>
              </a:p>
            </p:txBody>
          </p:sp>
          <p:graphicFrame>
            <p:nvGraphicFramePr>
              <p:cNvPr id="169998" name="Object 14"/>
              <p:cNvGraphicFramePr>
                <a:graphicFrameLocks noChangeAspect="1"/>
              </p:cNvGraphicFramePr>
              <p:nvPr/>
            </p:nvGraphicFramePr>
            <p:xfrm>
              <a:off x="1680" y="1737"/>
              <a:ext cx="1200" cy="511"/>
            </p:xfrm>
            <a:graphic>
              <a:graphicData uri="http://schemas.openxmlformats.org/presentationml/2006/ole">
                <p:oleObj spid="_x0000_s1006600" name="Equation" r:id="rId8" imgW="596880" imgH="228600" progId="Equation.3">
                  <p:embed/>
                </p:oleObj>
              </a:graphicData>
            </a:graphic>
          </p:graphicFrame>
        </p:grpSp>
        <p:grpSp>
          <p:nvGrpSpPr>
            <p:cNvPr id="5" name="Group 15"/>
            <p:cNvGrpSpPr>
              <a:grpSpLocks/>
            </p:cNvGrpSpPr>
            <p:nvPr/>
          </p:nvGrpSpPr>
          <p:grpSpPr bwMode="auto">
            <a:xfrm>
              <a:off x="960" y="3552"/>
              <a:ext cx="1258" cy="336"/>
              <a:chOff x="1094" y="3504"/>
              <a:chExt cx="1258" cy="371"/>
            </a:xfrm>
          </p:grpSpPr>
          <p:graphicFrame>
            <p:nvGraphicFramePr>
              <p:cNvPr id="170000" name="Object 16"/>
              <p:cNvGraphicFramePr>
                <a:graphicFrameLocks noChangeAspect="1"/>
              </p:cNvGraphicFramePr>
              <p:nvPr/>
            </p:nvGraphicFramePr>
            <p:xfrm>
              <a:off x="1632" y="3504"/>
              <a:ext cx="720" cy="371"/>
            </p:xfrm>
            <a:graphic>
              <a:graphicData uri="http://schemas.openxmlformats.org/presentationml/2006/ole">
                <p:oleObj spid="_x0000_s1006599" name="Equation" r:id="rId9" imgW="431640" imgH="177480" progId="Equation.3">
                  <p:embed/>
                </p:oleObj>
              </a:graphicData>
            </a:graphic>
          </p:graphicFrame>
          <p:sp>
            <p:nvSpPr>
              <p:cNvPr id="170001" name="Text Box 17"/>
              <p:cNvSpPr txBox="1">
                <a:spLocks noChangeArrowheads="1"/>
              </p:cNvSpPr>
              <p:nvPr/>
            </p:nvSpPr>
            <p:spPr bwMode="auto">
              <a:xfrm>
                <a:off x="1094" y="3513"/>
                <a:ext cx="682" cy="361"/>
              </a:xfrm>
              <a:prstGeom prst="rect">
                <a:avLst/>
              </a:prstGeom>
              <a:noFill/>
              <a:ln w="9525">
                <a:noFill/>
                <a:miter lim="800000"/>
                <a:headEnd/>
                <a:tailEnd/>
              </a:ln>
              <a:effectLst/>
            </p:spPr>
            <p:txBody>
              <a:bodyPr>
                <a:spAutoFit/>
              </a:bodyPr>
              <a:lstStyle/>
              <a:p>
                <a:pPr>
                  <a:spcBef>
                    <a:spcPct val="50000"/>
                  </a:spcBef>
                </a:pPr>
                <a:r>
                  <a:rPr lang="zh-CN" altLang="en-US" sz="2800"/>
                  <a:t>若</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9990"/>
                                        </p:tgtEl>
                                        <p:attrNameLst>
                                          <p:attrName>style.visibility</p:attrName>
                                        </p:attrNameLst>
                                      </p:cBhvr>
                                      <p:to>
                                        <p:strVal val="visible"/>
                                      </p:to>
                                    </p:set>
                                    <p:animEffect transition="in" filter="blinds(horizontal)">
                                      <p:cBhvr>
                                        <p:cTn id="7" dur="500"/>
                                        <p:tgtEl>
                                          <p:spTgt spid="16999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9991"/>
                                        </p:tgtEl>
                                        <p:attrNameLst>
                                          <p:attrName>style.visibility</p:attrName>
                                        </p:attrNameLst>
                                      </p:cBhvr>
                                      <p:to>
                                        <p:strVal val="visible"/>
                                      </p:to>
                                    </p:set>
                                    <p:animEffect transition="in" filter="blinds(horizontal)">
                                      <p:cBhvr>
                                        <p:cTn id="12" dur="500"/>
                                        <p:tgtEl>
                                          <p:spTgt spid="16999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69994"/>
                                        </p:tgtEl>
                                        <p:attrNameLst>
                                          <p:attrName>style.visibility</p:attrName>
                                        </p:attrNameLst>
                                      </p:cBhvr>
                                      <p:to>
                                        <p:strVal val="visible"/>
                                      </p:to>
                                    </p:set>
                                    <p:animEffect transition="in" filter="checkerboard(across)">
                                      <p:cBhvr>
                                        <p:cTn id="17" dur="500"/>
                                        <p:tgtEl>
                                          <p:spTgt spid="16999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9993"/>
                                        </p:tgtEl>
                                        <p:attrNameLst>
                                          <p:attrName>style.visibility</p:attrName>
                                        </p:attrNameLst>
                                      </p:cBhvr>
                                      <p:to>
                                        <p:strVal val="visible"/>
                                      </p:to>
                                    </p:set>
                                    <p:animEffect transition="in" filter="dissolve">
                                      <p:cBhvr>
                                        <p:cTn id="22" dur="500"/>
                                        <p:tgtEl>
                                          <p:spTgt spid="16999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9992"/>
                                        </p:tgtEl>
                                        <p:attrNameLst>
                                          <p:attrName>style.visibility</p:attrName>
                                        </p:attrNameLst>
                                      </p:cBhvr>
                                      <p:to>
                                        <p:strVal val="visible"/>
                                      </p:to>
                                    </p:set>
                                    <p:animEffect transition="in" filter="blinds(horizontal)">
                                      <p:cBhvr>
                                        <p:cTn id="27" dur="500"/>
                                        <p:tgtEl>
                                          <p:spTgt spid="169992"/>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838200" y="457200"/>
            <a:ext cx="3962400" cy="519113"/>
          </a:xfrm>
          <a:prstGeom prst="rect">
            <a:avLst/>
          </a:prstGeom>
          <a:noFill/>
          <a:ln w="9525">
            <a:noFill/>
            <a:miter lim="800000"/>
            <a:headEnd/>
            <a:tailEnd/>
          </a:ln>
          <a:effectLst/>
        </p:spPr>
        <p:txBody>
          <a:bodyPr>
            <a:spAutoFit/>
          </a:bodyPr>
          <a:lstStyle/>
          <a:p>
            <a:r>
              <a:rPr lang="zh-CN" altLang="en-US" sz="2800">
                <a:solidFill>
                  <a:srgbClr val="1C1C1C"/>
                </a:solidFill>
              </a:rPr>
              <a:t>(</a:t>
            </a:r>
            <a:r>
              <a:rPr lang="zh-CN" altLang="en-US" sz="2800">
                <a:solidFill>
                  <a:srgbClr val="CC0000"/>
                </a:solidFill>
              </a:rPr>
              <a:t>2</a:t>
            </a:r>
            <a:r>
              <a:rPr lang="zh-CN" altLang="en-US" sz="2800"/>
              <a:t>)  </a:t>
            </a:r>
            <a:r>
              <a:rPr lang="zh-CN" altLang="en-US" sz="2800">
                <a:solidFill>
                  <a:srgbClr val="CC0000"/>
                </a:solidFill>
              </a:rPr>
              <a:t>无限长的</a:t>
            </a:r>
            <a:r>
              <a:rPr lang="zh-CN" altLang="en-US" sz="2800"/>
              <a:t>螺线管</a:t>
            </a:r>
            <a:r>
              <a:rPr lang="zh-CN" altLang="en-US" sz="2800">
                <a:solidFill>
                  <a:srgbClr val="CC0000"/>
                </a:solidFill>
              </a:rPr>
              <a:t>   </a:t>
            </a:r>
            <a:endParaRPr lang="en-US" altLang="zh-CN" sz="2800">
              <a:solidFill>
                <a:srgbClr val="CC0000"/>
              </a:solidFill>
            </a:endParaRPr>
          </a:p>
        </p:txBody>
      </p:sp>
      <p:graphicFrame>
        <p:nvGraphicFramePr>
          <p:cNvPr id="171011" name="Object 3"/>
          <p:cNvGraphicFramePr>
            <a:graphicFrameLocks noChangeAspect="1"/>
          </p:cNvGraphicFramePr>
          <p:nvPr/>
        </p:nvGraphicFramePr>
        <p:xfrm>
          <a:off x="5943600" y="2286000"/>
          <a:ext cx="2084388" cy="1066800"/>
        </p:xfrm>
        <a:graphic>
          <a:graphicData uri="http://schemas.openxmlformats.org/presentationml/2006/ole">
            <p:oleObj spid="_x0000_s1007618" name="Equation" r:id="rId3" imgW="711000" imgH="393480" progId="Equation.3">
              <p:embed/>
            </p:oleObj>
          </a:graphicData>
        </a:graphic>
      </p:graphicFrame>
      <p:sp>
        <p:nvSpPr>
          <p:cNvPr id="171012" name="Text Box 4"/>
          <p:cNvSpPr txBox="1">
            <a:spLocks noChangeArrowheads="1"/>
          </p:cNvSpPr>
          <p:nvPr/>
        </p:nvSpPr>
        <p:spPr bwMode="auto">
          <a:xfrm>
            <a:off x="4876800" y="457200"/>
            <a:ext cx="4267200" cy="519113"/>
          </a:xfrm>
          <a:prstGeom prst="rect">
            <a:avLst/>
          </a:prstGeom>
          <a:noFill/>
          <a:ln w="9525">
            <a:noFill/>
            <a:miter lim="800000"/>
            <a:headEnd/>
            <a:tailEnd/>
          </a:ln>
          <a:effectLst/>
        </p:spPr>
        <p:txBody>
          <a:bodyPr>
            <a:spAutoFit/>
          </a:bodyPr>
          <a:lstStyle/>
          <a:p>
            <a:r>
              <a:rPr lang="zh-CN" altLang="en-US" sz="2800">
                <a:solidFill>
                  <a:srgbClr val="1C1C1C"/>
                </a:solidFill>
              </a:rPr>
              <a:t>（</a:t>
            </a:r>
            <a:r>
              <a:rPr lang="zh-CN" altLang="en-US" sz="2800">
                <a:solidFill>
                  <a:srgbClr val="CC0000"/>
                </a:solidFill>
              </a:rPr>
              <a:t>3</a:t>
            </a:r>
            <a:r>
              <a:rPr lang="zh-CN" altLang="en-US" sz="2800">
                <a:solidFill>
                  <a:srgbClr val="1C1C1C"/>
                </a:solidFill>
              </a:rPr>
              <a:t>）</a:t>
            </a:r>
            <a:r>
              <a:rPr lang="zh-CN" altLang="en-US" sz="2800">
                <a:solidFill>
                  <a:srgbClr val="CC0000"/>
                </a:solidFill>
              </a:rPr>
              <a:t>半无限长</a:t>
            </a:r>
            <a:r>
              <a:rPr lang="zh-CN" altLang="en-US" sz="2800">
                <a:solidFill>
                  <a:srgbClr val="1C1C1C"/>
                </a:solidFill>
              </a:rPr>
              <a:t>螺线管</a:t>
            </a:r>
          </a:p>
        </p:txBody>
      </p:sp>
      <p:graphicFrame>
        <p:nvGraphicFramePr>
          <p:cNvPr id="171013" name="Object 5"/>
          <p:cNvGraphicFramePr>
            <a:graphicFrameLocks noChangeAspect="1"/>
          </p:cNvGraphicFramePr>
          <p:nvPr/>
        </p:nvGraphicFramePr>
        <p:xfrm>
          <a:off x="5638800" y="990600"/>
          <a:ext cx="2514600" cy="1087438"/>
        </p:xfrm>
        <a:graphic>
          <a:graphicData uri="http://schemas.openxmlformats.org/presentationml/2006/ole">
            <p:oleObj spid="_x0000_s1007619" name="Equation" r:id="rId4" imgW="914400" imgH="393480" progId="Equation.3">
              <p:embed/>
            </p:oleObj>
          </a:graphicData>
        </a:graphic>
      </p:graphicFrame>
      <p:grpSp>
        <p:nvGrpSpPr>
          <p:cNvPr id="2" name="Group 6"/>
          <p:cNvGrpSpPr>
            <a:grpSpLocks/>
          </p:cNvGrpSpPr>
          <p:nvPr/>
        </p:nvGrpSpPr>
        <p:grpSpPr bwMode="auto">
          <a:xfrm>
            <a:off x="838200" y="2147888"/>
            <a:ext cx="4114800" cy="519112"/>
            <a:chOff x="672" y="1632"/>
            <a:chExt cx="2592" cy="327"/>
          </a:xfrm>
        </p:grpSpPr>
        <p:sp>
          <p:nvSpPr>
            <p:cNvPr id="171015" name="Text Box 7"/>
            <p:cNvSpPr txBox="1">
              <a:spLocks noChangeArrowheads="1"/>
            </p:cNvSpPr>
            <p:nvPr/>
          </p:nvSpPr>
          <p:spPr bwMode="auto">
            <a:xfrm>
              <a:off x="672" y="1632"/>
              <a:ext cx="2592" cy="327"/>
            </a:xfrm>
            <a:prstGeom prst="rect">
              <a:avLst/>
            </a:prstGeom>
            <a:noFill/>
            <a:ln w="9525">
              <a:noFill/>
              <a:miter lim="800000"/>
              <a:headEnd/>
              <a:tailEnd/>
            </a:ln>
            <a:effectLst/>
          </p:spPr>
          <p:txBody>
            <a:bodyPr>
              <a:spAutoFit/>
            </a:bodyPr>
            <a:lstStyle/>
            <a:p>
              <a:r>
                <a:rPr lang="zh-CN" altLang="en-US" sz="2800">
                  <a:solidFill>
                    <a:schemeClr val="tx1"/>
                  </a:solidFill>
                </a:rPr>
                <a:t>或由</a:t>
              </a:r>
              <a:r>
                <a:rPr lang="zh-CN" altLang="en-US" sz="2800">
                  <a:solidFill>
                    <a:srgbClr val="9900CC"/>
                  </a:solidFill>
                </a:rPr>
                <a:t>                          </a:t>
              </a:r>
              <a:r>
                <a:rPr lang="zh-CN" altLang="en-US" sz="2800">
                  <a:solidFill>
                    <a:schemeClr val="tx1"/>
                  </a:solidFill>
                </a:rPr>
                <a:t>代入</a:t>
              </a:r>
            </a:p>
          </p:txBody>
        </p:sp>
        <p:graphicFrame>
          <p:nvGraphicFramePr>
            <p:cNvPr id="171016" name="Object 8"/>
            <p:cNvGraphicFramePr>
              <a:graphicFrameLocks noChangeAspect="1"/>
            </p:cNvGraphicFramePr>
            <p:nvPr/>
          </p:nvGraphicFramePr>
          <p:xfrm>
            <a:off x="1200" y="1632"/>
            <a:ext cx="1392" cy="321"/>
          </p:xfrm>
          <a:graphic>
            <a:graphicData uri="http://schemas.openxmlformats.org/presentationml/2006/ole">
              <p:oleObj spid="_x0000_s1007626" name="Equation" r:id="rId5" imgW="1434960" imgH="317160" progId="Equation.3">
                <p:embed/>
              </p:oleObj>
            </a:graphicData>
          </a:graphic>
        </p:graphicFrame>
      </p:grpSp>
      <p:graphicFrame>
        <p:nvGraphicFramePr>
          <p:cNvPr id="171017" name="Object 9"/>
          <p:cNvGraphicFramePr>
            <a:graphicFrameLocks noChangeAspect="1"/>
          </p:cNvGraphicFramePr>
          <p:nvPr/>
        </p:nvGraphicFramePr>
        <p:xfrm>
          <a:off x="762000" y="2667000"/>
          <a:ext cx="4337050" cy="1135063"/>
        </p:xfrm>
        <a:graphic>
          <a:graphicData uri="http://schemas.openxmlformats.org/presentationml/2006/ole">
            <p:oleObj spid="_x0000_s1007620" name="Equation" r:id="rId6" imgW="1612800" imgH="393480" progId="Equation.3">
              <p:embed/>
            </p:oleObj>
          </a:graphicData>
        </a:graphic>
      </p:graphicFrame>
      <p:grpSp>
        <p:nvGrpSpPr>
          <p:cNvPr id="3" name="Group 30"/>
          <p:cNvGrpSpPr>
            <a:grpSpLocks/>
          </p:cNvGrpSpPr>
          <p:nvPr/>
        </p:nvGrpSpPr>
        <p:grpSpPr bwMode="auto">
          <a:xfrm>
            <a:off x="1676400" y="1143000"/>
            <a:ext cx="2057400" cy="762000"/>
            <a:chOff x="1584" y="1672"/>
            <a:chExt cx="1344" cy="576"/>
          </a:xfrm>
        </p:grpSpPr>
        <p:sp>
          <p:nvSpPr>
            <p:cNvPr id="171039" name="Rectangle 31"/>
            <p:cNvSpPr>
              <a:spLocks noChangeArrowheads="1"/>
            </p:cNvSpPr>
            <p:nvPr/>
          </p:nvSpPr>
          <p:spPr bwMode="auto">
            <a:xfrm>
              <a:off x="1584" y="1672"/>
              <a:ext cx="1344" cy="576"/>
            </a:xfrm>
            <a:prstGeom prst="rect">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wrap="none" anchor="ctr"/>
            <a:lstStyle/>
            <a:p>
              <a:endParaRPr lang="zh-CN" altLang="en-US" sz="2800"/>
            </a:p>
          </p:txBody>
        </p:sp>
        <p:graphicFrame>
          <p:nvGraphicFramePr>
            <p:cNvPr id="171040" name="Object 32"/>
            <p:cNvGraphicFramePr>
              <a:graphicFrameLocks noChangeAspect="1"/>
            </p:cNvGraphicFramePr>
            <p:nvPr/>
          </p:nvGraphicFramePr>
          <p:xfrm>
            <a:off x="1680" y="1737"/>
            <a:ext cx="1200" cy="511"/>
          </p:xfrm>
          <a:graphic>
            <a:graphicData uri="http://schemas.openxmlformats.org/presentationml/2006/ole">
              <p:oleObj spid="_x0000_s1007625" name="Equation" r:id="rId7" imgW="596880" imgH="228600" progId="Equation.3">
                <p:embed/>
              </p:oleObj>
            </a:graphicData>
          </a:graphic>
        </p:graphicFrame>
      </p:grpSp>
      <p:grpSp>
        <p:nvGrpSpPr>
          <p:cNvPr id="4" name="Group 40"/>
          <p:cNvGrpSpPr>
            <a:grpSpLocks/>
          </p:cNvGrpSpPr>
          <p:nvPr/>
        </p:nvGrpSpPr>
        <p:grpSpPr bwMode="auto">
          <a:xfrm>
            <a:off x="858838" y="3863975"/>
            <a:ext cx="7446963" cy="2460625"/>
            <a:chOff x="541" y="2578"/>
            <a:chExt cx="4691" cy="1550"/>
          </a:xfrm>
        </p:grpSpPr>
        <p:sp>
          <p:nvSpPr>
            <p:cNvPr id="171020" name="Rectangle 12"/>
            <p:cNvSpPr>
              <a:spLocks noChangeArrowheads="1"/>
            </p:cNvSpPr>
            <p:nvPr/>
          </p:nvSpPr>
          <p:spPr bwMode="auto">
            <a:xfrm>
              <a:off x="1200" y="2578"/>
              <a:ext cx="4032" cy="148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1021" name="AutoShape 13"/>
            <p:cNvSpPr>
              <a:spLocks noChangeArrowheads="1"/>
            </p:cNvSpPr>
            <p:nvPr/>
          </p:nvSpPr>
          <p:spPr bwMode="auto">
            <a:xfrm>
              <a:off x="1536" y="2914"/>
              <a:ext cx="672" cy="576"/>
            </a:xfrm>
            <a:prstGeom prst="wedgeRoundRectCallout">
              <a:avLst>
                <a:gd name="adj1" fmla="val 98810"/>
                <a:gd name="adj2" fmla="val 47745"/>
                <a:gd name="adj3" fmla="val 16667"/>
              </a:avLst>
            </a:prstGeom>
            <a:noFill/>
            <a:ln w="28575">
              <a:solidFill>
                <a:srgbClr val="D60093"/>
              </a:solidFill>
              <a:miter lim="800000"/>
              <a:headEnd/>
              <a:tailEnd/>
            </a:ln>
            <a:effectLst/>
          </p:spPr>
          <p:txBody>
            <a:bodyPr/>
            <a:lstStyle/>
            <a:p>
              <a:pPr algn="ctr"/>
              <a:endParaRPr lang="zh-CN" altLang="en-US" sz="2800">
                <a:solidFill>
                  <a:srgbClr val="1C1C1C"/>
                </a:solidFill>
              </a:endParaRPr>
            </a:p>
          </p:txBody>
        </p:sp>
        <p:graphicFrame>
          <p:nvGraphicFramePr>
            <p:cNvPr id="171022" name="Object 14"/>
            <p:cNvGraphicFramePr>
              <a:graphicFrameLocks noChangeAspect="1"/>
            </p:cNvGraphicFramePr>
            <p:nvPr/>
          </p:nvGraphicFramePr>
          <p:xfrm>
            <a:off x="1536" y="2914"/>
            <a:ext cx="720" cy="576"/>
          </p:xfrm>
          <a:graphic>
            <a:graphicData uri="http://schemas.openxmlformats.org/presentationml/2006/ole">
              <p:oleObj spid="_x0000_s1007621" name="Equation" r:id="rId8" imgW="457200" imgH="393480" progId="Equation.3">
                <p:embed/>
              </p:oleObj>
            </a:graphicData>
          </a:graphic>
        </p:graphicFrame>
        <p:sp>
          <p:nvSpPr>
            <p:cNvPr id="171023" name="Line 15"/>
            <p:cNvSpPr>
              <a:spLocks noChangeShapeType="1"/>
            </p:cNvSpPr>
            <p:nvPr/>
          </p:nvSpPr>
          <p:spPr bwMode="auto">
            <a:xfrm flipV="1">
              <a:off x="1968" y="3826"/>
              <a:ext cx="3072" cy="0"/>
            </a:xfrm>
            <a:prstGeom prst="line">
              <a:avLst/>
            </a:prstGeom>
            <a:noFill/>
            <a:ln w="12700">
              <a:solidFill>
                <a:srgbClr val="000000"/>
              </a:solidFill>
              <a:round/>
              <a:headEnd/>
              <a:tailEnd type="triangle" w="sm" len="lg"/>
            </a:ln>
            <a:effectLst/>
          </p:spPr>
          <p:txBody>
            <a:bodyPr wrap="none"/>
            <a:lstStyle/>
            <a:p>
              <a:endParaRPr lang="zh-CN" altLang="en-US" sz="2800"/>
            </a:p>
          </p:txBody>
        </p:sp>
        <p:sp>
          <p:nvSpPr>
            <p:cNvPr id="171024" name="Line 16"/>
            <p:cNvSpPr>
              <a:spLocks noChangeShapeType="1"/>
            </p:cNvSpPr>
            <p:nvPr/>
          </p:nvSpPr>
          <p:spPr bwMode="auto">
            <a:xfrm flipV="1">
              <a:off x="3360" y="2626"/>
              <a:ext cx="0" cy="1200"/>
            </a:xfrm>
            <a:prstGeom prst="line">
              <a:avLst/>
            </a:prstGeom>
            <a:noFill/>
            <a:ln w="12700">
              <a:solidFill>
                <a:srgbClr val="000000"/>
              </a:solidFill>
              <a:round/>
              <a:headEnd/>
              <a:tailEnd type="triangle" w="sm" len="lg"/>
            </a:ln>
            <a:effectLst/>
          </p:spPr>
          <p:txBody>
            <a:bodyPr wrap="none"/>
            <a:lstStyle/>
            <a:p>
              <a:endParaRPr lang="zh-CN" altLang="en-US" sz="2800"/>
            </a:p>
          </p:txBody>
        </p:sp>
        <p:sp>
          <p:nvSpPr>
            <p:cNvPr id="171025" name="Text Box 17"/>
            <p:cNvSpPr txBox="1">
              <a:spLocks noChangeArrowheads="1"/>
            </p:cNvSpPr>
            <p:nvPr/>
          </p:nvSpPr>
          <p:spPr bwMode="auto">
            <a:xfrm>
              <a:off x="4704" y="3490"/>
              <a:ext cx="311" cy="330"/>
            </a:xfrm>
            <a:prstGeom prst="rect">
              <a:avLst/>
            </a:prstGeom>
            <a:noFill/>
            <a:ln w="9525">
              <a:noFill/>
              <a:miter lim="800000"/>
              <a:headEnd/>
              <a:tailEnd/>
            </a:ln>
            <a:effectLst/>
          </p:spPr>
          <p:txBody>
            <a:bodyPr>
              <a:spAutoFit/>
            </a:bodyPr>
            <a:lstStyle/>
            <a:p>
              <a:r>
                <a:rPr lang="en-US" altLang="zh-CN" sz="2800" i="1">
                  <a:solidFill>
                    <a:srgbClr val="1C1C1C"/>
                  </a:solidFill>
                </a:rPr>
                <a:t>x</a:t>
              </a:r>
            </a:p>
          </p:txBody>
        </p:sp>
        <p:sp>
          <p:nvSpPr>
            <p:cNvPr id="171026" name="Text Box 18"/>
            <p:cNvSpPr txBox="1">
              <a:spLocks noChangeArrowheads="1"/>
            </p:cNvSpPr>
            <p:nvPr/>
          </p:nvSpPr>
          <p:spPr bwMode="auto">
            <a:xfrm>
              <a:off x="3360" y="2746"/>
              <a:ext cx="336" cy="328"/>
            </a:xfrm>
            <a:prstGeom prst="rect">
              <a:avLst/>
            </a:prstGeom>
            <a:noFill/>
            <a:ln w="9525">
              <a:noFill/>
              <a:miter lim="800000"/>
              <a:headEnd/>
              <a:tailEnd/>
            </a:ln>
            <a:effectLst/>
          </p:spPr>
          <p:txBody>
            <a:bodyPr>
              <a:spAutoFit/>
            </a:bodyPr>
            <a:lstStyle/>
            <a:p>
              <a:r>
                <a:rPr lang="en-US" altLang="zh-CN" sz="2800" i="1">
                  <a:solidFill>
                    <a:srgbClr val="1C1C1C"/>
                  </a:solidFill>
                </a:rPr>
                <a:t>B</a:t>
              </a:r>
            </a:p>
          </p:txBody>
        </p:sp>
        <p:sp>
          <p:nvSpPr>
            <p:cNvPr id="171027" name="Line 19"/>
            <p:cNvSpPr>
              <a:spLocks noChangeShapeType="1"/>
            </p:cNvSpPr>
            <p:nvPr/>
          </p:nvSpPr>
          <p:spPr bwMode="auto">
            <a:xfrm flipV="1">
              <a:off x="2544" y="3490"/>
              <a:ext cx="1680" cy="0"/>
            </a:xfrm>
            <a:prstGeom prst="line">
              <a:avLst/>
            </a:prstGeom>
            <a:noFill/>
            <a:ln w="28575">
              <a:solidFill>
                <a:srgbClr val="009999"/>
              </a:solidFill>
              <a:prstDash val="dash"/>
              <a:round/>
              <a:headEnd/>
              <a:tailEnd/>
            </a:ln>
            <a:effectLst/>
          </p:spPr>
          <p:txBody>
            <a:bodyPr wrap="none"/>
            <a:lstStyle/>
            <a:p>
              <a:endParaRPr lang="zh-CN" altLang="en-US" sz="2800"/>
            </a:p>
          </p:txBody>
        </p:sp>
        <p:graphicFrame>
          <p:nvGraphicFramePr>
            <p:cNvPr id="171028" name="Object 20"/>
            <p:cNvGraphicFramePr>
              <a:graphicFrameLocks noChangeAspect="1"/>
            </p:cNvGraphicFramePr>
            <p:nvPr/>
          </p:nvGraphicFramePr>
          <p:xfrm>
            <a:off x="3840" y="2711"/>
            <a:ext cx="480" cy="347"/>
          </p:xfrm>
          <a:graphic>
            <a:graphicData uri="http://schemas.openxmlformats.org/presentationml/2006/ole">
              <p:oleObj spid="_x0000_s1007622" name="Equation" r:id="rId9" imgW="342720" imgH="228600" progId="Equation.3">
                <p:embed/>
              </p:oleObj>
            </a:graphicData>
          </a:graphic>
        </p:graphicFrame>
        <p:sp>
          <p:nvSpPr>
            <p:cNvPr id="171029" name="Rectangle 21"/>
            <p:cNvSpPr>
              <a:spLocks noChangeArrowheads="1"/>
            </p:cNvSpPr>
            <p:nvPr/>
          </p:nvSpPr>
          <p:spPr bwMode="auto">
            <a:xfrm>
              <a:off x="3408" y="2802"/>
              <a:ext cx="1584" cy="780"/>
            </a:xfrm>
            <a:prstGeom prst="rect">
              <a:avLst/>
            </a:prstGeom>
            <a:noFill/>
            <a:ln w="9525">
              <a:noFill/>
              <a:miter lim="800000"/>
              <a:headEnd/>
              <a:tailEnd/>
            </a:ln>
            <a:effectLst/>
          </p:spPr>
          <p:txBody>
            <a:bodyPr wrap="none" anchor="ctr"/>
            <a:lstStyle/>
            <a:p>
              <a:pPr algn="ctr"/>
              <a:endParaRPr lang="zh-CN" altLang="en-US" sz="2800">
                <a:solidFill>
                  <a:srgbClr val="CC0000"/>
                </a:solidFill>
              </a:endParaRPr>
            </a:p>
          </p:txBody>
        </p:sp>
        <p:sp>
          <p:nvSpPr>
            <p:cNvPr id="171030" name="AutoShape 22"/>
            <p:cNvSpPr>
              <a:spLocks noChangeArrowheads="1"/>
            </p:cNvSpPr>
            <p:nvPr/>
          </p:nvSpPr>
          <p:spPr bwMode="auto">
            <a:xfrm>
              <a:off x="3840" y="2698"/>
              <a:ext cx="528" cy="360"/>
            </a:xfrm>
            <a:prstGeom prst="wedgeRoundRectCallout">
              <a:avLst>
                <a:gd name="adj1" fmla="val -78787"/>
                <a:gd name="adj2" fmla="val 67222"/>
                <a:gd name="adj3" fmla="val 16667"/>
              </a:avLst>
            </a:prstGeom>
            <a:noFill/>
            <a:ln w="28575">
              <a:solidFill>
                <a:srgbClr val="D60093"/>
              </a:solidFill>
              <a:miter lim="800000"/>
              <a:headEnd/>
              <a:tailEnd/>
            </a:ln>
            <a:effectLst/>
          </p:spPr>
          <p:txBody>
            <a:bodyPr/>
            <a:lstStyle/>
            <a:p>
              <a:pPr algn="ctr"/>
              <a:endParaRPr lang="zh-CN" altLang="en-US" sz="2800">
                <a:solidFill>
                  <a:srgbClr val="1C1C1C"/>
                </a:solidFill>
              </a:endParaRPr>
            </a:p>
          </p:txBody>
        </p:sp>
        <p:grpSp>
          <p:nvGrpSpPr>
            <p:cNvPr id="5" name="Group 23"/>
            <p:cNvGrpSpPr>
              <a:grpSpLocks/>
            </p:cNvGrpSpPr>
            <p:nvPr/>
          </p:nvGrpSpPr>
          <p:grpSpPr bwMode="auto">
            <a:xfrm>
              <a:off x="2208" y="3154"/>
              <a:ext cx="1152" cy="624"/>
              <a:chOff x="2112" y="3168"/>
              <a:chExt cx="1152" cy="624"/>
            </a:xfrm>
          </p:grpSpPr>
          <p:sp>
            <p:nvSpPr>
              <p:cNvPr id="171032" name="Line 24"/>
              <p:cNvSpPr>
                <a:spLocks noChangeShapeType="1"/>
              </p:cNvSpPr>
              <p:nvPr/>
            </p:nvSpPr>
            <p:spPr bwMode="auto">
              <a:xfrm>
                <a:off x="2784" y="3168"/>
                <a:ext cx="480" cy="0"/>
              </a:xfrm>
              <a:prstGeom prst="line">
                <a:avLst/>
              </a:prstGeom>
              <a:noFill/>
              <a:ln w="34925">
                <a:solidFill>
                  <a:srgbClr val="0000FF"/>
                </a:solidFill>
                <a:round/>
                <a:headEnd/>
                <a:tailEnd/>
              </a:ln>
              <a:effectLst/>
            </p:spPr>
            <p:txBody>
              <a:bodyPr wrap="none"/>
              <a:lstStyle/>
              <a:p>
                <a:endParaRPr lang="zh-CN" altLang="en-US" sz="2800"/>
              </a:p>
            </p:txBody>
          </p:sp>
          <p:sp>
            <p:nvSpPr>
              <p:cNvPr id="171033" name="Freeform 25"/>
              <p:cNvSpPr>
                <a:spLocks/>
              </p:cNvSpPr>
              <p:nvPr/>
            </p:nvSpPr>
            <p:spPr bwMode="auto">
              <a:xfrm>
                <a:off x="2112" y="3168"/>
                <a:ext cx="672" cy="624"/>
              </a:xfrm>
              <a:custGeom>
                <a:avLst/>
                <a:gdLst/>
                <a:ahLst/>
                <a:cxnLst>
                  <a:cxn ang="0">
                    <a:pos x="672" y="0"/>
                  </a:cxn>
                  <a:cxn ang="0">
                    <a:pos x="432" y="96"/>
                  </a:cxn>
                  <a:cxn ang="0">
                    <a:pos x="240" y="528"/>
                  </a:cxn>
                  <a:cxn ang="0">
                    <a:pos x="0" y="624"/>
                  </a:cxn>
                </a:cxnLst>
                <a:rect l="0" t="0" r="r" b="b"/>
                <a:pathLst>
                  <a:path w="672" h="624">
                    <a:moveTo>
                      <a:pt x="672" y="0"/>
                    </a:moveTo>
                    <a:cubicBezTo>
                      <a:pt x="588" y="4"/>
                      <a:pt x="504" y="8"/>
                      <a:pt x="432" y="96"/>
                    </a:cubicBezTo>
                    <a:cubicBezTo>
                      <a:pt x="360" y="184"/>
                      <a:pt x="312" y="440"/>
                      <a:pt x="240" y="528"/>
                    </a:cubicBezTo>
                    <a:cubicBezTo>
                      <a:pt x="168" y="616"/>
                      <a:pt x="84" y="620"/>
                      <a:pt x="0" y="624"/>
                    </a:cubicBezTo>
                  </a:path>
                </a:pathLst>
              </a:custGeom>
              <a:noFill/>
              <a:ln w="34925" cap="flat" cmpd="sng">
                <a:solidFill>
                  <a:srgbClr val="0000FF"/>
                </a:solidFill>
                <a:prstDash val="solid"/>
                <a:round/>
                <a:headEnd/>
                <a:tailEnd/>
              </a:ln>
              <a:effectLst/>
            </p:spPr>
            <p:txBody>
              <a:bodyPr wrap="none"/>
              <a:lstStyle/>
              <a:p>
                <a:endParaRPr lang="zh-CN" altLang="en-US" sz="2800"/>
              </a:p>
            </p:txBody>
          </p:sp>
        </p:grpSp>
        <p:grpSp>
          <p:nvGrpSpPr>
            <p:cNvPr id="6" name="Group 26"/>
            <p:cNvGrpSpPr>
              <a:grpSpLocks/>
            </p:cNvGrpSpPr>
            <p:nvPr/>
          </p:nvGrpSpPr>
          <p:grpSpPr bwMode="auto">
            <a:xfrm flipH="1">
              <a:off x="3360" y="3154"/>
              <a:ext cx="1200" cy="624"/>
              <a:chOff x="2112" y="3168"/>
              <a:chExt cx="1152" cy="624"/>
            </a:xfrm>
          </p:grpSpPr>
          <p:sp>
            <p:nvSpPr>
              <p:cNvPr id="171035" name="Line 27"/>
              <p:cNvSpPr>
                <a:spLocks noChangeShapeType="1"/>
              </p:cNvSpPr>
              <p:nvPr/>
            </p:nvSpPr>
            <p:spPr bwMode="auto">
              <a:xfrm>
                <a:off x="2784" y="3168"/>
                <a:ext cx="480" cy="0"/>
              </a:xfrm>
              <a:prstGeom prst="line">
                <a:avLst/>
              </a:prstGeom>
              <a:noFill/>
              <a:ln w="34925">
                <a:solidFill>
                  <a:srgbClr val="0000FF"/>
                </a:solidFill>
                <a:round/>
                <a:headEnd/>
                <a:tailEnd/>
              </a:ln>
              <a:effectLst/>
            </p:spPr>
            <p:txBody>
              <a:bodyPr wrap="none"/>
              <a:lstStyle/>
              <a:p>
                <a:endParaRPr lang="zh-CN" altLang="en-US" sz="2800"/>
              </a:p>
            </p:txBody>
          </p:sp>
          <p:sp>
            <p:nvSpPr>
              <p:cNvPr id="171036" name="Freeform 28"/>
              <p:cNvSpPr>
                <a:spLocks/>
              </p:cNvSpPr>
              <p:nvPr/>
            </p:nvSpPr>
            <p:spPr bwMode="auto">
              <a:xfrm>
                <a:off x="2112" y="3168"/>
                <a:ext cx="672" cy="624"/>
              </a:xfrm>
              <a:custGeom>
                <a:avLst/>
                <a:gdLst/>
                <a:ahLst/>
                <a:cxnLst>
                  <a:cxn ang="0">
                    <a:pos x="672" y="0"/>
                  </a:cxn>
                  <a:cxn ang="0">
                    <a:pos x="432" y="96"/>
                  </a:cxn>
                  <a:cxn ang="0">
                    <a:pos x="240" y="528"/>
                  </a:cxn>
                  <a:cxn ang="0">
                    <a:pos x="0" y="624"/>
                  </a:cxn>
                </a:cxnLst>
                <a:rect l="0" t="0" r="r" b="b"/>
                <a:pathLst>
                  <a:path w="672" h="624">
                    <a:moveTo>
                      <a:pt x="672" y="0"/>
                    </a:moveTo>
                    <a:cubicBezTo>
                      <a:pt x="588" y="4"/>
                      <a:pt x="504" y="8"/>
                      <a:pt x="432" y="96"/>
                    </a:cubicBezTo>
                    <a:cubicBezTo>
                      <a:pt x="360" y="184"/>
                      <a:pt x="312" y="440"/>
                      <a:pt x="240" y="528"/>
                    </a:cubicBezTo>
                    <a:cubicBezTo>
                      <a:pt x="168" y="616"/>
                      <a:pt x="84" y="620"/>
                      <a:pt x="0" y="624"/>
                    </a:cubicBezTo>
                  </a:path>
                </a:pathLst>
              </a:custGeom>
              <a:noFill/>
              <a:ln w="34925" cap="flat" cmpd="sng">
                <a:solidFill>
                  <a:srgbClr val="0000FF"/>
                </a:solidFill>
                <a:prstDash val="solid"/>
                <a:round/>
                <a:headEnd/>
                <a:tailEnd/>
              </a:ln>
              <a:effectLst/>
            </p:spPr>
            <p:txBody>
              <a:bodyPr wrap="none"/>
              <a:lstStyle/>
              <a:p>
                <a:endParaRPr lang="zh-CN" altLang="en-US" sz="2800"/>
              </a:p>
            </p:txBody>
          </p:sp>
        </p:grpSp>
        <p:sp>
          <p:nvSpPr>
            <p:cNvPr id="171037" name="Text Box 29"/>
            <p:cNvSpPr txBox="1">
              <a:spLocks noChangeArrowheads="1"/>
            </p:cNvSpPr>
            <p:nvPr/>
          </p:nvSpPr>
          <p:spPr bwMode="auto">
            <a:xfrm>
              <a:off x="3216" y="3792"/>
              <a:ext cx="480" cy="330"/>
            </a:xfrm>
            <a:prstGeom prst="rect">
              <a:avLst/>
            </a:prstGeom>
            <a:noFill/>
            <a:ln w="9525">
              <a:noFill/>
              <a:miter lim="800000"/>
              <a:headEnd/>
              <a:tailEnd/>
            </a:ln>
            <a:effectLst/>
          </p:spPr>
          <p:txBody>
            <a:bodyPr>
              <a:spAutoFit/>
            </a:bodyPr>
            <a:lstStyle/>
            <a:p>
              <a:r>
                <a:rPr lang="en-US" altLang="zh-CN" sz="2800" b="0" i="1">
                  <a:solidFill>
                    <a:srgbClr val="1C1C1C"/>
                  </a:solidFill>
                </a:rPr>
                <a:t>O</a:t>
              </a:r>
            </a:p>
          </p:txBody>
        </p:sp>
        <p:sp>
          <p:nvSpPr>
            <p:cNvPr id="171041" name="Text Box 33"/>
            <p:cNvSpPr txBox="1">
              <a:spLocks noChangeArrowheads="1"/>
            </p:cNvSpPr>
            <p:nvPr/>
          </p:nvSpPr>
          <p:spPr bwMode="auto">
            <a:xfrm>
              <a:off x="541" y="2578"/>
              <a:ext cx="659" cy="1488"/>
            </a:xfrm>
            <a:prstGeom prst="rect">
              <a:avLst/>
            </a:prstGeom>
            <a:gradFill rotWithShape="0">
              <a:gsLst>
                <a:gs pos="0">
                  <a:schemeClr val="accent1"/>
                </a:gs>
                <a:gs pos="50000">
                  <a:schemeClr val="bg1"/>
                </a:gs>
                <a:gs pos="100000">
                  <a:schemeClr val="accent1"/>
                </a:gs>
              </a:gsLst>
              <a:lin ang="0" scaled="1"/>
            </a:gradFill>
            <a:ln w="9525">
              <a:solidFill>
                <a:schemeClr val="tx2"/>
              </a:solidFill>
              <a:miter lim="800000"/>
              <a:headEnd/>
              <a:tailEnd/>
            </a:ln>
            <a:effectLst/>
          </p:spPr>
          <p:txBody>
            <a:bodyPr vert="eaVert">
              <a:spAutoFit/>
            </a:bodyPr>
            <a:lstStyle/>
            <a:p>
              <a:pPr algn="ctr">
                <a:spcBef>
                  <a:spcPct val="50000"/>
                </a:spcBef>
              </a:pPr>
              <a:r>
                <a:rPr lang="zh-CN" altLang="en-US" sz="2800"/>
                <a:t>长直密绕螺线管轴线上磁场</a:t>
              </a:r>
            </a:p>
          </p:txBody>
        </p:sp>
        <p:sp>
          <p:nvSpPr>
            <p:cNvPr id="171043" name="Line 35"/>
            <p:cNvSpPr>
              <a:spLocks noChangeShapeType="1"/>
            </p:cNvSpPr>
            <p:nvPr/>
          </p:nvSpPr>
          <p:spPr bwMode="auto">
            <a:xfrm>
              <a:off x="4224" y="3490"/>
              <a:ext cx="0" cy="384"/>
            </a:xfrm>
            <a:prstGeom prst="line">
              <a:avLst/>
            </a:prstGeom>
            <a:noFill/>
            <a:ln w="28575">
              <a:solidFill>
                <a:schemeClr val="tx1"/>
              </a:solidFill>
              <a:prstDash val="dash"/>
              <a:round/>
              <a:headEnd/>
              <a:tailEnd/>
            </a:ln>
            <a:effectLst/>
          </p:spPr>
          <p:txBody>
            <a:bodyPr/>
            <a:lstStyle/>
            <a:p>
              <a:endParaRPr lang="zh-CN" altLang="en-US" sz="2800"/>
            </a:p>
          </p:txBody>
        </p:sp>
        <p:sp>
          <p:nvSpPr>
            <p:cNvPr id="171044" name="Line 36"/>
            <p:cNvSpPr>
              <a:spLocks noChangeShapeType="1"/>
            </p:cNvSpPr>
            <p:nvPr/>
          </p:nvSpPr>
          <p:spPr bwMode="auto">
            <a:xfrm>
              <a:off x="2544" y="3490"/>
              <a:ext cx="0" cy="384"/>
            </a:xfrm>
            <a:prstGeom prst="line">
              <a:avLst/>
            </a:prstGeom>
            <a:noFill/>
            <a:ln w="28575">
              <a:solidFill>
                <a:schemeClr val="tx1"/>
              </a:solidFill>
              <a:prstDash val="dash"/>
              <a:round/>
              <a:headEnd/>
              <a:tailEnd/>
            </a:ln>
            <a:effectLst/>
          </p:spPr>
          <p:txBody>
            <a:bodyPr/>
            <a:lstStyle/>
            <a:p>
              <a:endParaRPr lang="zh-CN" altLang="en-US" sz="2800"/>
            </a:p>
          </p:txBody>
        </p:sp>
        <p:graphicFrame>
          <p:nvGraphicFramePr>
            <p:cNvPr id="171045" name="Object 37"/>
            <p:cNvGraphicFramePr>
              <a:graphicFrameLocks noChangeAspect="1"/>
            </p:cNvGraphicFramePr>
            <p:nvPr/>
          </p:nvGraphicFramePr>
          <p:xfrm>
            <a:off x="2256" y="3816"/>
            <a:ext cx="480" cy="302"/>
          </p:xfrm>
          <a:graphic>
            <a:graphicData uri="http://schemas.openxmlformats.org/presentationml/2006/ole">
              <p:oleObj spid="_x0000_s1007623" name="Equation" r:id="rId10" imgW="342720" imgH="215640" progId="Equation.3">
                <p:embed/>
              </p:oleObj>
            </a:graphicData>
          </a:graphic>
        </p:graphicFrame>
        <p:graphicFrame>
          <p:nvGraphicFramePr>
            <p:cNvPr id="171046" name="Object 38"/>
            <p:cNvGraphicFramePr>
              <a:graphicFrameLocks noChangeAspect="1"/>
            </p:cNvGraphicFramePr>
            <p:nvPr/>
          </p:nvGraphicFramePr>
          <p:xfrm>
            <a:off x="4096" y="3826"/>
            <a:ext cx="320" cy="302"/>
          </p:xfrm>
          <a:graphic>
            <a:graphicData uri="http://schemas.openxmlformats.org/presentationml/2006/ole">
              <p:oleObj spid="_x0000_s1007624" name="Equation" r:id="rId11" imgW="228600" imgH="2156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1017"/>
                                        </p:tgtEl>
                                        <p:attrNameLst>
                                          <p:attrName>style.visibility</p:attrName>
                                        </p:attrNameLst>
                                      </p:cBhvr>
                                      <p:to>
                                        <p:strVal val="visible"/>
                                      </p:to>
                                    </p:set>
                                    <p:animEffect transition="in" filter="blinds(horizontal)">
                                      <p:cBhvr>
                                        <p:cTn id="17" dur="500"/>
                                        <p:tgtEl>
                                          <p:spTgt spid="1710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1012"/>
                                        </p:tgtEl>
                                        <p:attrNameLst>
                                          <p:attrName>style.visibility</p:attrName>
                                        </p:attrNameLst>
                                      </p:cBhvr>
                                      <p:to>
                                        <p:strVal val="visible"/>
                                      </p:to>
                                    </p:set>
                                    <p:animEffect transition="in" filter="blinds(horizontal)">
                                      <p:cBhvr>
                                        <p:cTn id="22" dur="500"/>
                                        <p:tgtEl>
                                          <p:spTgt spid="1710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1013"/>
                                        </p:tgtEl>
                                        <p:attrNameLst>
                                          <p:attrName>style.visibility</p:attrName>
                                        </p:attrNameLst>
                                      </p:cBhvr>
                                      <p:to>
                                        <p:strVal val="visible"/>
                                      </p:to>
                                    </p:set>
                                    <p:animEffect transition="in" filter="blinds(horizontal)">
                                      <p:cBhvr>
                                        <p:cTn id="27" dur="500"/>
                                        <p:tgtEl>
                                          <p:spTgt spid="1710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1011"/>
                                        </p:tgtEl>
                                        <p:attrNameLst>
                                          <p:attrName>style.visibility</p:attrName>
                                        </p:attrNameLst>
                                      </p:cBhvr>
                                      <p:to>
                                        <p:strVal val="visible"/>
                                      </p:to>
                                    </p:set>
                                    <p:animEffect transition="in" filter="blinds(horizontal)">
                                      <p:cBhvr>
                                        <p:cTn id="32" dur="500"/>
                                        <p:tgtEl>
                                          <p:spTgt spid="17101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ox(in)">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457200" y="685800"/>
            <a:ext cx="3200400"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一    磁 感 线</a:t>
            </a:r>
          </a:p>
        </p:txBody>
      </p:sp>
      <p:sp>
        <p:nvSpPr>
          <p:cNvPr id="157699" name="Text Box 3"/>
          <p:cNvSpPr txBox="1">
            <a:spLocks noChangeArrowheads="1"/>
          </p:cNvSpPr>
          <p:nvPr/>
        </p:nvSpPr>
        <p:spPr bwMode="auto">
          <a:xfrm>
            <a:off x="381000" y="1193800"/>
            <a:ext cx="8458200" cy="1701800"/>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800">
                <a:solidFill>
                  <a:schemeClr val="tx1"/>
                </a:solidFill>
              </a:rPr>
              <a:t>          </a:t>
            </a:r>
            <a:r>
              <a:rPr lang="zh-CN" altLang="en-US" sz="2800">
                <a:solidFill>
                  <a:srgbClr val="CC0000"/>
                </a:solidFill>
              </a:rPr>
              <a:t>规定</a:t>
            </a:r>
            <a:r>
              <a:rPr lang="zh-CN" altLang="en-US" sz="2800">
                <a:solidFill>
                  <a:schemeClr val="tx1"/>
                </a:solidFill>
              </a:rPr>
              <a:t>：曲线上每一点的</a:t>
            </a:r>
            <a:r>
              <a:rPr lang="zh-CN" altLang="en-US" sz="2800">
                <a:solidFill>
                  <a:srgbClr val="CC0000"/>
                </a:solidFill>
              </a:rPr>
              <a:t>切线</a:t>
            </a:r>
            <a:r>
              <a:rPr lang="zh-CN" altLang="en-US" sz="2800">
                <a:solidFill>
                  <a:schemeClr val="tx1"/>
                </a:solidFill>
              </a:rPr>
              <a:t>方向就是该点的磁感强度</a:t>
            </a:r>
            <a:r>
              <a:rPr lang="zh-CN" altLang="en-US" sz="2800" i="1">
                <a:solidFill>
                  <a:schemeClr val="tx1"/>
                </a:solidFill>
              </a:rPr>
              <a:t> </a:t>
            </a:r>
            <a:r>
              <a:rPr lang="en-US" altLang="zh-CN" sz="2800" i="1">
                <a:solidFill>
                  <a:schemeClr val="tx1"/>
                </a:solidFill>
              </a:rPr>
              <a:t>B </a:t>
            </a:r>
            <a:r>
              <a:rPr lang="zh-CN" altLang="en-US" sz="2800">
                <a:solidFill>
                  <a:schemeClr val="tx1"/>
                </a:solidFill>
              </a:rPr>
              <a:t>的</a:t>
            </a:r>
            <a:r>
              <a:rPr lang="zh-CN" altLang="en-US" sz="2800">
                <a:solidFill>
                  <a:srgbClr val="CC0000"/>
                </a:solidFill>
              </a:rPr>
              <a:t>方向</a:t>
            </a:r>
            <a:r>
              <a:rPr lang="zh-CN" altLang="en-US" sz="2800">
                <a:solidFill>
                  <a:schemeClr val="tx1"/>
                </a:solidFill>
              </a:rPr>
              <a:t>，曲线的</a:t>
            </a:r>
            <a:r>
              <a:rPr lang="zh-CN" altLang="en-US" sz="2800">
                <a:solidFill>
                  <a:srgbClr val="CC0000"/>
                </a:solidFill>
              </a:rPr>
              <a:t>疏密</a:t>
            </a:r>
            <a:r>
              <a:rPr lang="zh-CN" altLang="en-US" sz="2800">
                <a:solidFill>
                  <a:schemeClr val="tx1"/>
                </a:solidFill>
              </a:rPr>
              <a:t>程度表示该点的磁感强度 </a:t>
            </a:r>
            <a:r>
              <a:rPr lang="en-US" altLang="zh-CN" sz="2800" i="1">
                <a:solidFill>
                  <a:schemeClr val="tx1"/>
                </a:solidFill>
              </a:rPr>
              <a:t>B</a:t>
            </a:r>
            <a:r>
              <a:rPr lang="en-US" altLang="zh-CN" sz="2800">
                <a:solidFill>
                  <a:schemeClr val="tx1"/>
                </a:solidFill>
              </a:rPr>
              <a:t> </a:t>
            </a:r>
            <a:r>
              <a:rPr lang="zh-CN" altLang="en-US" sz="2800">
                <a:solidFill>
                  <a:schemeClr val="tx1"/>
                </a:solidFill>
              </a:rPr>
              <a:t>的</a:t>
            </a:r>
            <a:r>
              <a:rPr lang="zh-CN" altLang="en-US" sz="2800">
                <a:solidFill>
                  <a:srgbClr val="CC0000"/>
                </a:solidFill>
              </a:rPr>
              <a:t>大小.</a:t>
            </a:r>
            <a:endParaRPr lang="zh-CN" altLang="en-US" sz="2800">
              <a:solidFill>
                <a:schemeClr val="tx1"/>
              </a:solidFill>
            </a:endParaRPr>
          </a:p>
        </p:txBody>
      </p:sp>
      <p:grpSp>
        <p:nvGrpSpPr>
          <p:cNvPr id="2" name="Group 4"/>
          <p:cNvGrpSpPr>
            <a:grpSpLocks/>
          </p:cNvGrpSpPr>
          <p:nvPr/>
        </p:nvGrpSpPr>
        <p:grpSpPr bwMode="auto">
          <a:xfrm>
            <a:off x="446088" y="3124200"/>
            <a:ext cx="2689225" cy="3276600"/>
            <a:chOff x="281" y="2112"/>
            <a:chExt cx="1694" cy="1968"/>
          </a:xfrm>
        </p:grpSpPr>
        <p:pic>
          <p:nvPicPr>
            <p:cNvPr id="157701" name="Picture 5" descr="C:\My Documents\xx1.jpg"/>
            <p:cNvPicPr>
              <a:picLocks noChangeAspect="1" noChangeArrowheads="1"/>
            </p:cNvPicPr>
            <p:nvPr/>
          </p:nvPicPr>
          <p:blipFill>
            <a:blip r:embed="rId2"/>
            <a:srcRect/>
            <a:stretch>
              <a:fillRect/>
            </a:stretch>
          </p:blipFill>
          <p:spPr bwMode="auto">
            <a:xfrm>
              <a:off x="281" y="2112"/>
              <a:ext cx="1694" cy="1968"/>
            </a:xfrm>
            <a:prstGeom prst="rect">
              <a:avLst/>
            </a:prstGeom>
            <a:solidFill>
              <a:schemeClr val="accent2"/>
            </a:solidFill>
            <a:ln w="19050">
              <a:solidFill>
                <a:srgbClr val="0000FF"/>
              </a:solidFill>
              <a:miter lim="800000"/>
              <a:headEnd/>
              <a:tailEnd/>
            </a:ln>
          </p:spPr>
        </p:pic>
        <p:sp>
          <p:nvSpPr>
            <p:cNvPr id="157702" name="Rectangle 6"/>
            <p:cNvSpPr>
              <a:spLocks noChangeArrowheads="1"/>
            </p:cNvSpPr>
            <p:nvPr/>
          </p:nvSpPr>
          <p:spPr bwMode="auto">
            <a:xfrm>
              <a:off x="1152" y="2160"/>
              <a:ext cx="192" cy="384"/>
            </a:xfrm>
            <a:prstGeom prst="rect">
              <a:avLst/>
            </a:prstGeom>
            <a:solidFill>
              <a:srgbClr val="FFFFFF"/>
            </a:solidFill>
            <a:ln w="9525">
              <a:noFill/>
              <a:miter lim="800000"/>
              <a:headEnd/>
              <a:tailEnd/>
            </a:ln>
            <a:effectLst/>
          </p:spPr>
          <p:txBody>
            <a:bodyPr wrap="none" anchor="ctr"/>
            <a:lstStyle/>
            <a:p>
              <a:endParaRPr lang="zh-CN" altLang="en-US" sz="2800"/>
            </a:p>
          </p:txBody>
        </p:sp>
        <p:sp>
          <p:nvSpPr>
            <p:cNvPr id="157703" name="Line 7"/>
            <p:cNvSpPr>
              <a:spLocks noChangeShapeType="1"/>
            </p:cNvSpPr>
            <p:nvPr/>
          </p:nvSpPr>
          <p:spPr bwMode="auto">
            <a:xfrm flipV="1">
              <a:off x="1200" y="2256"/>
              <a:ext cx="0" cy="336"/>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57704" name="Text Box 8"/>
            <p:cNvSpPr txBox="1">
              <a:spLocks noChangeArrowheads="1"/>
            </p:cNvSpPr>
            <p:nvPr/>
          </p:nvSpPr>
          <p:spPr bwMode="auto">
            <a:xfrm>
              <a:off x="1248" y="2256"/>
              <a:ext cx="240" cy="314"/>
            </a:xfrm>
            <a:prstGeom prst="rect">
              <a:avLst/>
            </a:prstGeom>
            <a:noFill/>
            <a:ln w="9525">
              <a:noFill/>
              <a:miter lim="800000"/>
              <a:headEnd/>
              <a:tailEnd/>
            </a:ln>
            <a:effectLst/>
          </p:spPr>
          <p:txBody>
            <a:bodyPr>
              <a:spAutoFit/>
            </a:bodyPr>
            <a:lstStyle/>
            <a:p>
              <a:pPr>
                <a:spcBef>
                  <a:spcPct val="50000"/>
                </a:spcBef>
              </a:pPr>
              <a:r>
                <a:rPr lang="en-US" altLang="zh-CN" sz="2800" i="1">
                  <a:solidFill>
                    <a:srgbClr val="CC0000"/>
                  </a:solidFill>
                </a:rPr>
                <a:t>I</a:t>
              </a:r>
            </a:p>
          </p:txBody>
        </p:sp>
      </p:grpSp>
      <p:grpSp>
        <p:nvGrpSpPr>
          <p:cNvPr id="3" name="Group 9"/>
          <p:cNvGrpSpPr>
            <a:grpSpLocks/>
          </p:cNvGrpSpPr>
          <p:nvPr/>
        </p:nvGrpSpPr>
        <p:grpSpPr bwMode="auto">
          <a:xfrm>
            <a:off x="3276600" y="2971800"/>
            <a:ext cx="2619375" cy="3429000"/>
            <a:chOff x="2064" y="2016"/>
            <a:chExt cx="1650" cy="2064"/>
          </a:xfrm>
        </p:grpSpPr>
        <p:pic>
          <p:nvPicPr>
            <p:cNvPr id="157706" name="Picture 10" descr="C:\My Documents\xx2.jpg"/>
            <p:cNvPicPr>
              <a:picLocks noChangeAspect="1" noChangeArrowheads="1"/>
            </p:cNvPicPr>
            <p:nvPr/>
          </p:nvPicPr>
          <p:blipFill>
            <a:blip r:embed="rId3"/>
            <a:srcRect/>
            <a:stretch>
              <a:fillRect/>
            </a:stretch>
          </p:blipFill>
          <p:spPr bwMode="auto">
            <a:xfrm>
              <a:off x="2064" y="2016"/>
              <a:ext cx="1650" cy="2064"/>
            </a:xfrm>
            <a:prstGeom prst="rect">
              <a:avLst/>
            </a:prstGeom>
            <a:noFill/>
            <a:ln w="19050">
              <a:solidFill>
                <a:srgbClr val="0000FF"/>
              </a:solidFill>
              <a:miter lim="800000"/>
              <a:headEnd/>
              <a:tailEnd/>
            </a:ln>
          </p:spPr>
        </p:pic>
        <p:grpSp>
          <p:nvGrpSpPr>
            <p:cNvPr id="4" name="Group 11"/>
            <p:cNvGrpSpPr>
              <a:grpSpLocks/>
            </p:cNvGrpSpPr>
            <p:nvPr/>
          </p:nvGrpSpPr>
          <p:grpSpPr bwMode="auto">
            <a:xfrm>
              <a:off x="2976" y="2112"/>
              <a:ext cx="269" cy="480"/>
              <a:chOff x="2976" y="2112"/>
              <a:chExt cx="269" cy="480"/>
            </a:xfrm>
          </p:grpSpPr>
          <p:sp>
            <p:nvSpPr>
              <p:cNvPr id="157708" name="Rectangle 12"/>
              <p:cNvSpPr>
                <a:spLocks noChangeArrowheads="1"/>
              </p:cNvSpPr>
              <p:nvPr/>
            </p:nvSpPr>
            <p:spPr bwMode="auto">
              <a:xfrm>
                <a:off x="2976" y="2112"/>
                <a:ext cx="240" cy="480"/>
              </a:xfrm>
              <a:prstGeom prst="rect">
                <a:avLst/>
              </a:prstGeom>
              <a:solidFill>
                <a:srgbClr val="FFFFFF"/>
              </a:solidFill>
              <a:ln w="9525">
                <a:noFill/>
                <a:miter lim="800000"/>
                <a:headEnd/>
                <a:tailEnd/>
              </a:ln>
              <a:effectLst/>
            </p:spPr>
            <p:txBody>
              <a:bodyPr wrap="none" anchor="ctr"/>
              <a:lstStyle/>
              <a:p>
                <a:endParaRPr lang="zh-CN" altLang="en-US" sz="2800"/>
              </a:p>
            </p:txBody>
          </p:sp>
          <p:sp>
            <p:nvSpPr>
              <p:cNvPr id="157709" name="Line 13"/>
              <p:cNvSpPr>
                <a:spLocks noChangeShapeType="1"/>
              </p:cNvSpPr>
              <p:nvPr/>
            </p:nvSpPr>
            <p:spPr bwMode="auto">
              <a:xfrm flipV="1">
                <a:off x="3024" y="2112"/>
                <a:ext cx="0" cy="384"/>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57710" name="Rectangle 14"/>
              <p:cNvSpPr>
                <a:spLocks noChangeArrowheads="1"/>
              </p:cNvSpPr>
              <p:nvPr/>
            </p:nvSpPr>
            <p:spPr bwMode="auto">
              <a:xfrm>
                <a:off x="3072" y="2159"/>
                <a:ext cx="173" cy="315"/>
              </a:xfrm>
              <a:prstGeom prst="rect">
                <a:avLst/>
              </a:prstGeom>
              <a:noFill/>
              <a:ln w="9525">
                <a:noFill/>
                <a:miter lim="800000"/>
                <a:headEnd/>
                <a:tailEnd/>
              </a:ln>
              <a:effectLst/>
            </p:spPr>
            <p:txBody>
              <a:bodyPr wrap="none">
                <a:spAutoFit/>
              </a:bodyPr>
              <a:lstStyle/>
              <a:p>
                <a:pPr>
                  <a:spcBef>
                    <a:spcPct val="50000"/>
                  </a:spcBef>
                </a:pPr>
                <a:r>
                  <a:rPr lang="en-US" altLang="zh-CN" sz="2800" i="1">
                    <a:solidFill>
                      <a:srgbClr val="CC0000"/>
                    </a:solidFill>
                  </a:rPr>
                  <a:t>I</a:t>
                </a:r>
              </a:p>
            </p:txBody>
          </p:sp>
        </p:grpSp>
      </p:grpSp>
      <p:grpSp>
        <p:nvGrpSpPr>
          <p:cNvPr id="5" name="Group 15"/>
          <p:cNvGrpSpPr>
            <a:grpSpLocks/>
          </p:cNvGrpSpPr>
          <p:nvPr/>
        </p:nvGrpSpPr>
        <p:grpSpPr bwMode="auto">
          <a:xfrm>
            <a:off x="6019800" y="2819400"/>
            <a:ext cx="2719388" cy="3581400"/>
            <a:chOff x="3792" y="1920"/>
            <a:chExt cx="1713" cy="2256"/>
          </a:xfrm>
        </p:grpSpPr>
        <p:pic>
          <p:nvPicPr>
            <p:cNvPr id="157712" name="Picture 16" descr="C:\My Documents\xx6.jpg"/>
            <p:cNvPicPr>
              <a:picLocks noChangeAspect="1" noChangeArrowheads="1"/>
            </p:cNvPicPr>
            <p:nvPr/>
          </p:nvPicPr>
          <p:blipFill>
            <a:blip r:embed="rId4"/>
            <a:srcRect/>
            <a:stretch>
              <a:fillRect/>
            </a:stretch>
          </p:blipFill>
          <p:spPr bwMode="auto">
            <a:xfrm>
              <a:off x="3792" y="1920"/>
              <a:ext cx="1713" cy="2256"/>
            </a:xfrm>
            <a:prstGeom prst="rect">
              <a:avLst/>
            </a:prstGeom>
            <a:noFill/>
            <a:ln w="19050">
              <a:solidFill>
                <a:srgbClr val="0000FF"/>
              </a:solidFill>
              <a:miter lim="800000"/>
              <a:headEnd/>
              <a:tailEnd/>
            </a:ln>
          </p:spPr>
        </p:pic>
        <p:sp>
          <p:nvSpPr>
            <p:cNvPr id="157713" name="Rectangle 17"/>
            <p:cNvSpPr>
              <a:spLocks noChangeArrowheads="1"/>
            </p:cNvSpPr>
            <p:nvPr/>
          </p:nvSpPr>
          <p:spPr bwMode="auto">
            <a:xfrm>
              <a:off x="4320" y="1968"/>
              <a:ext cx="240" cy="432"/>
            </a:xfrm>
            <a:prstGeom prst="rect">
              <a:avLst/>
            </a:prstGeom>
            <a:solidFill>
              <a:srgbClr val="FFFFFF"/>
            </a:solidFill>
            <a:ln w="9525">
              <a:noFill/>
              <a:miter lim="800000"/>
              <a:headEnd/>
              <a:tailEnd/>
            </a:ln>
            <a:effectLst/>
          </p:spPr>
          <p:txBody>
            <a:bodyPr wrap="none" anchor="ctr"/>
            <a:lstStyle/>
            <a:p>
              <a:endParaRPr lang="zh-CN" altLang="en-US" sz="2800"/>
            </a:p>
          </p:txBody>
        </p:sp>
        <p:sp>
          <p:nvSpPr>
            <p:cNvPr id="157714" name="Line 18"/>
            <p:cNvSpPr>
              <a:spLocks noChangeShapeType="1"/>
            </p:cNvSpPr>
            <p:nvPr/>
          </p:nvSpPr>
          <p:spPr bwMode="auto">
            <a:xfrm flipV="1">
              <a:off x="4512" y="1968"/>
              <a:ext cx="0" cy="384"/>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57715" name="Rectangle 19"/>
            <p:cNvSpPr>
              <a:spLocks noChangeArrowheads="1"/>
            </p:cNvSpPr>
            <p:nvPr/>
          </p:nvSpPr>
          <p:spPr bwMode="auto">
            <a:xfrm>
              <a:off x="4272" y="2016"/>
              <a:ext cx="173"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rgbClr val="CC0000"/>
                  </a:solidFill>
                </a:rPr>
                <a:t>I</a:t>
              </a:r>
            </a:p>
          </p:txBody>
        </p:sp>
      </p:grpSp>
      <p:sp>
        <p:nvSpPr>
          <p:cNvPr id="20" name="Rectangle 16"/>
          <p:cNvSpPr>
            <a:spLocks noChangeArrowheads="1"/>
          </p:cNvSpPr>
          <p:nvPr/>
        </p:nvSpPr>
        <p:spPr bwMode="auto">
          <a:xfrm>
            <a:off x="152400" y="152400"/>
            <a:ext cx="67818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-5 </a:t>
            </a:r>
            <a:r>
              <a:rPr lang="zh-CN" altLang="en-US" sz="3600" b="1" dirty="0" smtClean="0">
                <a:solidFill>
                  <a:srgbClr val="000066"/>
                </a:solidFill>
                <a:latin typeface="+mj-ea"/>
                <a:ea typeface="+mj-ea"/>
              </a:rPr>
              <a:t>磁通量 磁场的高斯定理</a:t>
            </a:r>
            <a:endParaRPr lang="en-US" altLang="zh-CN" sz="3600" b="1" dirty="0">
              <a:solidFill>
                <a:srgbClr val="000066"/>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7699"/>
                                        </p:tgtEl>
                                        <p:attrNameLst>
                                          <p:attrName>style.visibility</p:attrName>
                                        </p:attrNameLst>
                                      </p:cBhvr>
                                      <p:to>
                                        <p:strVal val="visible"/>
                                      </p:to>
                                    </p:set>
                                    <p:animEffect transition="in" filter="box(out)">
                                      <p:cBhvr>
                                        <p:cTn id="7" dur="500"/>
                                        <p:tgtEl>
                                          <p:spTgt spid="15769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ou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228600" y="3657600"/>
            <a:ext cx="5486400"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二   磁通量  磁场的高斯定理</a:t>
            </a:r>
            <a:endParaRPr lang="zh-CN" altLang="en-US" sz="2800">
              <a:solidFill>
                <a:schemeClr val="tx1"/>
              </a:solidFill>
            </a:endParaRPr>
          </a:p>
        </p:txBody>
      </p:sp>
      <p:grpSp>
        <p:nvGrpSpPr>
          <p:cNvPr id="2" name="Group 3"/>
          <p:cNvGrpSpPr>
            <a:grpSpLocks/>
          </p:cNvGrpSpPr>
          <p:nvPr/>
        </p:nvGrpSpPr>
        <p:grpSpPr bwMode="auto">
          <a:xfrm>
            <a:off x="609600" y="4419600"/>
            <a:ext cx="3505200" cy="1981200"/>
            <a:chOff x="576" y="2832"/>
            <a:chExt cx="2208" cy="1248"/>
          </a:xfrm>
        </p:grpSpPr>
        <p:sp>
          <p:nvSpPr>
            <p:cNvPr id="158724" name="Rectangle 4"/>
            <p:cNvSpPr>
              <a:spLocks noChangeArrowheads="1"/>
            </p:cNvSpPr>
            <p:nvPr/>
          </p:nvSpPr>
          <p:spPr bwMode="auto">
            <a:xfrm>
              <a:off x="576" y="2832"/>
              <a:ext cx="2208" cy="1248"/>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sp>
          <p:nvSpPr>
            <p:cNvPr id="158725" name="Line 5"/>
            <p:cNvSpPr>
              <a:spLocks noChangeShapeType="1"/>
            </p:cNvSpPr>
            <p:nvPr/>
          </p:nvSpPr>
          <p:spPr bwMode="auto">
            <a:xfrm>
              <a:off x="816" y="2976"/>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26" name="Line 6"/>
            <p:cNvSpPr>
              <a:spLocks noChangeShapeType="1"/>
            </p:cNvSpPr>
            <p:nvPr/>
          </p:nvSpPr>
          <p:spPr bwMode="auto">
            <a:xfrm>
              <a:off x="912" y="3072"/>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27" name="Line 7"/>
            <p:cNvSpPr>
              <a:spLocks noChangeShapeType="1"/>
            </p:cNvSpPr>
            <p:nvPr/>
          </p:nvSpPr>
          <p:spPr bwMode="auto">
            <a:xfrm>
              <a:off x="1008" y="3168"/>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28" name="Line 8"/>
            <p:cNvSpPr>
              <a:spLocks noChangeShapeType="1"/>
            </p:cNvSpPr>
            <p:nvPr/>
          </p:nvSpPr>
          <p:spPr bwMode="auto">
            <a:xfrm>
              <a:off x="816" y="3264"/>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29" name="Line 9"/>
            <p:cNvSpPr>
              <a:spLocks noChangeShapeType="1"/>
            </p:cNvSpPr>
            <p:nvPr/>
          </p:nvSpPr>
          <p:spPr bwMode="auto">
            <a:xfrm>
              <a:off x="912" y="3360"/>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30" name="Line 10"/>
            <p:cNvSpPr>
              <a:spLocks noChangeShapeType="1"/>
            </p:cNvSpPr>
            <p:nvPr/>
          </p:nvSpPr>
          <p:spPr bwMode="auto">
            <a:xfrm>
              <a:off x="1008" y="3456"/>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31" name="Line 11"/>
            <p:cNvSpPr>
              <a:spLocks noChangeShapeType="1"/>
            </p:cNvSpPr>
            <p:nvPr/>
          </p:nvSpPr>
          <p:spPr bwMode="auto">
            <a:xfrm>
              <a:off x="816" y="3552"/>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32" name="Line 12"/>
            <p:cNvSpPr>
              <a:spLocks noChangeShapeType="1"/>
            </p:cNvSpPr>
            <p:nvPr/>
          </p:nvSpPr>
          <p:spPr bwMode="auto">
            <a:xfrm>
              <a:off x="912" y="3648"/>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33" name="Line 13"/>
            <p:cNvSpPr>
              <a:spLocks noChangeShapeType="1"/>
            </p:cNvSpPr>
            <p:nvPr/>
          </p:nvSpPr>
          <p:spPr bwMode="auto">
            <a:xfrm>
              <a:off x="1008" y="3744"/>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34" name="Line 14"/>
            <p:cNvSpPr>
              <a:spLocks noChangeShapeType="1"/>
            </p:cNvSpPr>
            <p:nvPr/>
          </p:nvSpPr>
          <p:spPr bwMode="auto">
            <a:xfrm>
              <a:off x="816" y="3840"/>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sp>
          <p:nvSpPr>
            <p:cNvPr id="158735" name="Line 15"/>
            <p:cNvSpPr>
              <a:spLocks noChangeShapeType="1"/>
            </p:cNvSpPr>
            <p:nvPr/>
          </p:nvSpPr>
          <p:spPr bwMode="auto">
            <a:xfrm>
              <a:off x="912" y="3936"/>
              <a:ext cx="1536" cy="0"/>
            </a:xfrm>
            <a:prstGeom prst="line">
              <a:avLst/>
            </a:prstGeom>
            <a:noFill/>
            <a:ln w="12700">
              <a:solidFill>
                <a:srgbClr val="6600FF"/>
              </a:solidFill>
              <a:round/>
              <a:headEnd/>
              <a:tailEnd type="triangle" w="sm" len="lg"/>
            </a:ln>
            <a:effectLst/>
          </p:spPr>
          <p:txBody>
            <a:bodyPr wrap="none" anchor="ctr"/>
            <a:lstStyle/>
            <a:p>
              <a:endParaRPr lang="zh-CN" altLang="en-US" sz="2800"/>
            </a:p>
          </p:txBody>
        </p:sp>
        <p:graphicFrame>
          <p:nvGraphicFramePr>
            <p:cNvPr id="158736" name="Object 16"/>
            <p:cNvGraphicFramePr>
              <a:graphicFrameLocks noChangeAspect="1"/>
            </p:cNvGraphicFramePr>
            <p:nvPr/>
          </p:nvGraphicFramePr>
          <p:xfrm>
            <a:off x="1872" y="2928"/>
            <a:ext cx="276" cy="348"/>
          </p:xfrm>
          <a:graphic>
            <a:graphicData uri="http://schemas.openxmlformats.org/presentationml/2006/ole">
              <p:oleObj spid="_x0000_s1022982" name="公式" r:id="rId3" imgW="152280" imgH="190440" progId="Equation.3">
                <p:embed/>
              </p:oleObj>
            </a:graphicData>
          </a:graphic>
        </p:graphicFrame>
      </p:grpSp>
      <p:graphicFrame>
        <p:nvGraphicFramePr>
          <p:cNvPr id="158737" name="Object 17"/>
          <p:cNvGraphicFramePr>
            <a:graphicFrameLocks noChangeAspect="1"/>
          </p:cNvGraphicFramePr>
          <p:nvPr/>
        </p:nvGraphicFramePr>
        <p:xfrm>
          <a:off x="5867400" y="3581400"/>
          <a:ext cx="1600200" cy="1035050"/>
        </p:xfrm>
        <a:graphic>
          <a:graphicData uri="http://schemas.openxmlformats.org/presentationml/2006/ole">
            <p:oleObj spid="_x0000_s1022978" name="Equation" r:id="rId4" imgW="533160" imgH="393480" progId="Equation.3">
              <p:embed/>
            </p:oleObj>
          </a:graphicData>
        </a:graphic>
      </p:graphicFrame>
      <p:grpSp>
        <p:nvGrpSpPr>
          <p:cNvPr id="3" name="Group 18"/>
          <p:cNvGrpSpPr>
            <a:grpSpLocks/>
          </p:cNvGrpSpPr>
          <p:nvPr/>
        </p:nvGrpSpPr>
        <p:grpSpPr bwMode="auto">
          <a:xfrm>
            <a:off x="1600200" y="4724400"/>
            <a:ext cx="876300" cy="1219200"/>
            <a:chOff x="1200" y="3024"/>
            <a:chExt cx="552" cy="768"/>
          </a:xfrm>
        </p:grpSpPr>
        <p:grpSp>
          <p:nvGrpSpPr>
            <p:cNvPr id="4" name="Group 19"/>
            <p:cNvGrpSpPr>
              <a:grpSpLocks/>
            </p:cNvGrpSpPr>
            <p:nvPr/>
          </p:nvGrpSpPr>
          <p:grpSpPr bwMode="auto">
            <a:xfrm>
              <a:off x="1248" y="3024"/>
              <a:ext cx="504" cy="768"/>
              <a:chOff x="1248" y="3024"/>
              <a:chExt cx="504" cy="768"/>
            </a:xfrm>
          </p:grpSpPr>
          <p:sp>
            <p:nvSpPr>
              <p:cNvPr id="158740" name="AutoShape 20"/>
              <p:cNvSpPr>
                <a:spLocks noChangeArrowheads="1"/>
              </p:cNvSpPr>
              <p:nvPr/>
            </p:nvSpPr>
            <p:spPr bwMode="auto">
              <a:xfrm rot="-5047272">
                <a:off x="1176" y="3288"/>
                <a:ext cx="576" cy="432"/>
              </a:xfrm>
              <a:prstGeom prst="parallelogram">
                <a:avLst>
                  <a:gd name="adj" fmla="val 23469"/>
                </a:avLst>
              </a:prstGeom>
              <a:solidFill>
                <a:srgbClr val="FFE7FF"/>
              </a:solidFill>
              <a:ln w="19050">
                <a:solidFill>
                  <a:srgbClr val="D60093"/>
                </a:solidFill>
                <a:miter lim="800000"/>
                <a:headEnd/>
                <a:tailEnd/>
              </a:ln>
              <a:effectLst/>
            </p:spPr>
            <p:txBody>
              <a:bodyPr wrap="none" anchor="ctr"/>
              <a:lstStyle/>
              <a:p>
                <a:endParaRPr lang="zh-CN" altLang="en-US" sz="2800"/>
              </a:p>
            </p:txBody>
          </p:sp>
          <p:graphicFrame>
            <p:nvGraphicFramePr>
              <p:cNvPr id="158741" name="Object 21"/>
              <p:cNvGraphicFramePr>
                <a:graphicFrameLocks noChangeAspect="1"/>
              </p:cNvGraphicFramePr>
              <p:nvPr/>
            </p:nvGraphicFramePr>
            <p:xfrm>
              <a:off x="1392" y="3024"/>
              <a:ext cx="360" cy="278"/>
            </p:xfrm>
            <a:graphic>
              <a:graphicData uri="http://schemas.openxmlformats.org/presentationml/2006/ole">
                <p:oleObj spid="_x0000_s1022981" name="公式" r:id="rId5" imgW="228600" imgH="177480" progId="Equation.3">
                  <p:embed/>
                </p:oleObj>
              </a:graphicData>
            </a:graphic>
          </p:graphicFrame>
        </p:grpSp>
        <p:sp>
          <p:nvSpPr>
            <p:cNvPr id="158742" name="Line 22"/>
            <p:cNvSpPr>
              <a:spLocks noChangeShapeType="1"/>
            </p:cNvSpPr>
            <p:nvPr/>
          </p:nvSpPr>
          <p:spPr bwMode="auto">
            <a:xfrm>
              <a:off x="1248" y="3552"/>
              <a:ext cx="240" cy="0"/>
            </a:xfrm>
            <a:prstGeom prst="line">
              <a:avLst/>
            </a:prstGeom>
            <a:noFill/>
            <a:ln w="9525">
              <a:solidFill>
                <a:srgbClr val="9900CC"/>
              </a:solidFill>
              <a:round/>
              <a:headEnd/>
              <a:tailEnd type="none" w="sm" len="lg"/>
            </a:ln>
            <a:effectLst/>
          </p:spPr>
          <p:txBody>
            <a:bodyPr wrap="none" anchor="ctr"/>
            <a:lstStyle/>
            <a:p>
              <a:endParaRPr lang="zh-CN" altLang="en-US" sz="2800"/>
            </a:p>
          </p:txBody>
        </p:sp>
        <p:sp>
          <p:nvSpPr>
            <p:cNvPr id="158743" name="Line 23"/>
            <p:cNvSpPr>
              <a:spLocks noChangeShapeType="1"/>
            </p:cNvSpPr>
            <p:nvPr/>
          </p:nvSpPr>
          <p:spPr bwMode="auto">
            <a:xfrm>
              <a:off x="1200" y="3648"/>
              <a:ext cx="384" cy="0"/>
            </a:xfrm>
            <a:prstGeom prst="line">
              <a:avLst/>
            </a:prstGeom>
            <a:noFill/>
            <a:ln w="9525">
              <a:solidFill>
                <a:srgbClr val="9900CC"/>
              </a:solidFill>
              <a:round/>
              <a:headEnd/>
              <a:tailEnd type="none" w="sm" len="lg"/>
            </a:ln>
            <a:effectLst/>
          </p:spPr>
          <p:txBody>
            <a:bodyPr wrap="none" anchor="ctr"/>
            <a:lstStyle/>
            <a:p>
              <a:endParaRPr lang="zh-CN" altLang="en-US" sz="2800"/>
            </a:p>
          </p:txBody>
        </p:sp>
        <p:sp>
          <p:nvSpPr>
            <p:cNvPr id="158744" name="Line 24"/>
            <p:cNvSpPr>
              <a:spLocks noChangeShapeType="1"/>
            </p:cNvSpPr>
            <p:nvPr/>
          </p:nvSpPr>
          <p:spPr bwMode="auto">
            <a:xfrm>
              <a:off x="1248" y="3456"/>
              <a:ext cx="384" cy="0"/>
            </a:xfrm>
            <a:prstGeom prst="line">
              <a:avLst/>
            </a:prstGeom>
            <a:noFill/>
            <a:ln w="9525">
              <a:solidFill>
                <a:srgbClr val="9900CC"/>
              </a:solidFill>
              <a:round/>
              <a:headEnd/>
              <a:tailEnd type="none" w="sm" len="lg"/>
            </a:ln>
            <a:effectLst/>
          </p:spPr>
          <p:txBody>
            <a:bodyPr wrap="none" anchor="ctr"/>
            <a:lstStyle/>
            <a:p>
              <a:endParaRPr lang="zh-CN" altLang="en-US" sz="2800"/>
            </a:p>
          </p:txBody>
        </p:sp>
        <p:sp>
          <p:nvSpPr>
            <p:cNvPr id="158745" name="Line 25"/>
            <p:cNvSpPr>
              <a:spLocks noChangeShapeType="1"/>
            </p:cNvSpPr>
            <p:nvPr/>
          </p:nvSpPr>
          <p:spPr bwMode="auto">
            <a:xfrm>
              <a:off x="1440" y="3744"/>
              <a:ext cx="192" cy="0"/>
            </a:xfrm>
            <a:prstGeom prst="line">
              <a:avLst/>
            </a:prstGeom>
            <a:noFill/>
            <a:ln w="9525">
              <a:solidFill>
                <a:srgbClr val="9900CC"/>
              </a:solidFill>
              <a:round/>
              <a:headEnd/>
              <a:tailEnd type="none" w="sm" len="lg"/>
            </a:ln>
            <a:effectLst/>
          </p:spPr>
          <p:txBody>
            <a:bodyPr wrap="none" anchor="ctr"/>
            <a:lstStyle/>
            <a:p>
              <a:endParaRPr lang="zh-CN" altLang="en-US" sz="2800"/>
            </a:p>
          </p:txBody>
        </p:sp>
        <p:sp>
          <p:nvSpPr>
            <p:cNvPr id="158746" name="Line 26"/>
            <p:cNvSpPr>
              <a:spLocks noChangeShapeType="1"/>
            </p:cNvSpPr>
            <p:nvPr/>
          </p:nvSpPr>
          <p:spPr bwMode="auto">
            <a:xfrm>
              <a:off x="1248" y="3360"/>
              <a:ext cx="240" cy="0"/>
            </a:xfrm>
            <a:prstGeom prst="line">
              <a:avLst/>
            </a:prstGeom>
            <a:noFill/>
            <a:ln w="9525">
              <a:solidFill>
                <a:srgbClr val="9900CC"/>
              </a:solidFill>
              <a:round/>
              <a:headEnd/>
              <a:tailEnd type="none" w="sm" len="lg"/>
            </a:ln>
            <a:effectLst/>
          </p:spPr>
          <p:txBody>
            <a:bodyPr wrap="none" anchor="ctr"/>
            <a:lstStyle/>
            <a:p>
              <a:endParaRPr lang="zh-CN" altLang="en-US" sz="2800"/>
            </a:p>
          </p:txBody>
        </p:sp>
        <p:sp>
          <p:nvSpPr>
            <p:cNvPr id="158747" name="Line 27"/>
            <p:cNvSpPr>
              <a:spLocks noChangeShapeType="1"/>
            </p:cNvSpPr>
            <p:nvPr/>
          </p:nvSpPr>
          <p:spPr bwMode="auto">
            <a:xfrm>
              <a:off x="1248" y="3264"/>
              <a:ext cx="96" cy="0"/>
            </a:xfrm>
            <a:prstGeom prst="line">
              <a:avLst/>
            </a:prstGeom>
            <a:noFill/>
            <a:ln w="9525">
              <a:solidFill>
                <a:srgbClr val="9900CC"/>
              </a:solidFill>
              <a:round/>
              <a:headEnd/>
              <a:tailEnd type="none" w="sm" len="lg"/>
            </a:ln>
            <a:effectLst/>
          </p:spPr>
          <p:txBody>
            <a:bodyPr wrap="none" anchor="ctr"/>
            <a:lstStyle/>
            <a:p>
              <a:endParaRPr lang="zh-CN" altLang="en-US" sz="2800"/>
            </a:p>
          </p:txBody>
        </p:sp>
      </p:grpSp>
      <p:grpSp>
        <p:nvGrpSpPr>
          <p:cNvPr id="5" name="Group 28"/>
          <p:cNvGrpSpPr>
            <a:grpSpLocks/>
          </p:cNvGrpSpPr>
          <p:nvPr/>
        </p:nvGrpSpPr>
        <p:grpSpPr bwMode="auto">
          <a:xfrm>
            <a:off x="685800" y="762000"/>
            <a:ext cx="3048000" cy="2743200"/>
            <a:chOff x="432" y="480"/>
            <a:chExt cx="1920" cy="1728"/>
          </a:xfrm>
        </p:grpSpPr>
        <p:pic>
          <p:nvPicPr>
            <p:cNvPr id="158749" name="Picture 29" descr="C:\My Documents\xx3.bmp"/>
            <p:cNvPicPr preferRelativeResize="0">
              <a:picLocks noChangeAspect="1" noChangeArrowheads="1"/>
            </p:cNvPicPr>
            <p:nvPr/>
          </p:nvPicPr>
          <p:blipFill>
            <a:blip r:embed="rId6"/>
            <a:srcRect/>
            <a:stretch>
              <a:fillRect/>
            </a:stretch>
          </p:blipFill>
          <p:spPr bwMode="auto">
            <a:xfrm>
              <a:off x="432" y="480"/>
              <a:ext cx="1920" cy="1728"/>
            </a:xfrm>
            <a:prstGeom prst="rect">
              <a:avLst/>
            </a:prstGeom>
            <a:noFill/>
            <a:ln w="19050">
              <a:solidFill>
                <a:schemeClr val="tx2"/>
              </a:solidFill>
              <a:miter lim="800000"/>
              <a:headEnd/>
              <a:tailEnd/>
            </a:ln>
          </p:spPr>
        </p:pic>
        <p:sp>
          <p:nvSpPr>
            <p:cNvPr id="158750" name="Rectangle 30"/>
            <p:cNvSpPr>
              <a:spLocks noChangeArrowheads="1"/>
            </p:cNvSpPr>
            <p:nvPr/>
          </p:nvSpPr>
          <p:spPr bwMode="auto">
            <a:xfrm>
              <a:off x="1275" y="1428"/>
              <a:ext cx="140" cy="173"/>
            </a:xfrm>
            <a:prstGeom prst="rect">
              <a:avLst/>
            </a:prstGeom>
            <a:solidFill>
              <a:srgbClr val="FFFFFF"/>
            </a:solidFill>
            <a:ln w="9525">
              <a:noFill/>
              <a:miter lim="800000"/>
              <a:headEnd/>
              <a:tailEnd/>
            </a:ln>
            <a:effectLst/>
          </p:spPr>
          <p:txBody>
            <a:bodyPr wrap="none" anchor="ctr"/>
            <a:lstStyle/>
            <a:p>
              <a:endParaRPr lang="zh-CN" altLang="en-US" sz="2800"/>
            </a:p>
          </p:txBody>
        </p:sp>
        <p:sp>
          <p:nvSpPr>
            <p:cNvPr id="158751" name="Rectangle 31"/>
            <p:cNvSpPr>
              <a:spLocks noChangeArrowheads="1"/>
            </p:cNvSpPr>
            <p:nvPr/>
          </p:nvSpPr>
          <p:spPr bwMode="auto">
            <a:xfrm>
              <a:off x="1275" y="954"/>
              <a:ext cx="140" cy="173"/>
            </a:xfrm>
            <a:prstGeom prst="rect">
              <a:avLst/>
            </a:prstGeom>
            <a:solidFill>
              <a:srgbClr val="FFFFFF"/>
            </a:solidFill>
            <a:ln w="9525">
              <a:noFill/>
              <a:miter lim="800000"/>
              <a:headEnd/>
              <a:tailEnd/>
            </a:ln>
            <a:effectLst/>
          </p:spPr>
          <p:txBody>
            <a:bodyPr wrap="none" anchor="ctr"/>
            <a:lstStyle/>
            <a:p>
              <a:endParaRPr lang="zh-CN" altLang="en-US" sz="2800"/>
            </a:p>
          </p:txBody>
        </p:sp>
        <p:grpSp>
          <p:nvGrpSpPr>
            <p:cNvPr id="6" name="Group 32"/>
            <p:cNvGrpSpPr>
              <a:grpSpLocks/>
            </p:cNvGrpSpPr>
            <p:nvPr/>
          </p:nvGrpSpPr>
          <p:grpSpPr bwMode="auto">
            <a:xfrm>
              <a:off x="1228" y="824"/>
              <a:ext cx="281" cy="1018"/>
              <a:chOff x="5136" y="2928"/>
              <a:chExt cx="288" cy="1134"/>
            </a:xfrm>
          </p:grpSpPr>
          <p:sp>
            <p:nvSpPr>
              <p:cNvPr id="158753" name="AutoShape 33"/>
              <p:cNvSpPr>
                <a:spLocks noChangeArrowheads="1"/>
              </p:cNvSpPr>
              <p:nvPr/>
            </p:nvSpPr>
            <p:spPr bwMode="auto">
              <a:xfrm rot="10645490">
                <a:off x="5232" y="3456"/>
                <a:ext cx="96" cy="240"/>
              </a:xfrm>
              <a:prstGeom prst="triangle">
                <a:avLst>
                  <a:gd name="adj" fmla="val 50000"/>
                </a:avLst>
              </a:prstGeom>
              <a:solidFill>
                <a:srgbClr val="FF0000"/>
              </a:solidFill>
              <a:ln w="9525">
                <a:solidFill>
                  <a:srgbClr val="CC0000"/>
                </a:solidFill>
                <a:miter lim="800000"/>
                <a:headEnd/>
                <a:tailEnd/>
              </a:ln>
              <a:effectLst/>
            </p:spPr>
            <p:txBody>
              <a:bodyPr wrap="none" anchor="ctr"/>
              <a:lstStyle/>
              <a:p>
                <a:endParaRPr lang="zh-CN" altLang="en-US" sz="2800"/>
              </a:p>
            </p:txBody>
          </p:sp>
          <p:sp>
            <p:nvSpPr>
              <p:cNvPr id="158754" name="AutoShape 34"/>
              <p:cNvSpPr>
                <a:spLocks noChangeArrowheads="1"/>
              </p:cNvSpPr>
              <p:nvPr/>
            </p:nvSpPr>
            <p:spPr bwMode="auto">
              <a:xfrm>
                <a:off x="5232" y="3216"/>
                <a:ext cx="96" cy="240"/>
              </a:xfrm>
              <a:prstGeom prst="triangle">
                <a:avLst>
                  <a:gd name="adj" fmla="val 50000"/>
                </a:avLst>
              </a:prstGeom>
              <a:solidFill>
                <a:srgbClr val="CCFFFF"/>
              </a:solidFill>
              <a:ln w="9525">
                <a:solidFill>
                  <a:srgbClr val="0000FF"/>
                </a:solidFill>
                <a:miter lim="800000"/>
                <a:headEnd/>
                <a:tailEnd/>
              </a:ln>
              <a:effectLst/>
            </p:spPr>
            <p:txBody>
              <a:bodyPr wrap="none" anchor="ctr"/>
              <a:lstStyle/>
              <a:p>
                <a:endParaRPr lang="zh-CN" altLang="en-US" sz="2800"/>
              </a:p>
            </p:txBody>
          </p:sp>
          <p:sp>
            <p:nvSpPr>
              <p:cNvPr id="158755" name="Text Box 35"/>
              <p:cNvSpPr txBox="1">
                <a:spLocks noChangeArrowheads="1"/>
              </p:cNvSpPr>
              <p:nvPr/>
            </p:nvSpPr>
            <p:spPr bwMode="auto">
              <a:xfrm>
                <a:off x="5184" y="2928"/>
                <a:ext cx="240" cy="367"/>
              </a:xfrm>
              <a:prstGeom prst="rect">
                <a:avLst/>
              </a:prstGeom>
              <a:noFill/>
              <a:ln w="9525">
                <a:noFill/>
                <a:miter lim="800000"/>
                <a:headEnd/>
                <a:tailEnd/>
              </a:ln>
              <a:effectLst/>
            </p:spPr>
            <p:txBody>
              <a:bodyPr>
                <a:spAutoFit/>
              </a:bodyPr>
              <a:lstStyle/>
              <a:p>
                <a:pPr>
                  <a:spcBef>
                    <a:spcPct val="50000"/>
                  </a:spcBef>
                </a:pPr>
                <a:r>
                  <a:rPr lang="en-US" altLang="zh-CN" sz="2800">
                    <a:solidFill>
                      <a:srgbClr val="CC0000"/>
                    </a:solidFill>
                  </a:rPr>
                  <a:t>S</a:t>
                </a:r>
              </a:p>
            </p:txBody>
          </p:sp>
          <p:sp>
            <p:nvSpPr>
              <p:cNvPr id="158756" name="Text Box 36"/>
              <p:cNvSpPr txBox="1">
                <a:spLocks noChangeArrowheads="1"/>
              </p:cNvSpPr>
              <p:nvPr/>
            </p:nvSpPr>
            <p:spPr bwMode="auto">
              <a:xfrm>
                <a:off x="5136" y="3695"/>
                <a:ext cx="288" cy="367"/>
              </a:xfrm>
              <a:prstGeom prst="rect">
                <a:avLst/>
              </a:prstGeom>
              <a:noFill/>
              <a:ln w="9525">
                <a:noFill/>
                <a:miter lim="800000"/>
                <a:headEnd/>
                <a:tailEnd/>
              </a:ln>
              <a:effectLst/>
            </p:spPr>
            <p:txBody>
              <a:bodyPr>
                <a:spAutoFit/>
              </a:bodyPr>
              <a:lstStyle/>
              <a:p>
                <a:pPr>
                  <a:spcBef>
                    <a:spcPct val="50000"/>
                  </a:spcBef>
                </a:pPr>
                <a:r>
                  <a:rPr lang="en-US" altLang="zh-CN" sz="2800">
                    <a:solidFill>
                      <a:srgbClr val="CC0000"/>
                    </a:solidFill>
                  </a:rPr>
                  <a:t>N</a:t>
                </a:r>
              </a:p>
            </p:txBody>
          </p:sp>
        </p:grpSp>
        <p:sp>
          <p:nvSpPr>
            <p:cNvPr id="158757" name="Freeform 37"/>
            <p:cNvSpPr>
              <a:spLocks/>
            </p:cNvSpPr>
            <p:nvPr/>
          </p:nvSpPr>
          <p:spPr bwMode="auto">
            <a:xfrm>
              <a:off x="1052" y="625"/>
              <a:ext cx="609" cy="65"/>
            </a:xfrm>
            <a:custGeom>
              <a:avLst/>
              <a:gdLst/>
              <a:ahLst/>
              <a:cxnLst>
                <a:cxn ang="0">
                  <a:pos x="624" y="72"/>
                </a:cxn>
                <a:cxn ang="0">
                  <a:pos x="402" y="6"/>
                </a:cxn>
                <a:cxn ang="0">
                  <a:pos x="0" y="36"/>
                </a:cxn>
              </a:cxnLst>
              <a:rect l="0" t="0" r="r" b="b"/>
              <a:pathLst>
                <a:path w="624" h="72">
                  <a:moveTo>
                    <a:pt x="624" y="72"/>
                  </a:moveTo>
                  <a:cubicBezTo>
                    <a:pt x="586" y="61"/>
                    <a:pt x="506" y="12"/>
                    <a:pt x="402" y="6"/>
                  </a:cubicBezTo>
                  <a:cubicBezTo>
                    <a:pt x="298" y="0"/>
                    <a:pt x="84" y="30"/>
                    <a:pt x="0" y="36"/>
                  </a:cubicBezTo>
                </a:path>
              </a:pathLst>
            </a:custGeom>
            <a:noFill/>
            <a:ln w="38100" cap="flat" cmpd="sng">
              <a:solidFill>
                <a:srgbClr val="FF0000"/>
              </a:solidFill>
              <a:prstDash val="solid"/>
              <a:round/>
              <a:headEnd type="none" w="med" len="med"/>
              <a:tailEnd type="triangle" w="sm" len="lg"/>
            </a:ln>
            <a:effectLst/>
          </p:spPr>
          <p:txBody>
            <a:bodyPr wrap="none" anchor="ctr"/>
            <a:lstStyle/>
            <a:p>
              <a:endParaRPr lang="zh-CN" altLang="en-US" sz="2800"/>
            </a:p>
          </p:txBody>
        </p:sp>
        <p:sp>
          <p:nvSpPr>
            <p:cNvPr id="158758" name="Rectangle 38"/>
            <p:cNvSpPr>
              <a:spLocks noChangeArrowheads="1"/>
            </p:cNvSpPr>
            <p:nvPr/>
          </p:nvSpPr>
          <p:spPr bwMode="auto">
            <a:xfrm>
              <a:off x="1228" y="480"/>
              <a:ext cx="234" cy="86"/>
            </a:xfrm>
            <a:prstGeom prst="rect">
              <a:avLst/>
            </a:prstGeom>
            <a:solidFill>
              <a:srgbClr val="FFFFFF"/>
            </a:solidFill>
            <a:ln w="9525">
              <a:noFill/>
              <a:miter lim="800000"/>
              <a:headEnd/>
              <a:tailEnd/>
            </a:ln>
            <a:effectLst/>
          </p:spPr>
          <p:txBody>
            <a:bodyPr wrap="none" anchor="ctr"/>
            <a:lstStyle/>
            <a:p>
              <a:endParaRPr lang="zh-CN" altLang="en-US" sz="2800"/>
            </a:p>
          </p:txBody>
        </p:sp>
        <p:sp>
          <p:nvSpPr>
            <p:cNvPr id="158759" name="Text Box 39"/>
            <p:cNvSpPr txBox="1">
              <a:spLocks noChangeArrowheads="1"/>
            </p:cNvSpPr>
            <p:nvPr/>
          </p:nvSpPr>
          <p:spPr bwMode="auto">
            <a:xfrm>
              <a:off x="1603" y="480"/>
              <a:ext cx="374" cy="330"/>
            </a:xfrm>
            <a:prstGeom prst="rect">
              <a:avLst/>
            </a:prstGeom>
            <a:noFill/>
            <a:ln w="9525">
              <a:noFill/>
              <a:miter lim="800000"/>
              <a:headEnd/>
              <a:tailEnd/>
            </a:ln>
            <a:effectLst/>
          </p:spPr>
          <p:txBody>
            <a:bodyPr>
              <a:spAutoFit/>
            </a:bodyPr>
            <a:lstStyle/>
            <a:p>
              <a:pPr>
                <a:spcBef>
                  <a:spcPct val="50000"/>
                </a:spcBef>
              </a:pPr>
              <a:r>
                <a:rPr lang="en-US" altLang="zh-CN" sz="2800">
                  <a:solidFill>
                    <a:srgbClr val="CC0000"/>
                  </a:solidFill>
                </a:rPr>
                <a:t>I</a:t>
              </a:r>
              <a:endParaRPr lang="en-US" altLang="zh-CN" sz="2800">
                <a:solidFill>
                  <a:schemeClr val="tx1"/>
                </a:solidFill>
              </a:endParaRPr>
            </a:p>
          </p:txBody>
        </p:sp>
      </p:grpSp>
      <p:grpSp>
        <p:nvGrpSpPr>
          <p:cNvPr id="7" name="Group 40"/>
          <p:cNvGrpSpPr>
            <a:grpSpLocks/>
          </p:cNvGrpSpPr>
          <p:nvPr/>
        </p:nvGrpSpPr>
        <p:grpSpPr bwMode="auto">
          <a:xfrm>
            <a:off x="4419600" y="762000"/>
            <a:ext cx="3733800" cy="2590800"/>
            <a:chOff x="2784" y="480"/>
            <a:chExt cx="2352" cy="1632"/>
          </a:xfrm>
        </p:grpSpPr>
        <p:pic>
          <p:nvPicPr>
            <p:cNvPr id="158761" name="Picture 41" descr="C:\My Documents\xx4.jpg"/>
            <p:cNvPicPr preferRelativeResize="0">
              <a:picLocks noChangeAspect="1" noChangeArrowheads="1"/>
            </p:cNvPicPr>
            <p:nvPr/>
          </p:nvPicPr>
          <p:blipFill>
            <a:blip r:embed="rId7"/>
            <a:srcRect/>
            <a:stretch>
              <a:fillRect/>
            </a:stretch>
          </p:blipFill>
          <p:spPr bwMode="auto">
            <a:xfrm>
              <a:off x="2832" y="480"/>
              <a:ext cx="2304" cy="1632"/>
            </a:xfrm>
            <a:prstGeom prst="rect">
              <a:avLst/>
            </a:prstGeom>
            <a:noFill/>
            <a:ln w="19050">
              <a:solidFill>
                <a:schemeClr val="tx2"/>
              </a:solidFill>
              <a:miter lim="800000"/>
              <a:headEnd/>
              <a:tailEnd/>
            </a:ln>
          </p:spPr>
        </p:pic>
        <p:sp>
          <p:nvSpPr>
            <p:cNvPr id="158762" name="Text Box 42"/>
            <p:cNvSpPr txBox="1">
              <a:spLocks noChangeArrowheads="1"/>
            </p:cNvSpPr>
            <p:nvPr/>
          </p:nvSpPr>
          <p:spPr bwMode="auto">
            <a:xfrm>
              <a:off x="2784" y="1226"/>
              <a:ext cx="432" cy="330"/>
            </a:xfrm>
            <a:prstGeom prst="rect">
              <a:avLst/>
            </a:prstGeom>
            <a:noFill/>
            <a:ln w="9525">
              <a:noFill/>
              <a:miter lim="800000"/>
              <a:headEnd/>
              <a:tailEnd/>
            </a:ln>
            <a:effectLst/>
          </p:spPr>
          <p:txBody>
            <a:bodyPr>
              <a:spAutoFit/>
            </a:bodyPr>
            <a:lstStyle/>
            <a:p>
              <a:pPr>
                <a:spcBef>
                  <a:spcPct val="50000"/>
                </a:spcBef>
              </a:pPr>
              <a:r>
                <a:rPr lang="en-US" altLang="zh-CN" sz="2800">
                  <a:solidFill>
                    <a:srgbClr val="CC0000"/>
                  </a:solidFill>
                </a:rPr>
                <a:t>S</a:t>
              </a:r>
              <a:endParaRPr lang="en-US" altLang="zh-CN" sz="2800">
                <a:solidFill>
                  <a:schemeClr val="tx1"/>
                </a:solidFill>
              </a:endParaRPr>
            </a:p>
          </p:txBody>
        </p:sp>
        <p:grpSp>
          <p:nvGrpSpPr>
            <p:cNvPr id="8" name="Group 43"/>
            <p:cNvGrpSpPr>
              <a:grpSpLocks/>
            </p:cNvGrpSpPr>
            <p:nvPr/>
          </p:nvGrpSpPr>
          <p:grpSpPr bwMode="auto">
            <a:xfrm>
              <a:off x="4608" y="1187"/>
              <a:ext cx="478" cy="330"/>
              <a:chOff x="4848" y="1344"/>
              <a:chExt cx="481" cy="381"/>
            </a:xfrm>
          </p:grpSpPr>
          <p:sp>
            <p:nvSpPr>
              <p:cNvPr id="158764" name="Text Box 44"/>
              <p:cNvSpPr txBox="1">
                <a:spLocks noChangeArrowheads="1"/>
              </p:cNvSpPr>
              <p:nvPr/>
            </p:nvSpPr>
            <p:spPr bwMode="auto">
              <a:xfrm>
                <a:off x="5089" y="1344"/>
                <a:ext cx="240" cy="381"/>
              </a:xfrm>
              <a:prstGeom prst="rect">
                <a:avLst/>
              </a:prstGeom>
              <a:noFill/>
              <a:ln w="9525">
                <a:noFill/>
                <a:miter lim="800000"/>
                <a:headEnd/>
                <a:tailEnd/>
              </a:ln>
              <a:effectLst/>
            </p:spPr>
            <p:txBody>
              <a:bodyPr>
                <a:spAutoFit/>
              </a:bodyPr>
              <a:lstStyle/>
              <a:p>
                <a:pPr>
                  <a:spcBef>
                    <a:spcPct val="50000"/>
                  </a:spcBef>
                </a:pPr>
                <a:r>
                  <a:rPr lang="en-US" altLang="zh-CN" sz="2800">
                    <a:solidFill>
                      <a:srgbClr val="CC0000"/>
                    </a:solidFill>
                  </a:rPr>
                  <a:t>N</a:t>
                </a:r>
                <a:endParaRPr lang="en-US" altLang="zh-CN" sz="2800">
                  <a:solidFill>
                    <a:schemeClr val="tx1"/>
                  </a:solidFill>
                </a:endParaRPr>
              </a:p>
            </p:txBody>
          </p:sp>
          <p:sp>
            <p:nvSpPr>
              <p:cNvPr id="158765" name="Line 45"/>
              <p:cNvSpPr>
                <a:spLocks noChangeShapeType="1"/>
              </p:cNvSpPr>
              <p:nvPr/>
            </p:nvSpPr>
            <p:spPr bwMode="auto">
              <a:xfrm flipV="1">
                <a:off x="4848" y="1509"/>
                <a:ext cx="336" cy="0"/>
              </a:xfrm>
              <a:prstGeom prst="line">
                <a:avLst/>
              </a:prstGeom>
              <a:noFill/>
              <a:ln w="38100">
                <a:noFill/>
                <a:round/>
                <a:headEnd/>
                <a:tailEnd type="triangle" w="sm" len="lg"/>
              </a:ln>
              <a:effectLst/>
            </p:spPr>
            <p:txBody>
              <a:bodyPr wrap="none" anchor="ctr"/>
              <a:lstStyle/>
              <a:p>
                <a:endParaRPr lang="zh-CN" altLang="en-US" sz="2800"/>
              </a:p>
            </p:txBody>
          </p:sp>
        </p:grpSp>
        <p:sp>
          <p:nvSpPr>
            <p:cNvPr id="158766" name="Rectangle 46"/>
            <p:cNvSpPr>
              <a:spLocks noChangeArrowheads="1"/>
            </p:cNvSpPr>
            <p:nvPr/>
          </p:nvSpPr>
          <p:spPr bwMode="auto">
            <a:xfrm>
              <a:off x="3701" y="687"/>
              <a:ext cx="479" cy="291"/>
            </a:xfrm>
            <a:prstGeom prst="rect">
              <a:avLst/>
            </a:prstGeom>
            <a:solidFill>
              <a:srgbClr val="FFFFFF"/>
            </a:solidFill>
            <a:ln w="9525">
              <a:noFill/>
              <a:miter lim="800000"/>
              <a:headEnd/>
              <a:tailEnd/>
            </a:ln>
            <a:effectLst/>
          </p:spPr>
          <p:txBody>
            <a:bodyPr wrap="none" anchor="ctr"/>
            <a:lstStyle/>
            <a:p>
              <a:endParaRPr lang="zh-CN" altLang="en-US" sz="2800"/>
            </a:p>
          </p:txBody>
        </p:sp>
        <p:sp>
          <p:nvSpPr>
            <p:cNvPr id="158767" name="Rectangle 47"/>
            <p:cNvSpPr>
              <a:spLocks noChangeArrowheads="1"/>
            </p:cNvSpPr>
            <p:nvPr/>
          </p:nvSpPr>
          <p:spPr bwMode="auto">
            <a:xfrm>
              <a:off x="3658" y="729"/>
              <a:ext cx="173"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rgbClr val="CC0000"/>
                  </a:solidFill>
                </a:rPr>
                <a:t>I</a:t>
              </a:r>
            </a:p>
          </p:txBody>
        </p:sp>
        <p:sp>
          <p:nvSpPr>
            <p:cNvPr id="158768" name="Freeform 48"/>
            <p:cNvSpPr>
              <a:spLocks/>
            </p:cNvSpPr>
            <p:nvPr/>
          </p:nvSpPr>
          <p:spPr bwMode="auto">
            <a:xfrm>
              <a:off x="3832" y="812"/>
              <a:ext cx="261" cy="124"/>
            </a:xfrm>
            <a:custGeom>
              <a:avLst/>
              <a:gdLst/>
              <a:ahLst/>
              <a:cxnLst>
                <a:cxn ang="0">
                  <a:pos x="240" y="192"/>
                </a:cxn>
                <a:cxn ang="0">
                  <a:pos x="144" y="0"/>
                </a:cxn>
                <a:cxn ang="0">
                  <a:pos x="0" y="192"/>
                </a:cxn>
              </a:cxnLst>
              <a:rect l="0" t="0" r="r" b="b"/>
              <a:pathLst>
                <a:path w="240" h="192">
                  <a:moveTo>
                    <a:pt x="240" y="192"/>
                  </a:moveTo>
                  <a:cubicBezTo>
                    <a:pt x="212" y="96"/>
                    <a:pt x="184" y="0"/>
                    <a:pt x="144" y="0"/>
                  </a:cubicBezTo>
                  <a:cubicBezTo>
                    <a:pt x="104" y="0"/>
                    <a:pt x="24" y="160"/>
                    <a:pt x="0" y="192"/>
                  </a:cubicBezTo>
                </a:path>
              </a:pathLst>
            </a:custGeom>
            <a:noFill/>
            <a:ln w="38100" cap="flat" cmpd="sng">
              <a:solidFill>
                <a:srgbClr val="FF0000"/>
              </a:solidFill>
              <a:prstDash val="solid"/>
              <a:round/>
              <a:headEnd type="none" w="med" len="med"/>
              <a:tailEnd type="triangle" w="sm" len="lg"/>
            </a:ln>
            <a:effectLst/>
          </p:spPr>
          <p:txBody>
            <a:bodyPr wrap="none" anchor="ctr"/>
            <a:lstStyle/>
            <a:p>
              <a:endParaRPr lang="zh-CN" altLang="en-US" sz="2800"/>
            </a:p>
          </p:txBody>
        </p:sp>
        <p:sp>
          <p:nvSpPr>
            <p:cNvPr id="158769" name="Line 49"/>
            <p:cNvSpPr>
              <a:spLocks noChangeShapeType="1"/>
            </p:cNvSpPr>
            <p:nvPr/>
          </p:nvSpPr>
          <p:spPr bwMode="auto">
            <a:xfrm flipV="1">
              <a:off x="4571" y="1600"/>
              <a:ext cx="0" cy="248"/>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58770" name="Line 50"/>
            <p:cNvSpPr>
              <a:spLocks noChangeShapeType="1"/>
            </p:cNvSpPr>
            <p:nvPr/>
          </p:nvSpPr>
          <p:spPr bwMode="auto">
            <a:xfrm>
              <a:off x="3289" y="1600"/>
              <a:ext cx="0" cy="248"/>
            </a:xfrm>
            <a:prstGeom prst="line">
              <a:avLst/>
            </a:prstGeom>
            <a:noFill/>
            <a:ln w="38100">
              <a:solidFill>
                <a:srgbClr val="FF0000"/>
              </a:solidFill>
              <a:round/>
              <a:headEnd/>
              <a:tailEnd type="triangle" w="sm" len="lg"/>
            </a:ln>
            <a:effectLst/>
          </p:spPr>
          <p:txBody>
            <a:bodyPr wrap="none" anchor="ctr"/>
            <a:lstStyle/>
            <a:p>
              <a:endParaRPr lang="zh-CN" altLang="en-US" sz="2800"/>
            </a:p>
          </p:txBody>
        </p:sp>
      </p:grpSp>
      <p:grpSp>
        <p:nvGrpSpPr>
          <p:cNvPr id="9" name="Group 57"/>
          <p:cNvGrpSpPr>
            <a:grpSpLocks/>
          </p:cNvGrpSpPr>
          <p:nvPr/>
        </p:nvGrpSpPr>
        <p:grpSpPr bwMode="auto">
          <a:xfrm>
            <a:off x="4572000" y="4800600"/>
            <a:ext cx="4267200" cy="1639888"/>
            <a:chOff x="2880" y="3024"/>
            <a:chExt cx="2688" cy="1033"/>
          </a:xfrm>
        </p:grpSpPr>
        <p:sp>
          <p:nvSpPr>
            <p:cNvPr id="158774" name="Text Box 54"/>
            <p:cNvSpPr txBox="1">
              <a:spLocks noChangeArrowheads="1"/>
            </p:cNvSpPr>
            <p:nvPr/>
          </p:nvSpPr>
          <p:spPr bwMode="auto">
            <a:xfrm>
              <a:off x="2880" y="3024"/>
              <a:ext cx="2688" cy="1033"/>
            </a:xfrm>
            <a:prstGeom prst="rect">
              <a:avLst/>
            </a:prstGeom>
            <a:gradFill rotWithShape="0">
              <a:gsLst>
                <a:gs pos="0">
                  <a:schemeClr val="bg1"/>
                </a:gs>
                <a:gs pos="100000">
                  <a:schemeClr val="accent1"/>
                </a:gs>
              </a:gsLst>
              <a:lin ang="5400000" scaled="1"/>
            </a:gradFill>
            <a:ln w="9525">
              <a:solidFill>
                <a:schemeClr val="tx2"/>
              </a:solidFill>
              <a:miter lim="800000"/>
              <a:headEnd/>
              <a:tailEnd/>
            </a:ln>
            <a:effectLst/>
          </p:spPr>
          <p:txBody>
            <a:bodyPr>
              <a:spAutoFit/>
            </a:bodyPr>
            <a:lstStyle/>
            <a:p>
              <a:pPr>
                <a:lnSpc>
                  <a:spcPct val="120000"/>
                </a:lnSpc>
              </a:pPr>
              <a:r>
                <a:rPr lang="zh-CN" altLang="en-US" sz="2800">
                  <a:solidFill>
                    <a:srgbClr val="1C1C1C"/>
                  </a:solidFill>
                </a:rPr>
                <a:t>磁场中某点处垂直    矢量的单位面积上通过的磁感线数目等于该点    的数值.</a:t>
              </a:r>
            </a:p>
          </p:txBody>
        </p:sp>
        <p:graphicFrame>
          <p:nvGraphicFramePr>
            <p:cNvPr id="158775" name="Object 55"/>
            <p:cNvGraphicFramePr>
              <a:graphicFrameLocks noChangeAspect="1"/>
            </p:cNvGraphicFramePr>
            <p:nvPr/>
          </p:nvGraphicFramePr>
          <p:xfrm>
            <a:off x="4704" y="3072"/>
            <a:ext cx="384" cy="325"/>
          </p:xfrm>
          <a:graphic>
            <a:graphicData uri="http://schemas.openxmlformats.org/presentationml/2006/ole">
              <p:oleObj spid="_x0000_s1022979" name="Equation" r:id="rId8" imgW="152280" imgH="190440" progId="Equation.3">
                <p:embed/>
              </p:oleObj>
            </a:graphicData>
          </a:graphic>
        </p:graphicFrame>
        <p:graphicFrame>
          <p:nvGraphicFramePr>
            <p:cNvPr id="158776" name="Object 56"/>
            <p:cNvGraphicFramePr>
              <a:graphicFrameLocks noChangeAspect="1"/>
            </p:cNvGraphicFramePr>
            <p:nvPr/>
          </p:nvGraphicFramePr>
          <p:xfrm>
            <a:off x="4464" y="3712"/>
            <a:ext cx="378" cy="320"/>
          </p:xfrm>
          <a:graphic>
            <a:graphicData uri="http://schemas.openxmlformats.org/presentationml/2006/ole">
              <p:oleObj spid="_x0000_s1022980" name="Equation" r:id="rId9" imgW="152280" imgH="1904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58722"/>
                                        </p:tgtEl>
                                        <p:attrNameLst>
                                          <p:attrName>style.visibility</p:attrName>
                                        </p:attrNameLst>
                                      </p:cBhvr>
                                      <p:to>
                                        <p:strVal val="visible"/>
                                      </p:to>
                                    </p:set>
                                    <p:animEffect transition="in" filter="blinds(vertical)">
                                      <p:cBhvr>
                                        <p:cTn id="12" dur="500"/>
                                        <p:tgtEl>
                                          <p:spTgt spid="1587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58737"/>
                                        </p:tgtEl>
                                        <p:attrNameLst>
                                          <p:attrName>style.visibility</p:attrName>
                                        </p:attrNameLst>
                                      </p:cBhvr>
                                      <p:to>
                                        <p:strVal val="visible"/>
                                      </p:to>
                                    </p:set>
                                    <p:animEffect transition="in" filter="blinds(vertical)">
                                      <p:cBhvr>
                                        <p:cTn id="27" dur="500"/>
                                        <p:tgtEl>
                                          <p:spTgt spid="15873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685800"/>
            <a:ext cx="4267200" cy="5791200"/>
            <a:chOff x="240" y="432"/>
            <a:chExt cx="2688" cy="3648"/>
          </a:xfrm>
        </p:grpSpPr>
        <p:sp>
          <p:nvSpPr>
            <p:cNvPr id="159747" name="Rectangle 3"/>
            <p:cNvSpPr>
              <a:spLocks noChangeArrowheads="1"/>
            </p:cNvSpPr>
            <p:nvPr/>
          </p:nvSpPr>
          <p:spPr bwMode="auto">
            <a:xfrm>
              <a:off x="240" y="432"/>
              <a:ext cx="2688" cy="364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3" name="Group 4"/>
            <p:cNvGrpSpPr>
              <a:grpSpLocks/>
            </p:cNvGrpSpPr>
            <p:nvPr/>
          </p:nvGrpSpPr>
          <p:grpSpPr bwMode="auto">
            <a:xfrm>
              <a:off x="528" y="576"/>
              <a:ext cx="2064" cy="1584"/>
              <a:chOff x="1104" y="768"/>
              <a:chExt cx="1728" cy="1056"/>
            </a:xfrm>
          </p:grpSpPr>
          <p:sp>
            <p:nvSpPr>
              <p:cNvPr id="159749" name="Line 5"/>
              <p:cNvSpPr>
                <a:spLocks noChangeShapeType="1"/>
              </p:cNvSpPr>
              <p:nvPr/>
            </p:nvSpPr>
            <p:spPr bwMode="auto">
              <a:xfrm>
                <a:off x="1104" y="768"/>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0" name="Line 6"/>
              <p:cNvSpPr>
                <a:spLocks noChangeShapeType="1"/>
              </p:cNvSpPr>
              <p:nvPr/>
            </p:nvSpPr>
            <p:spPr bwMode="auto">
              <a:xfrm>
                <a:off x="1200" y="864"/>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1" name="Line 7"/>
              <p:cNvSpPr>
                <a:spLocks noChangeShapeType="1"/>
              </p:cNvSpPr>
              <p:nvPr/>
            </p:nvSpPr>
            <p:spPr bwMode="auto">
              <a:xfrm>
                <a:off x="1296" y="960"/>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2" name="Line 8"/>
              <p:cNvSpPr>
                <a:spLocks noChangeShapeType="1"/>
              </p:cNvSpPr>
              <p:nvPr/>
            </p:nvSpPr>
            <p:spPr bwMode="auto">
              <a:xfrm>
                <a:off x="1104" y="1056"/>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3" name="Line 9"/>
              <p:cNvSpPr>
                <a:spLocks noChangeShapeType="1"/>
              </p:cNvSpPr>
              <p:nvPr/>
            </p:nvSpPr>
            <p:spPr bwMode="auto">
              <a:xfrm>
                <a:off x="1200" y="1152"/>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4" name="Line 10"/>
              <p:cNvSpPr>
                <a:spLocks noChangeShapeType="1"/>
              </p:cNvSpPr>
              <p:nvPr/>
            </p:nvSpPr>
            <p:spPr bwMode="auto">
              <a:xfrm>
                <a:off x="1296" y="1248"/>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5" name="Line 11"/>
              <p:cNvSpPr>
                <a:spLocks noChangeShapeType="1"/>
              </p:cNvSpPr>
              <p:nvPr/>
            </p:nvSpPr>
            <p:spPr bwMode="auto">
              <a:xfrm>
                <a:off x="1104" y="1344"/>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6" name="Line 12"/>
              <p:cNvSpPr>
                <a:spLocks noChangeShapeType="1"/>
              </p:cNvSpPr>
              <p:nvPr/>
            </p:nvSpPr>
            <p:spPr bwMode="auto">
              <a:xfrm>
                <a:off x="1200" y="1440"/>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7" name="Line 13"/>
              <p:cNvSpPr>
                <a:spLocks noChangeShapeType="1"/>
              </p:cNvSpPr>
              <p:nvPr/>
            </p:nvSpPr>
            <p:spPr bwMode="auto">
              <a:xfrm>
                <a:off x="1296" y="1536"/>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8" name="Line 14"/>
              <p:cNvSpPr>
                <a:spLocks noChangeShapeType="1"/>
              </p:cNvSpPr>
              <p:nvPr/>
            </p:nvSpPr>
            <p:spPr bwMode="auto">
              <a:xfrm>
                <a:off x="1104" y="1632"/>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59" name="Line 15"/>
              <p:cNvSpPr>
                <a:spLocks noChangeShapeType="1"/>
              </p:cNvSpPr>
              <p:nvPr/>
            </p:nvSpPr>
            <p:spPr bwMode="auto">
              <a:xfrm>
                <a:off x="1200" y="1728"/>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60" name="Line 16"/>
              <p:cNvSpPr>
                <a:spLocks noChangeShapeType="1"/>
              </p:cNvSpPr>
              <p:nvPr/>
            </p:nvSpPr>
            <p:spPr bwMode="auto">
              <a:xfrm>
                <a:off x="1296" y="1824"/>
                <a:ext cx="1536" cy="0"/>
              </a:xfrm>
              <a:prstGeom prst="line">
                <a:avLst/>
              </a:prstGeom>
              <a:noFill/>
              <a:ln w="19050">
                <a:solidFill>
                  <a:srgbClr val="6600FF"/>
                </a:solidFill>
                <a:round/>
                <a:headEnd/>
                <a:tailEnd type="triangle" w="sm" len="lg"/>
              </a:ln>
              <a:effectLst/>
            </p:spPr>
            <p:txBody>
              <a:bodyPr wrap="none" anchor="ctr"/>
              <a:lstStyle/>
              <a:p>
                <a:endParaRPr lang="zh-CN" altLang="en-US" sz="2800"/>
              </a:p>
            </p:txBody>
          </p:sp>
        </p:grpSp>
      </p:grpSp>
      <p:sp>
        <p:nvSpPr>
          <p:cNvPr id="159761" name="Text Box 17"/>
          <p:cNvSpPr txBox="1">
            <a:spLocks noChangeArrowheads="1"/>
          </p:cNvSpPr>
          <p:nvPr/>
        </p:nvSpPr>
        <p:spPr bwMode="auto">
          <a:xfrm>
            <a:off x="4724400" y="609600"/>
            <a:ext cx="4267200" cy="1630363"/>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800">
                <a:solidFill>
                  <a:srgbClr val="CC0000"/>
                </a:solidFill>
              </a:rPr>
              <a:t>        磁通量</a:t>
            </a:r>
            <a:r>
              <a:rPr lang="zh-CN" altLang="en-US" sz="2800">
                <a:solidFill>
                  <a:srgbClr val="050000"/>
                </a:solidFill>
              </a:rPr>
              <a:t>：通过某一曲面的磁感线数为通过此曲面的磁通量.</a:t>
            </a:r>
          </a:p>
        </p:txBody>
      </p:sp>
      <p:graphicFrame>
        <p:nvGraphicFramePr>
          <p:cNvPr id="159762" name="Object 18"/>
          <p:cNvGraphicFramePr>
            <a:graphicFrameLocks noChangeAspect="1"/>
          </p:cNvGraphicFramePr>
          <p:nvPr/>
        </p:nvGraphicFramePr>
        <p:xfrm>
          <a:off x="5029200" y="2209800"/>
          <a:ext cx="3733800" cy="671513"/>
        </p:xfrm>
        <a:graphic>
          <a:graphicData uri="http://schemas.openxmlformats.org/presentationml/2006/ole">
            <p:oleObj spid="_x0000_s1024002" name="Equation" r:id="rId3" imgW="1206360" imgH="215640" progId="Equation.3">
              <p:embed/>
            </p:oleObj>
          </a:graphicData>
        </a:graphic>
      </p:graphicFrame>
      <p:graphicFrame>
        <p:nvGraphicFramePr>
          <p:cNvPr id="159763" name="Object 19"/>
          <p:cNvGraphicFramePr>
            <a:graphicFrameLocks noChangeAspect="1"/>
          </p:cNvGraphicFramePr>
          <p:nvPr/>
        </p:nvGraphicFramePr>
        <p:xfrm>
          <a:off x="5029200" y="2905125"/>
          <a:ext cx="3581400" cy="752475"/>
        </p:xfrm>
        <a:graphic>
          <a:graphicData uri="http://schemas.openxmlformats.org/presentationml/2006/ole">
            <p:oleObj spid="_x0000_s1024003" name="Equation" r:id="rId4" imgW="1104840" imgH="241200" progId="Equation.3">
              <p:embed/>
            </p:oleObj>
          </a:graphicData>
        </a:graphic>
      </p:graphicFrame>
      <p:graphicFrame>
        <p:nvGraphicFramePr>
          <p:cNvPr id="159764" name="Object 20"/>
          <p:cNvGraphicFramePr>
            <a:graphicFrameLocks noChangeAspect="1"/>
          </p:cNvGraphicFramePr>
          <p:nvPr/>
        </p:nvGraphicFramePr>
        <p:xfrm>
          <a:off x="5105400" y="4191000"/>
          <a:ext cx="3276600" cy="560388"/>
        </p:xfrm>
        <a:graphic>
          <a:graphicData uri="http://schemas.openxmlformats.org/presentationml/2006/ole">
            <p:oleObj spid="_x0000_s1024004" name="Equation" r:id="rId5" imgW="965160" imgH="177480" progId="Equation.3">
              <p:embed/>
            </p:oleObj>
          </a:graphicData>
        </a:graphic>
      </p:graphicFrame>
      <p:graphicFrame>
        <p:nvGraphicFramePr>
          <p:cNvPr id="159765" name="Object 21"/>
          <p:cNvGraphicFramePr>
            <a:graphicFrameLocks noChangeAspect="1"/>
          </p:cNvGraphicFramePr>
          <p:nvPr/>
        </p:nvGraphicFramePr>
        <p:xfrm>
          <a:off x="5486400" y="4953000"/>
          <a:ext cx="2438400" cy="803275"/>
        </p:xfrm>
        <a:graphic>
          <a:graphicData uri="http://schemas.openxmlformats.org/presentationml/2006/ole">
            <p:oleObj spid="_x0000_s1024005" name="Equation" r:id="rId6" imgW="723600" imgH="253800" progId="Equation.3">
              <p:embed/>
            </p:oleObj>
          </a:graphicData>
        </a:graphic>
      </p:graphicFrame>
      <p:grpSp>
        <p:nvGrpSpPr>
          <p:cNvPr id="4" name="Group 22"/>
          <p:cNvGrpSpPr>
            <a:grpSpLocks/>
          </p:cNvGrpSpPr>
          <p:nvPr/>
        </p:nvGrpSpPr>
        <p:grpSpPr bwMode="auto">
          <a:xfrm>
            <a:off x="5029200" y="5943600"/>
            <a:ext cx="3476625" cy="519113"/>
            <a:chOff x="3168" y="3744"/>
            <a:chExt cx="2190" cy="327"/>
          </a:xfrm>
        </p:grpSpPr>
        <p:sp>
          <p:nvSpPr>
            <p:cNvPr id="159767" name="Text Box 23"/>
            <p:cNvSpPr txBox="1">
              <a:spLocks noChangeArrowheads="1"/>
            </p:cNvSpPr>
            <p:nvPr/>
          </p:nvSpPr>
          <p:spPr bwMode="auto">
            <a:xfrm>
              <a:off x="3168" y="3744"/>
              <a:ext cx="1296"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050000"/>
                  </a:solidFill>
                </a:rPr>
                <a:t>单位</a:t>
              </a:r>
            </a:p>
          </p:txBody>
        </p:sp>
        <p:graphicFrame>
          <p:nvGraphicFramePr>
            <p:cNvPr id="159768" name="Object 24"/>
            <p:cNvGraphicFramePr>
              <a:graphicFrameLocks noChangeAspect="1"/>
            </p:cNvGraphicFramePr>
            <p:nvPr/>
          </p:nvGraphicFramePr>
          <p:xfrm>
            <a:off x="3792" y="3744"/>
            <a:ext cx="1566" cy="278"/>
          </p:xfrm>
          <a:graphic>
            <a:graphicData uri="http://schemas.openxmlformats.org/presentationml/2006/ole">
              <p:oleObj spid="_x0000_s1024019" name="Equation" r:id="rId7" imgW="1562040" imgH="279360" progId="Equation.3">
                <p:embed/>
              </p:oleObj>
            </a:graphicData>
          </a:graphic>
        </p:graphicFrame>
      </p:grpSp>
      <p:graphicFrame>
        <p:nvGraphicFramePr>
          <p:cNvPr id="159769" name="Object 25"/>
          <p:cNvGraphicFramePr>
            <a:graphicFrameLocks noChangeAspect="1"/>
          </p:cNvGraphicFramePr>
          <p:nvPr/>
        </p:nvGraphicFramePr>
        <p:xfrm>
          <a:off x="5562600" y="3581400"/>
          <a:ext cx="2209800" cy="588963"/>
        </p:xfrm>
        <a:graphic>
          <a:graphicData uri="http://schemas.openxmlformats.org/presentationml/2006/ole">
            <p:oleObj spid="_x0000_s1024006" name="Equation" r:id="rId8" imgW="723600" imgH="203040" progId="Equation.3">
              <p:embed/>
            </p:oleObj>
          </a:graphicData>
        </a:graphic>
      </p:graphicFrame>
      <p:grpSp>
        <p:nvGrpSpPr>
          <p:cNvPr id="5" name="Group 26"/>
          <p:cNvGrpSpPr>
            <a:grpSpLocks/>
          </p:cNvGrpSpPr>
          <p:nvPr/>
        </p:nvGrpSpPr>
        <p:grpSpPr bwMode="auto">
          <a:xfrm>
            <a:off x="381000" y="3505200"/>
            <a:ext cx="3992563" cy="2849563"/>
            <a:chOff x="240" y="2208"/>
            <a:chExt cx="2515" cy="1795"/>
          </a:xfrm>
        </p:grpSpPr>
        <p:sp>
          <p:nvSpPr>
            <p:cNvPr id="159771" name="Freeform 27"/>
            <p:cNvSpPr>
              <a:spLocks/>
            </p:cNvSpPr>
            <p:nvPr/>
          </p:nvSpPr>
          <p:spPr bwMode="auto">
            <a:xfrm>
              <a:off x="432" y="3523"/>
              <a:ext cx="2304" cy="317"/>
            </a:xfrm>
            <a:custGeom>
              <a:avLst/>
              <a:gdLst/>
              <a:ahLst/>
              <a:cxnLst>
                <a:cxn ang="0">
                  <a:pos x="0" y="317"/>
                </a:cxn>
                <a:cxn ang="0">
                  <a:pos x="576" y="125"/>
                </a:cxn>
                <a:cxn ang="0">
                  <a:pos x="1104" y="29"/>
                </a:cxn>
                <a:cxn ang="0">
                  <a:pos x="1776" y="8"/>
                </a:cxn>
                <a:cxn ang="0">
                  <a:pos x="2304" y="77"/>
                </a:cxn>
              </a:cxnLst>
              <a:rect l="0" t="0" r="r" b="b"/>
              <a:pathLst>
                <a:path w="2304" h="317">
                  <a:moveTo>
                    <a:pt x="0" y="317"/>
                  </a:moveTo>
                  <a:cubicBezTo>
                    <a:pt x="196" y="245"/>
                    <a:pt x="392" y="173"/>
                    <a:pt x="576" y="125"/>
                  </a:cubicBezTo>
                  <a:cubicBezTo>
                    <a:pt x="760" y="77"/>
                    <a:pt x="904" y="48"/>
                    <a:pt x="1104" y="29"/>
                  </a:cubicBezTo>
                  <a:cubicBezTo>
                    <a:pt x="1304" y="10"/>
                    <a:pt x="1576" y="0"/>
                    <a:pt x="1776" y="8"/>
                  </a:cubicBezTo>
                  <a:cubicBezTo>
                    <a:pt x="1976" y="16"/>
                    <a:pt x="2194" y="63"/>
                    <a:pt x="2304" y="77"/>
                  </a:cubicBezTo>
                </a:path>
              </a:pathLst>
            </a:custGeom>
            <a:noFill/>
            <a:ln w="19050" cmpd="sng">
              <a:solidFill>
                <a:srgbClr val="0000FF"/>
              </a:solidFill>
              <a:round/>
              <a:headEnd type="none" w="med" len="med"/>
              <a:tailEnd type="triangle" w="sm" len="lg"/>
            </a:ln>
            <a:effectLst/>
          </p:spPr>
          <p:txBody>
            <a:bodyPr wrap="none"/>
            <a:lstStyle/>
            <a:p>
              <a:endParaRPr lang="zh-CN" altLang="en-US" sz="2800"/>
            </a:p>
          </p:txBody>
        </p:sp>
        <p:graphicFrame>
          <p:nvGraphicFramePr>
            <p:cNvPr id="159772" name="Object 28"/>
            <p:cNvGraphicFramePr>
              <a:graphicFrameLocks noChangeAspect="1"/>
            </p:cNvGraphicFramePr>
            <p:nvPr/>
          </p:nvGraphicFramePr>
          <p:xfrm>
            <a:off x="1237" y="2256"/>
            <a:ext cx="251" cy="328"/>
          </p:xfrm>
          <a:graphic>
            <a:graphicData uri="http://schemas.openxmlformats.org/presentationml/2006/ole">
              <p:oleObj spid="_x0000_s1024017" name="公式" r:id="rId9" imgW="152280" imgH="190440" progId="Equation.3">
                <p:embed/>
              </p:oleObj>
            </a:graphicData>
          </a:graphic>
        </p:graphicFrame>
        <p:sp>
          <p:nvSpPr>
            <p:cNvPr id="159773" name="Line 29"/>
            <p:cNvSpPr>
              <a:spLocks noChangeShapeType="1"/>
            </p:cNvSpPr>
            <p:nvPr/>
          </p:nvSpPr>
          <p:spPr bwMode="auto">
            <a:xfrm>
              <a:off x="1680" y="3312"/>
              <a:ext cx="1" cy="1"/>
            </a:xfrm>
            <a:prstGeom prst="line">
              <a:avLst/>
            </a:prstGeom>
            <a:noFill/>
            <a:ln w="9525">
              <a:solidFill>
                <a:srgbClr val="000000"/>
              </a:solidFill>
              <a:round/>
              <a:headEnd/>
              <a:tailEnd type="none" w="sm" len="lg"/>
            </a:ln>
            <a:effectLst/>
          </p:spPr>
          <p:txBody>
            <a:bodyPr wrap="none" anchor="ctr"/>
            <a:lstStyle/>
            <a:p>
              <a:endParaRPr lang="zh-CN" altLang="en-US" sz="2800"/>
            </a:p>
          </p:txBody>
        </p:sp>
        <p:sp>
          <p:nvSpPr>
            <p:cNvPr id="159774" name="Line 30"/>
            <p:cNvSpPr>
              <a:spLocks noChangeShapeType="1"/>
            </p:cNvSpPr>
            <p:nvPr/>
          </p:nvSpPr>
          <p:spPr bwMode="auto">
            <a:xfrm flipV="1">
              <a:off x="1632" y="3216"/>
              <a:ext cx="576" cy="96"/>
            </a:xfrm>
            <a:prstGeom prst="line">
              <a:avLst/>
            </a:prstGeom>
            <a:noFill/>
            <a:ln w="19050">
              <a:solidFill>
                <a:srgbClr val="0000FF"/>
              </a:solidFill>
              <a:round/>
              <a:headEnd/>
              <a:tailEnd type="none" w="sm" len="lg"/>
            </a:ln>
            <a:effectLst/>
          </p:spPr>
          <p:txBody>
            <a:bodyPr wrap="none" anchor="ctr"/>
            <a:lstStyle/>
            <a:p>
              <a:endParaRPr lang="zh-CN" altLang="en-US" sz="2800"/>
            </a:p>
          </p:txBody>
        </p:sp>
        <p:sp>
          <p:nvSpPr>
            <p:cNvPr id="159775" name="Arc 31"/>
            <p:cNvSpPr>
              <a:spLocks/>
            </p:cNvSpPr>
            <p:nvPr/>
          </p:nvSpPr>
          <p:spPr bwMode="auto">
            <a:xfrm flipV="1">
              <a:off x="370" y="2301"/>
              <a:ext cx="1209" cy="81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6600FF"/>
              </a:solidFill>
              <a:round/>
              <a:headEnd/>
              <a:tailEnd type="triangle" w="sm" len="lg"/>
            </a:ln>
            <a:effectLst/>
          </p:spPr>
          <p:txBody>
            <a:bodyPr wrap="none" anchor="ctr"/>
            <a:lstStyle/>
            <a:p>
              <a:endParaRPr lang="zh-CN" altLang="en-US" sz="2800"/>
            </a:p>
          </p:txBody>
        </p:sp>
        <p:sp>
          <p:nvSpPr>
            <p:cNvPr id="159776" name="Arc 32"/>
            <p:cNvSpPr>
              <a:spLocks/>
            </p:cNvSpPr>
            <p:nvPr/>
          </p:nvSpPr>
          <p:spPr bwMode="auto">
            <a:xfrm flipV="1">
              <a:off x="240" y="2208"/>
              <a:ext cx="2208" cy="1094"/>
            </a:xfrm>
            <a:custGeom>
              <a:avLst/>
              <a:gdLst>
                <a:gd name="G0" fmla="+- 0 0 0"/>
                <a:gd name="G1" fmla="+- 21600 0 0"/>
                <a:gd name="G2" fmla="+- 21600 0 0"/>
                <a:gd name="T0" fmla="*/ 0 w 21363"/>
                <a:gd name="T1" fmla="*/ 0 h 21600"/>
                <a:gd name="T2" fmla="*/ 21363 w 21363"/>
                <a:gd name="T3" fmla="*/ 18409 h 21600"/>
                <a:gd name="T4" fmla="*/ 0 w 21363"/>
                <a:gd name="T5" fmla="*/ 21600 h 21600"/>
              </a:gdLst>
              <a:ahLst/>
              <a:cxnLst>
                <a:cxn ang="0">
                  <a:pos x="T0" y="T1"/>
                </a:cxn>
                <a:cxn ang="0">
                  <a:pos x="T2" y="T3"/>
                </a:cxn>
                <a:cxn ang="0">
                  <a:pos x="T4" y="T5"/>
                </a:cxn>
              </a:cxnLst>
              <a:rect l="0" t="0" r="r" b="b"/>
              <a:pathLst>
                <a:path w="21363" h="21600" fill="none" extrusionOk="0">
                  <a:moveTo>
                    <a:pt x="-1" y="0"/>
                  </a:moveTo>
                  <a:cubicBezTo>
                    <a:pt x="10696" y="0"/>
                    <a:pt x="19782" y="7829"/>
                    <a:pt x="21362" y="18409"/>
                  </a:cubicBezTo>
                </a:path>
                <a:path w="21363" h="21600" stroke="0" extrusionOk="0">
                  <a:moveTo>
                    <a:pt x="-1" y="0"/>
                  </a:moveTo>
                  <a:cubicBezTo>
                    <a:pt x="10696" y="0"/>
                    <a:pt x="19782" y="7829"/>
                    <a:pt x="21362" y="18409"/>
                  </a:cubicBezTo>
                  <a:lnTo>
                    <a:pt x="0" y="21600"/>
                  </a:lnTo>
                  <a:close/>
                </a:path>
              </a:pathLst>
            </a:custGeom>
            <a:noFill/>
            <a:ln w="19050">
              <a:solidFill>
                <a:srgbClr val="6600FF"/>
              </a:solidFill>
              <a:round/>
              <a:headEnd/>
              <a:tailEnd type="triangle" w="sm" len="lg"/>
            </a:ln>
            <a:effectLst/>
          </p:spPr>
          <p:txBody>
            <a:bodyPr wrap="none" anchor="ctr"/>
            <a:lstStyle/>
            <a:p>
              <a:endParaRPr lang="zh-CN" altLang="en-US" sz="2800"/>
            </a:p>
          </p:txBody>
        </p:sp>
        <p:sp>
          <p:nvSpPr>
            <p:cNvPr id="159777" name="Line 33"/>
            <p:cNvSpPr>
              <a:spLocks noChangeShapeType="1"/>
            </p:cNvSpPr>
            <p:nvPr/>
          </p:nvSpPr>
          <p:spPr bwMode="auto">
            <a:xfrm flipV="1">
              <a:off x="336" y="3120"/>
              <a:ext cx="2419" cy="409"/>
            </a:xfrm>
            <a:prstGeom prst="line">
              <a:avLst/>
            </a:prstGeom>
            <a:noFill/>
            <a:ln w="19050">
              <a:solidFill>
                <a:srgbClr val="6600FF"/>
              </a:solidFill>
              <a:round/>
              <a:headEnd/>
              <a:tailEnd type="triangle" w="sm" len="lg"/>
            </a:ln>
            <a:effectLst/>
          </p:spPr>
          <p:txBody>
            <a:bodyPr wrap="none" anchor="ctr"/>
            <a:lstStyle/>
            <a:p>
              <a:endParaRPr lang="zh-CN" altLang="en-US" sz="2800"/>
            </a:p>
          </p:txBody>
        </p:sp>
        <p:sp>
          <p:nvSpPr>
            <p:cNvPr id="159778" name="Freeform 34"/>
            <p:cNvSpPr>
              <a:spLocks/>
            </p:cNvSpPr>
            <p:nvPr/>
          </p:nvSpPr>
          <p:spPr bwMode="auto">
            <a:xfrm>
              <a:off x="624" y="3792"/>
              <a:ext cx="1944" cy="211"/>
            </a:xfrm>
            <a:custGeom>
              <a:avLst/>
              <a:gdLst/>
              <a:ahLst/>
              <a:cxnLst>
                <a:cxn ang="0">
                  <a:pos x="0" y="211"/>
                </a:cxn>
                <a:cxn ang="0">
                  <a:pos x="518" y="74"/>
                </a:cxn>
                <a:cxn ang="0">
                  <a:pos x="1030" y="5"/>
                </a:cxn>
                <a:cxn ang="0">
                  <a:pos x="1476" y="46"/>
                </a:cxn>
                <a:cxn ang="0">
                  <a:pos x="1944" y="165"/>
                </a:cxn>
              </a:cxnLst>
              <a:rect l="0" t="0" r="r" b="b"/>
              <a:pathLst>
                <a:path w="1944" h="211">
                  <a:moveTo>
                    <a:pt x="0" y="211"/>
                  </a:moveTo>
                  <a:cubicBezTo>
                    <a:pt x="173" y="162"/>
                    <a:pt x="346" y="108"/>
                    <a:pt x="518" y="74"/>
                  </a:cubicBezTo>
                  <a:cubicBezTo>
                    <a:pt x="690" y="40"/>
                    <a:pt x="870" y="10"/>
                    <a:pt x="1030" y="5"/>
                  </a:cubicBezTo>
                  <a:cubicBezTo>
                    <a:pt x="1190" y="0"/>
                    <a:pt x="1324" y="19"/>
                    <a:pt x="1476" y="46"/>
                  </a:cubicBezTo>
                  <a:cubicBezTo>
                    <a:pt x="1628" y="73"/>
                    <a:pt x="1847" y="140"/>
                    <a:pt x="1944" y="165"/>
                  </a:cubicBezTo>
                </a:path>
              </a:pathLst>
            </a:custGeom>
            <a:noFill/>
            <a:ln w="19050" cap="flat" cmpd="sng">
              <a:solidFill>
                <a:srgbClr val="0000FF"/>
              </a:solidFill>
              <a:prstDash val="solid"/>
              <a:round/>
              <a:headEnd type="none" w="med" len="med"/>
              <a:tailEnd type="triangle" w="sm" len="lg"/>
            </a:ln>
            <a:effectLst/>
          </p:spPr>
          <p:txBody>
            <a:bodyPr wrap="none" anchor="ctr"/>
            <a:lstStyle/>
            <a:p>
              <a:endParaRPr lang="zh-CN" altLang="en-US" sz="2800"/>
            </a:p>
          </p:txBody>
        </p:sp>
        <p:sp>
          <p:nvSpPr>
            <p:cNvPr id="159779" name="Freeform 35"/>
            <p:cNvSpPr>
              <a:spLocks/>
            </p:cNvSpPr>
            <p:nvPr/>
          </p:nvSpPr>
          <p:spPr bwMode="auto">
            <a:xfrm>
              <a:off x="624" y="2832"/>
              <a:ext cx="1672" cy="984"/>
            </a:xfrm>
            <a:custGeom>
              <a:avLst/>
              <a:gdLst/>
              <a:ahLst/>
              <a:cxnLst>
                <a:cxn ang="0">
                  <a:pos x="56" y="432"/>
                </a:cxn>
                <a:cxn ang="0">
                  <a:pos x="632" y="48"/>
                </a:cxn>
                <a:cxn ang="0">
                  <a:pos x="1256" y="144"/>
                </a:cxn>
                <a:cxn ang="0">
                  <a:pos x="1640" y="864"/>
                </a:cxn>
                <a:cxn ang="0">
                  <a:pos x="1448" y="864"/>
                </a:cxn>
                <a:cxn ang="0">
                  <a:pos x="1112" y="816"/>
                </a:cxn>
                <a:cxn ang="0">
                  <a:pos x="824" y="912"/>
                </a:cxn>
                <a:cxn ang="0">
                  <a:pos x="728" y="768"/>
                </a:cxn>
                <a:cxn ang="0">
                  <a:pos x="536" y="576"/>
                </a:cxn>
                <a:cxn ang="0">
                  <a:pos x="296" y="480"/>
                </a:cxn>
                <a:cxn ang="0">
                  <a:pos x="56" y="432"/>
                </a:cxn>
              </a:cxnLst>
              <a:rect l="0" t="0" r="r" b="b"/>
              <a:pathLst>
                <a:path w="1672" h="984">
                  <a:moveTo>
                    <a:pt x="56" y="432"/>
                  </a:moveTo>
                  <a:cubicBezTo>
                    <a:pt x="112" y="360"/>
                    <a:pt x="432" y="96"/>
                    <a:pt x="632" y="48"/>
                  </a:cubicBezTo>
                  <a:cubicBezTo>
                    <a:pt x="832" y="0"/>
                    <a:pt x="1088" y="8"/>
                    <a:pt x="1256" y="144"/>
                  </a:cubicBezTo>
                  <a:cubicBezTo>
                    <a:pt x="1424" y="280"/>
                    <a:pt x="1608" y="744"/>
                    <a:pt x="1640" y="864"/>
                  </a:cubicBezTo>
                  <a:cubicBezTo>
                    <a:pt x="1672" y="984"/>
                    <a:pt x="1536" y="872"/>
                    <a:pt x="1448" y="864"/>
                  </a:cubicBezTo>
                  <a:cubicBezTo>
                    <a:pt x="1360" y="856"/>
                    <a:pt x="1216" y="808"/>
                    <a:pt x="1112" y="816"/>
                  </a:cubicBezTo>
                  <a:cubicBezTo>
                    <a:pt x="1008" y="824"/>
                    <a:pt x="888" y="920"/>
                    <a:pt x="824" y="912"/>
                  </a:cubicBezTo>
                  <a:cubicBezTo>
                    <a:pt x="760" y="904"/>
                    <a:pt x="776" y="824"/>
                    <a:pt x="728" y="768"/>
                  </a:cubicBezTo>
                  <a:cubicBezTo>
                    <a:pt x="680" y="712"/>
                    <a:pt x="608" y="624"/>
                    <a:pt x="536" y="576"/>
                  </a:cubicBezTo>
                  <a:cubicBezTo>
                    <a:pt x="464" y="528"/>
                    <a:pt x="376" y="504"/>
                    <a:pt x="296" y="480"/>
                  </a:cubicBezTo>
                  <a:cubicBezTo>
                    <a:pt x="216" y="456"/>
                    <a:pt x="0" y="504"/>
                    <a:pt x="56" y="432"/>
                  </a:cubicBezTo>
                  <a:close/>
                </a:path>
              </a:pathLst>
            </a:custGeom>
            <a:gradFill rotWithShape="0">
              <a:gsLst>
                <a:gs pos="0">
                  <a:srgbClr val="F8FDED"/>
                </a:gs>
                <a:gs pos="100000">
                  <a:srgbClr val="94E6B9"/>
                </a:gs>
              </a:gsLst>
              <a:path path="rect">
                <a:fillToRect l="50000" t="50000" r="50000" b="50000"/>
              </a:path>
            </a:gradFill>
            <a:ln w="9525" cap="flat" cmpd="sng">
              <a:solidFill>
                <a:srgbClr val="000000"/>
              </a:solidFill>
              <a:prstDash val="solid"/>
              <a:round/>
              <a:headEnd/>
              <a:tailEnd/>
            </a:ln>
            <a:effectLst/>
          </p:spPr>
          <p:txBody>
            <a:bodyPr wrap="none" anchor="ctr"/>
            <a:lstStyle/>
            <a:p>
              <a:endParaRPr lang="zh-CN" altLang="en-US" sz="2800"/>
            </a:p>
          </p:txBody>
        </p:sp>
        <p:graphicFrame>
          <p:nvGraphicFramePr>
            <p:cNvPr id="159780" name="Object 36"/>
            <p:cNvGraphicFramePr>
              <a:graphicFrameLocks noChangeAspect="1"/>
            </p:cNvGraphicFramePr>
            <p:nvPr/>
          </p:nvGraphicFramePr>
          <p:xfrm>
            <a:off x="1394" y="3456"/>
            <a:ext cx="200" cy="252"/>
          </p:xfrm>
          <a:graphic>
            <a:graphicData uri="http://schemas.openxmlformats.org/presentationml/2006/ole">
              <p:oleObj spid="_x0000_s1024018" name="公式" r:id="rId10" imgW="152280" imgH="190440" progId="Equation.3">
                <p:embed/>
              </p:oleObj>
            </a:graphicData>
          </a:graphic>
        </p:graphicFrame>
        <p:sp>
          <p:nvSpPr>
            <p:cNvPr id="159781" name="Freeform 37"/>
            <p:cNvSpPr>
              <a:spLocks/>
            </p:cNvSpPr>
            <p:nvPr/>
          </p:nvSpPr>
          <p:spPr bwMode="auto">
            <a:xfrm>
              <a:off x="1495" y="2940"/>
              <a:ext cx="385" cy="166"/>
            </a:xfrm>
            <a:custGeom>
              <a:avLst/>
              <a:gdLst/>
              <a:ahLst/>
              <a:cxnLst>
                <a:cxn ang="0">
                  <a:pos x="0" y="166"/>
                </a:cxn>
                <a:cxn ang="0">
                  <a:pos x="144" y="111"/>
                </a:cxn>
                <a:cxn ang="0">
                  <a:pos x="281" y="60"/>
                </a:cxn>
                <a:cxn ang="0">
                  <a:pos x="385" y="0"/>
                </a:cxn>
              </a:cxnLst>
              <a:rect l="0" t="0" r="r" b="b"/>
              <a:pathLst>
                <a:path w="385" h="166">
                  <a:moveTo>
                    <a:pt x="0" y="166"/>
                  </a:moveTo>
                  <a:cubicBezTo>
                    <a:pt x="24" y="157"/>
                    <a:pt x="97" y="129"/>
                    <a:pt x="144" y="111"/>
                  </a:cubicBezTo>
                  <a:cubicBezTo>
                    <a:pt x="191" y="93"/>
                    <a:pt x="241" y="78"/>
                    <a:pt x="281" y="60"/>
                  </a:cubicBezTo>
                  <a:cubicBezTo>
                    <a:pt x="321" y="42"/>
                    <a:pt x="363" y="12"/>
                    <a:pt x="385" y="0"/>
                  </a:cubicBezTo>
                </a:path>
              </a:pathLst>
            </a:custGeom>
            <a:gradFill rotWithShape="0">
              <a:gsLst>
                <a:gs pos="0">
                  <a:schemeClr val="folHlink"/>
                </a:gs>
                <a:gs pos="50000">
                  <a:schemeClr val="bg1"/>
                </a:gs>
                <a:gs pos="100000">
                  <a:schemeClr val="folHlink"/>
                </a:gs>
              </a:gsLst>
              <a:lin ang="5400000" scaled="1"/>
            </a:gradFill>
            <a:ln w="19050" cap="flat" cmpd="sng">
              <a:solidFill>
                <a:srgbClr val="0000FF"/>
              </a:solidFill>
              <a:prstDash val="solid"/>
              <a:round/>
              <a:headEnd/>
              <a:tailEnd type="none" w="sm" len="lg"/>
            </a:ln>
            <a:effectLst/>
          </p:spPr>
          <p:txBody>
            <a:bodyPr wrap="none" anchor="ctr"/>
            <a:lstStyle/>
            <a:p>
              <a:endParaRPr lang="zh-CN" altLang="en-US" sz="2800"/>
            </a:p>
          </p:txBody>
        </p:sp>
        <p:sp>
          <p:nvSpPr>
            <p:cNvPr id="159782" name="Line 38"/>
            <p:cNvSpPr>
              <a:spLocks noChangeShapeType="1"/>
            </p:cNvSpPr>
            <p:nvPr/>
          </p:nvSpPr>
          <p:spPr bwMode="auto">
            <a:xfrm flipH="1">
              <a:off x="1728" y="3239"/>
              <a:ext cx="336" cy="48"/>
            </a:xfrm>
            <a:prstGeom prst="line">
              <a:avLst/>
            </a:prstGeom>
            <a:noFill/>
            <a:ln w="19050">
              <a:solidFill>
                <a:srgbClr val="0000FF"/>
              </a:solidFill>
              <a:round/>
              <a:headEnd/>
              <a:tailEnd/>
            </a:ln>
            <a:effectLst/>
          </p:spPr>
          <p:txBody>
            <a:bodyPr wrap="none"/>
            <a:lstStyle/>
            <a:p>
              <a:endParaRPr lang="zh-CN" altLang="en-US" sz="2800"/>
            </a:p>
          </p:txBody>
        </p:sp>
        <p:sp>
          <p:nvSpPr>
            <p:cNvPr id="159783" name="Freeform 39"/>
            <p:cNvSpPr>
              <a:spLocks/>
            </p:cNvSpPr>
            <p:nvPr/>
          </p:nvSpPr>
          <p:spPr bwMode="auto">
            <a:xfrm>
              <a:off x="1817" y="3531"/>
              <a:ext cx="418" cy="7"/>
            </a:xfrm>
            <a:custGeom>
              <a:avLst/>
              <a:gdLst/>
              <a:ahLst/>
              <a:cxnLst>
                <a:cxn ang="0">
                  <a:pos x="418" y="0"/>
                </a:cxn>
                <a:cxn ang="0">
                  <a:pos x="199" y="0"/>
                </a:cxn>
                <a:cxn ang="0">
                  <a:pos x="0" y="7"/>
                </a:cxn>
              </a:cxnLst>
              <a:rect l="0" t="0" r="r" b="b"/>
              <a:pathLst>
                <a:path w="418" h="7">
                  <a:moveTo>
                    <a:pt x="418" y="0"/>
                  </a:moveTo>
                  <a:lnTo>
                    <a:pt x="199" y="0"/>
                  </a:lnTo>
                  <a:lnTo>
                    <a:pt x="0" y="7"/>
                  </a:lnTo>
                </a:path>
              </a:pathLst>
            </a:custGeom>
            <a:noFill/>
            <a:ln w="19050" cmpd="sng">
              <a:solidFill>
                <a:srgbClr val="0000FF"/>
              </a:solidFill>
              <a:round/>
              <a:headEnd type="none" w="med" len="med"/>
              <a:tailEnd type="none" w="med" len="med"/>
            </a:ln>
            <a:effectLst/>
          </p:spPr>
          <p:txBody>
            <a:bodyPr wrap="none"/>
            <a:lstStyle/>
            <a:p>
              <a:endParaRPr lang="zh-CN" altLang="en-US" sz="2800"/>
            </a:p>
          </p:txBody>
        </p:sp>
      </p:grpSp>
      <p:grpSp>
        <p:nvGrpSpPr>
          <p:cNvPr id="6" name="Group 40"/>
          <p:cNvGrpSpPr>
            <a:grpSpLocks/>
          </p:cNvGrpSpPr>
          <p:nvPr/>
        </p:nvGrpSpPr>
        <p:grpSpPr bwMode="auto">
          <a:xfrm>
            <a:off x="1295400" y="4533900"/>
            <a:ext cx="2286000" cy="1409700"/>
            <a:chOff x="816" y="2856"/>
            <a:chExt cx="1440" cy="888"/>
          </a:xfrm>
        </p:grpSpPr>
        <p:sp>
          <p:nvSpPr>
            <p:cNvPr id="159785" name="Freeform 41"/>
            <p:cNvSpPr>
              <a:spLocks/>
            </p:cNvSpPr>
            <p:nvPr/>
          </p:nvSpPr>
          <p:spPr bwMode="auto">
            <a:xfrm>
              <a:off x="1680" y="2880"/>
              <a:ext cx="480" cy="864"/>
            </a:xfrm>
            <a:custGeom>
              <a:avLst/>
              <a:gdLst/>
              <a:ahLst/>
              <a:cxnLst>
                <a:cxn ang="0">
                  <a:pos x="0" y="0"/>
                </a:cxn>
                <a:cxn ang="0">
                  <a:pos x="288" y="336"/>
                </a:cxn>
                <a:cxn ang="0">
                  <a:pos x="528" y="816"/>
                </a:cxn>
              </a:cxnLst>
              <a:rect l="0" t="0" r="r" b="b"/>
              <a:pathLst>
                <a:path w="528" h="816">
                  <a:moveTo>
                    <a:pt x="0" y="0"/>
                  </a:moveTo>
                  <a:cubicBezTo>
                    <a:pt x="100" y="100"/>
                    <a:pt x="200" y="200"/>
                    <a:pt x="288" y="336"/>
                  </a:cubicBezTo>
                  <a:cubicBezTo>
                    <a:pt x="376" y="472"/>
                    <a:pt x="488" y="736"/>
                    <a:pt x="528" y="816"/>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86" name="Freeform 42"/>
            <p:cNvSpPr>
              <a:spLocks/>
            </p:cNvSpPr>
            <p:nvPr/>
          </p:nvSpPr>
          <p:spPr bwMode="auto">
            <a:xfrm>
              <a:off x="1468" y="2856"/>
              <a:ext cx="548" cy="840"/>
            </a:xfrm>
            <a:custGeom>
              <a:avLst/>
              <a:gdLst/>
              <a:ahLst/>
              <a:cxnLst>
                <a:cxn ang="0">
                  <a:pos x="0" y="0"/>
                </a:cxn>
                <a:cxn ang="0">
                  <a:pos x="286" y="332"/>
                </a:cxn>
                <a:cxn ang="0">
                  <a:pos x="548" y="840"/>
                </a:cxn>
              </a:cxnLst>
              <a:rect l="0" t="0" r="r" b="b"/>
              <a:pathLst>
                <a:path w="548" h="840">
                  <a:moveTo>
                    <a:pt x="0" y="0"/>
                  </a:moveTo>
                  <a:cubicBezTo>
                    <a:pt x="48" y="55"/>
                    <a:pt x="195" y="192"/>
                    <a:pt x="286" y="332"/>
                  </a:cubicBezTo>
                  <a:cubicBezTo>
                    <a:pt x="377" y="472"/>
                    <a:pt x="504" y="755"/>
                    <a:pt x="548" y="840"/>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87" name="Freeform 43"/>
            <p:cNvSpPr>
              <a:spLocks/>
            </p:cNvSpPr>
            <p:nvPr/>
          </p:nvSpPr>
          <p:spPr bwMode="auto">
            <a:xfrm>
              <a:off x="1248" y="2880"/>
              <a:ext cx="576" cy="768"/>
            </a:xfrm>
            <a:custGeom>
              <a:avLst/>
              <a:gdLst/>
              <a:ahLst/>
              <a:cxnLst>
                <a:cxn ang="0">
                  <a:pos x="0" y="0"/>
                </a:cxn>
                <a:cxn ang="0">
                  <a:pos x="288" y="336"/>
                </a:cxn>
                <a:cxn ang="0">
                  <a:pos x="528" y="816"/>
                </a:cxn>
              </a:cxnLst>
              <a:rect l="0" t="0" r="r" b="b"/>
              <a:pathLst>
                <a:path w="528" h="816">
                  <a:moveTo>
                    <a:pt x="0" y="0"/>
                  </a:moveTo>
                  <a:cubicBezTo>
                    <a:pt x="100" y="100"/>
                    <a:pt x="200" y="200"/>
                    <a:pt x="288" y="336"/>
                  </a:cubicBezTo>
                  <a:cubicBezTo>
                    <a:pt x="376" y="472"/>
                    <a:pt x="488" y="736"/>
                    <a:pt x="528" y="816"/>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88" name="Freeform 44"/>
            <p:cNvSpPr>
              <a:spLocks/>
            </p:cNvSpPr>
            <p:nvPr/>
          </p:nvSpPr>
          <p:spPr bwMode="auto">
            <a:xfrm>
              <a:off x="1104" y="2928"/>
              <a:ext cx="576" cy="720"/>
            </a:xfrm>
            <a:custGeom>
              <a:avLst/>
              <a:gdLst/>
              <a:ahLst/>
              <a:cxnLst>
                <a:cxn ang="0">
                  <a:pos x="0" y="0"/>
                </a:cxn>
                <a:cxn ang="0">
                  <a:pos x="288" y="336"/>
                </a:cxn>
                <a:cxn ang="0">
                  <a:pos x="528" y="816"/>
                </a:cxn>
              </a:cxnLst>
              <a:rect l="0" t="0" r="r" b="b"/>
              <a:pathLst>
                <a:path w="528" h="816">
                  <a:moveTo>
                    <a:pt x="0" y="0"/>
                  </a:moveTo>
                  <a:cubicBezTo>
                    <a:pt x="100" y="100"/>
                    <a:pt x="200" y="200"/>
                    <a:pt x="288" y="336"/>
                  </a:cubicBezTo>
                  <a:cubicBezTo>
                    <a:pt x="376" y="472"/>
                    <a:pt x="488" y="736"/>
                    <a:pt x="528" y="816"/>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89" name="Freeform 45"/>
            <p:cNvSpPr>
              <a:spLocks/>
            </p:cNvSpPr>
            <p:nvPr/>
          </p:nvSpPr>
          <p:spPr bwMode="auto">
            <a:xfrm>
              <a:off x="960" y="3024"/>
              <a:ext cx="576" cy="672"/>
            </a:xfrm>
            <a:custGeom>
              <a:avLst/>
              <a:gdLst/>
              <a:ahLst/>
              <a:cxnLst>
                <a:cxn ang="0">
                  <a:pos x="0" y="0"/>
                </a:cxn>
                <a:cxn ang="0">
                  <a:pos x="288" y="336"/>
                </a:cxn>
                <a:cxn ang="0">
                  <a:pos x="528" y="816"/>
                </a:cxn>
              </a:cxnLst>
              <a:rect l="0" t="0" r="r" b="b"/>
              <a:pathLst>
                <a:path w="528" h="816">
                  <a:moveTo>
                    <a:pt x="0" y="0"/>
                  </a:moveTo>
                  <a:cubicBezTo>
                    <a:pt x="100" y="100"/>
                    <a:pt x="200" y="200"/>
                    <a:pt x="288" y="336"/>
                  </a:cubicBezTo>
                  <a:cubicBezTo>
                    <a:pt x="376" y="472"/>
                    <a:pt x="488" y="736"/>
                    <a:pt x="528" y="816"/>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90" name="Freeform 46"/>
            <p:cNvSpPr>
              <a:spLocks/>
            </p:cNvSpPr>
            <p:nvPr/>
          </p:nvSpPr>
          <p:spPr bwMode="auto">
            <a:xfrm>
              <a:off x="816" y="3120"/>
              <a:ext cx="384" cy="336"/>
            </a:xfrm>
            <a:custGeom>
              <a:avLst/>
              <a:gdLst/>
              <a:ahLst/>
              <a:cxnLst>
                <a:cxn ang="0">
                  <a:pos x="0" y="0"/>
                </a:cxn>
                <a:cxn ang="0">
                  <a:pos x="288" y="336"/>
                </a:cxn>
                <a:cxn ang="0">
                  <a:pos x="528" y="816"/>
                </a:cxn>
              </a:cxnLst>
              <a:rect l="0" t="0" r="r" b="b"/>
              <a:pathLst>
                <a:path w="528" h="816">
                  <a:moveTo>
                    <a:pt x="0" y="0"/>
                  </a:moveTo>
                  <a:cubicBezTo>
                    <a:pt x="100" y="100"/>
                    <a:pt x="200" y="200"/>
                    <a:pt x="288" y="336"/>
                  </a:cubicBezTo>
                  <a:cubicBezTo>
                    <a:pt x="376" y="472"/>
                    <a:pt x="488" y="736"/>
                    <a:pt x="528" y="816"/>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91" name="Freeform 47"/>
            <p:cNvSpPr>
              <a:spLocks/>
            </p:cNvSpPr>
            <p:nvPr/>
          </p:nvSpPr>
          <p:spPr bwMode="auto">
            <a:xfrm>
              <a:off x="816" y="2968"/>
              <a:ext cx="1200" cy="344"/>
            </a:xfrm>
            <a:custGeom>
              <a:avLst/>
              <a:gdLst/>
              <a:ahLst/>
              <a:cxnLst>
                <a:cxn ang="0">
                  <a:pos x="0" y="344"/>
                </a:cxn>
                <a:cxn ang="0">
                  <a:pos x="384" y="104"/>
                </a:cxn>
                <a:cxn ang="0">
                  <a:pos x="720" y="8"/>
                </a:cxn>
                <a:cxn ang="0">
                  <a:pos x="1200" y="152"/>
                </a:cxn>
              </a:cxnLst>
              <a:rect l="0" t="0" r="r" b="b"/>
              <a:pathLst>
                <a:path w="1200" h="344">
                  <a:moveTo>
                    <a:pt x="0" y="344"/>
                  </a:moveTo>
                  <a:cubicBezTo>
                    <a:pt x="132" y="252"/>
                    <a:pt x="264" y="160"/>
                    <a:pt x="384" y="104"/>
                  </a:cubicBezTo>
                  <a:cubicBezTo>
                    <a:pt x="504" y="48"/>
                    <a:pt x="584" y="0"/>
                    <a:pt x="720" y="8"/>
                  </a:cubicBezTo>
                  <a:cubicBezTo>
                    <a:pt x="856" y="16"/>
                    <a:pt x="1120" y="128"/>
                    <a:pt x="1200" y="152"/>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92" name="Freeform 48"/>
            <p:cNvSpPr>
              <a:spLocks/>
            </p:cNvSpPr>
            <p:nvPr/>
          </p:nvSpPr>
          <p:spPr bwMode="auto">
            <a:xfrm>
              <a:off x="1008" y="3152"/>
              <a:ext cx="1104" cy="208"/>
            </a:xfrm>
            <a:custGeom>
              <a:avLst/>
              <a:gdLst/>
              <a:ahLst/>
              <a:cxnLst>
                <a:cxn ang="0">
                  <a:pos x="0" y="208"/>
                </a:cxn>
                <a:cxn ang="0">
                  <a:pos x="288" y="64"/>
                </a:cxn>
                <a:cxn ang="0">
                  <a:pos x="720" y="16"/>
                </a:cxn>
                <a:cxn ang="0">
                  <a:pos x="1104" y="160"/>
                </a:cxn>
              </a:cxnLst>
              <a:rect l="0" t="0" r="r" b="b"/>
              <a:pathLst>
                <a:path w="1104" h="208">
                  <a:moveTo>
                    <a:pt x="0" y="208"/>
                  </a:moveTo>
                  <a:cubicBezTo>
                    <a:pt x="84" y="152"/>
                    <a:pt x="168" y="96"/>
                    <a:pt x="288" y="64"/>
                  </a:cubicBezTo>
                  <a:cubicBezTo>
                    <a:pt x="408" y="32"/>
                    <a:pt x="584" y="0"/>
                    <a:pt x="720" y="16"/>
                  </a:cubicBezTo>
                  <a:cubicBezTo>
                    <a:pt x="856" y="32"/>
                    <a:pt x="1040" y="136"/>
                    <a:pt x="1104" y="160"/>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93" name="Freeform 49"/>
            <p:cNvSpPr>
              <a:spLocks/>
            </p:cNvSpPr>
            <p:nvPr/>
          </p:nvSpPr>
          <p:spPr bwMode="auto">
            <a:xfrm>
              <a:off x="1200" y="3296"/>
              <a:ext cx="960" cy="160"/>
            </a:xfrm>
            <a:custGeom>
              <a:avLst/>
              <a:gdLst/>
              <a:ahLst/>
              <a:cxnLst>
                <a:cxn ang="0">
                  <a:pos x="0" y="160"/>
                </a:cxn>
                <a:cxn ang="0">
                  <a:pos x="336" y="16"/>
                </a:cxn>
                <a:cxn ang="0">
                  <a:pos x="720" y="64"/>
                </a:cxn>
                <a:cxn ang="0">
                  <a:pos x="960" y="160"/>
                </a:cxn>
              </a:cxnLst>
              <a:rect l="0" t="0" r="r" b="b"/>
              <a:pathLst>
                <a:path w="960" h="160">
                  <a:moveTo>
                    <a:pt x="0" y="160"/>
                  </a:moveTo>
                  <a:cubicBezTo>
                    <a:pt x="108" y="96"/>
                    <a:pt x="216" y="32"/>
                    <a:pt x="336" y="16"/>
                  </a:cubicBezTo>
                  <a:cubicBezTo>
                    <a:pt x="456" y="0"/>
                    <a:pt x="616" y="40"/>
                    <a:pt x="720" y="64"/>
                  </a:cubicBezTo>
                  <a:cubicBezTo>
                    <a:pt x="824" y="88"/>
                    <a:pt x="920" y="144"/>
                    <a:pt x="960" y="160"/>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sp>
          <p:nvSpPr>
            <p:cNvPr id="159794" name="Freeform 50"/>
            <p:cNvSpPr>
              <a:spLocks/>
            </p:cNvSpPr>
            <p:nvPr/>
          </p:nvSpPr>
          <p:spPr bwMode="auto">
            <a:xfrm>
              <a:off x="1344" y="3504"/>
              <a:ext cx="912" cy="96"/>
            </a:xfrm>
            <a:custGeom>
              <a:avLst/>
              <a:gdLst/>
              <a:ahLst/>
              <a:cxnLst>
                <a:cxn ang="0">
                  <a:pos x="0" y="96"/>
                </a:cxn>
                <a:cxn ang="0">
                  <a:pos x="288" y="0"/>
                </a:cxn>
                <a:cxn ang="0">
                  <a:pos x="912" y="96"/>
                </a:cxn>
              </a:cxnLst>
              <a:rect l="0" t="0" r="r" b="b"/>
              <a:pathLst>
                <a:path w="912" h="96">
                  <a:moveTo>
                    <a:pt x="0" y="96"/>
                  </a:moveTo>
                  <a:cubicBezTo>
                    <a:pt x="68" y="48"/>
                    <a:pt x="136" y="0"/>
                    <a:pt x="288" y="0"/>
                  </a:cubicBezTo>
                  <a:cubicBezTo>
                    <a:pt x="440" y="0"/>
                    <a:pt x="808" y="80"/>
                    <a:pt x="912" y="96"/>
                  </a:cubicBezTo>
                </a:path>
              </a:pathLst>
            </a:custGeom>
            <a:noFill/>
            <a:ln w="19050" cap="flat" cmpd="sng">
              <a:solidFill>
                <a:srgbClr val="33CC33"/>
              </a:solidFill>
              <a:prstDash val="solid"/>
              <a:round/>
              <a:headEnd/>
              <a:tailEnd type="none" w="sm" len="lg"/>
            </a:ln>
            <a:effectLst/>
          </p:spPr>
          <p:txBody>
            <a:bodyPr wrap="none" anchor="ctr"/>
            <a:lstStyle/>
            <a:p>
              <a:endParaRPr lang="zh-CN" altLang="en-US" sz="2800"/>
            </a:p>
          </p:txBody>
        </p:sp>
      </p:grpSp>
      <p:grpSp>
        <p:nvGrpSpPr>
          <p:cNvPr id="7" name="Group 51"/>
          <p:cNvGrpSpPr>
            <a:grpSpLocks/>
          </p:cNvGrpSpPr>
          <p:nvPr/>
        </p:nvGrpSpPr>
        <p:grpSpPr bwMode="auto">
          <a:xfrm>
            <a:off x="2197100" y="3581400"/>
            <a:ext cx="1152525" cy="1447800"/>
            <a:chOff x="1384" y="2256"/>
            <a:chExt cx="726" cy="912"/>
          </a:xfrm>
        </p:grpSpPr>
        <p:graphicFrame>
          <p:nvGraphicFramePr>
            <p:cNvPr id="159796" name="Object 52"/>
            <p:cNvGraphicFramePr>
              <a:graphicFrameLocks noChangeAspect="1"/>
            </p:cNvGraphicFramePr>
            <p:nvPr/>
          </p:nvGraphicFramePr>
          <p:xfrm>
            <a:off x="1728" y="2256"/>
            <a:ext cx="382" cy="369"/>
          </p:xfrm>
          <a:graphic>
            <a:graphicData uri="http://schemas.openxmlformats.org/presentationml/2006/ole">
              <p:oleObj spid="_x0000_s1024016" name="Equation" r:id="rId11" imgW="215640" imgH="203040" progId="Equation.3">
                <p:embed/>
              </p:oleObj>
            </a:graphicData>
          </a:graphic>
        </p:graphicFrame>
        <p:sp>
          <p:nvSpPr>
            <p:cNvPr id="159797" name="Freeform 53" descr="20%"/>
            <p:cNvSpPr>
              <a:spLocks/>
            </p:cNvSpPr>
            <p:nvPr/>
          </p:nvSpPr>
          <p:spPr bwMode="auto">
            <a:xfrm>
              <a:off x="1384" y="2976"/>
              <a:ext cx="352" cy="192"/>
            </a:xfrm>
            <a:custGeom>
              <a:avLst/>
              <a:gdLst/>
              <a:ahLst/>
              <a:cxnLst>
                <a:cxn ang="0">
                  <a:pos x="52" y="8"/>
                </a:cxn>
                <a:cxn ang="0">
                  <a:pos x="200" y="0"/>
                </a:cxn>
                <a:cxn ang="0">
                  <a:pos x="352" y="188"/>
                </a:cxn>
                <a:cxn ang="0">
                  <a:pos x="166" y="192"/>
                </a:cxn>
                <a:cxn ang="0">
                  <a:pos x="159" y="185"/>
                </a:cxn>
                <a:cxn ang="0">
                  <a:pos x="0" y="20"/>
                </a:cxn>
                <a:cxn ang="0">
                  <a:pos x="52" y="8"/>
                </a:cxn>
              </a:cxnLst>
              <a:rect l="0" t="0" r="r" b="b"/>
              <a:pathLst>
                <a:path w="352" h="192">
                  <a:moveTo>
                    <a:pt x="52" y="8"/>
                  </a:moveTo>
                  <a:lnTo>
                    <a:pt x="200" y="0"/>
                  </a:lnTo>
                  <a:lnTo>
                    <a:pt x="352" y="188"/>
                  </a:lnTo>
                  <a:lnTo>
                    <a:pt x="166" y="192"/>
                  </a:lnTo>
                  <a:lnTo>
                    <a:pt x="159" y="185"/>
                  </a:lnTo>
                  <a:lnTo>
                    <a:pt x="0" y="20"/>
                  </a:lnTo>
                  <a:lnTo>
                    <a:pt x="52" y="8"/>
                  </a:lnTo>
                  <a:close/>
                </a:path>
              </a:pathLst>
            </a:custGeom>
            <a:pattFill prst="pct20">
              <a:fgClr>
                <a:srgbClr val="A50021"/>
              </a:fgClr>
              <a:bgClr>
                <a:srgbClr val="FFDDFF"/>
              </a:bgClr>
            </a:pattFill>
            <a:ln w="12700" cap="flat" cmpd="sng">
              <a:solidFill>
                <a:srgbClr val="CC00CC"/>
              </a:solidFill>
              <a:prstDash val="solid"/>
              <a:round/>
              <a:headEnd/>
              <a:tailEnd/>
            </a:ln>
            <a:effectLst/>
          </p:spPr>
          <p:txBody>
            <a:bodyPr wrap="none" anchor="ctr"/>
            <a:lstStyle/>
            <a:p>
              <a:endParaRPr lang="zh-CN" altLang="en-US" sz="2800"/>
            </a:p>
          </p:txBody>
        </p:sp>
        <p:sp>
          <p:nvSpPr>
            <p:cNvPr id="159798" name="Line 54"/>
            <p:cNvSpPr>
              <a:spLocks noChangeShapeType="1"/>
            </p:cNvSpPr>
            <p:nvPr/>
          </p:nvSpPr>
          <p:spPr bwMode="auto">
            <a:xfrm flipV="1">
              <a:off x="1536" y="2577"/>
              <a:ext cx="336" cy="507"/>
            </a:xfrm>
            <a:prstGeom prst="line">
              <a:avLst/>
            </a:prstGeom>
            <a:noFill/>
            <a:ln w="38100">
              <a:solidFill>
                <a:srgbClr val="FF0066"/>
              </a:solidFill>
              <a:round/>
              <a:headEnd/>
              <a:tailEnd type="triangle" w="sm" len="lg"/>
            </a:ln>
            <a:effectLst/>
          </p:spPr>
          <p:txBody>
            <a:bodyPr wrap="none" anchor="ctr"/>
            <a:lstStyle/>
            <a:p>
              <a:endParaRPr lang="zh-CN" altLang="en-US" sz="2800"/>
            </a:p>
          </p:txBody>
        </p:sp>
        <p:sp>
          <p:nvSpPr>
            <p:cNvPr id="159799" name="Freeform 55"/>
            <p:cNvSpPr>
              <a:spLocks/>
            </p:cNvSpPr>
            <p:nvPr/>
          </p:nvSpPr>
          <p:spPr bwMode="auto">
            <a:xfrm>
              <a:off x="1544" y="3052"/>
              <a:ext cx="104" cy="28"/>
            </a:xfrm>
            <a:custGeom>
              <a:avLst/>
              <a:gdLst/>
              <a:ahLst/>
              <a:cxnLst>
                <a:cxn ang="0">
                  <a:pos x="0" y="28"/>
                </a:cxn>
                <a:cxn ang="0">
                  <a:pos x="104" y="0"/>
                </a:cxn>
              </a:cxnLst>
              <a:rect l="0" t="0" r="r" b="b"/>
              <a:pathLst>
                <a:path w="104" h="28">
                  <a:moveTo>
                    <a:pt x="0" y="28"/>
                  </a:moveTo>
                  <a:lnTo>
                    <a:pt x="104" y="0"/>
                  </a:lnTo>
                </a:path>
              </a:pathLst>
            </a:custGeom>
            <a:noFill/>
            <a:ln w="19050" cmpd="sng">
              <a:solidFill>
                <a:srgbClr val="0000FF"/>
              </a:solidFill>
              <a:round/>
              <a:headEnd type="none" w="med" len="med"/>
              <a:tailEnd type="none" w="med" len="med"/>
            </a:ln>
            <a:effectLst/>
          </p:spPr>
          <p:txBody>
            <a:bodyPr wrap="none"/>
            <a:lstStyle/>
            <a:p>
              <a:endParaRPr lang="zh-CN" altLang="en-US" sz="2800"/>
            </a:p>
          </p:txBody>
        </p:sp>
      </p:grpSp>
      <p:grpSp>
        <p:nvGrpSpPr>
          <p:cNvPr id="8" name="Group 56"/>
          <p:cNvGrpSpPr>
            <a:grpSpLocks/>
          </p:cNvGrpSpPr>
          <p:nvPr/>
        </p:nvGrpSpPr>
        <p:grpSpPr bwMode="auto">
          <a:xfrm>
            <a:off x="2438400" y="4038600"/>
            <a:ext cx="1930400" cy="838200"/>
            <a:chOff x="1536" y="2544"/>
            <a:chExt cx="1216" cy="528"/>
          </a:xfrm>
        </p:grpSpPr>
        <p:graphicFrame>
          <p:nvGraphicFramePr>
            <p:cNvPr id="159801" name="Object 57"/>
            <p:cNvGraphicFramePr>
              <a:graphicFrameLocks noChangeAspect="1"/>
            </p:cNvGraphicFramePr>
            <p:nvPr/>
          </p:nvGraphicFramePr>
          <p:xfrm>
            <a:off x="2448" y="2544"/>
            <a:ext cx="304" cy="384"/>
          </p:xfrm>
          <a:graphic>
            <a:graphicData uri="http://schemas.openxmlformats.org/presentationml/2006/ole">
              <p:oleObj spid="_x0000_s1024015" name="公式" r:id="rId12" imgW="152280" imgH="190440" progId="Equation.3">
                <p:embed/>
              </p:oleObj>
            </a:graphicData>
          </a:graphic>
        </p:graphicFrame>
        <p:sp>
          <p:nvSpPr>
            <p:cNvPr id="159802" name="Line 58"/>
            <p:cNvSpPr>
              <a:spLocks noChangeShapeType="1"/>
            </p:cNvSpPr>
            <p:nvPr/>
          </p:nvSpPr>
          <p:spPr bwMode="auto">
            <a:xfrm flipV="1">
              <a:off x="1536" y="2784"/>
              <a:ext cx="960" cy="288"/>
            </a:xfrm>
            <a:prstGeom prst="line">
              <a:avLst/>
            </a:prstGeom>
            <a:noFill/>
            <a:ln w="38100">
              <a:solidFill>
                <a:srgbClr val="0000FF"/>
              </a:solidFill>
              <a:round/>
              <a:headEnd/>
              <a:tailEnd type="triangle" w="sm" len="lg"/>
            </a:ln>
            <a:effectLst/>
          </p:spPr>
          <p:txBody>
            <a:bodyPr wrap="none" anchor="ctr"/>
            <a:lstStyle/>
            <a:p>
              <a:endParaRPr lang="zh-CN" altLang="en-US" sz="2800"/>
            </a:p>
          </p:txBody>
        </p:sp>
      </p:grpSp>
      <p:grpSp>
        <p:nvGrpSpPr>
          <p:cNvPr id="9" name="Group 59"/>
          <p:cNvGrpSpPr>
            <a:grpSpLocks/>
          </p:cNvGrpSpPr>
          <p:nvPr/>
        </p:nvGrpSpPr>
        <p:grpSpPr bwMode="auto">
          <a:xfrm>
            <a:off x="2743200" y="4038600"/>
            <a:ext cx="838200" cy="635000"/>
            <a:chOff x="1728" y="2544"/>
            <a:chExt cx="528" cy="400"/>
          </a:xfrm>
        </p:grpSpPr>
        <p:sp>
          <p:nvSpPr>
            <p:cNvPr id="159804" name="Arc 60"/>
            <p:cNvSpPr>
              <a:spLocks/>
            </p:cNvSpPr>
            <p:nvPr/>
          </p:nvSpPr>
          <p:spPr bwMode="auto">
            <a:xfrm>
              <a:off x="1728" y="2705"/>
              <a:ext cx="233" cy="239"/>
            </a:xfrm>
            <a:custGeom>
              <a:avLst/>
              <a:gdLst>
                <a:gd name="G0" fmla="+- 0 0 0"/>
                <a:gd name="G1" fmla="+- 20327 0 0"/>
                <a:gd name="G2" fmla="+- 21600 0 0"/>
                <a:gd name="T0" fmla="*/ 7307 w 21600"/>
                <a:gd name="T1" fmla="*/ 0 h 22141"/>
                <a:gd name="T2" fmla="*/ 21524 w 21600"/>
                <a:gd name="T3" fmla="*/ 22141 h 22141"/>
                <a:gd name="T4" fmla="*/ 0 w 21600"/>
                <a:gd name="T5" fmla="*/ 20327 h 22141"/>
              </a:gdLst>
              <a:ahLst/>
              <a:cxnLst>
                <a:cxn ang="0">
                  <a:pos x="T0" y="T1"/>
                </a:cxn>
                <a:cxn ang="0">
                  <a:pos x="T2" y="T3"/>
                </a:cxn>
                <a:cxn ang="0">
                  <a:pos x="T4" y="T5"/>
                </a:cxn>
              </a:cxnLst>
              <a:rect l="0" t="0" r="r" b="b"/>
              <a:pathLst>
                <a:path w="21600" h="22141" fill="none" extrusionOk="0">
                  <a:moveTo>
                    <a:pt x="7306" y="0"/>
                  </a:moveTo>
                  <a:cubicBezTo>
                    <a:pt x="15881" y="3082"/>
                    <a:pt x="21600" y="11214"/>
                    <a:pt x="21600" y="20327"/>
                  </a:cubicBezTo>
                  <a:cubicBezTo>
                    <a:pt x="21600" y="20932"/>
                    <a:pt x="21574" y="21537"/>
                    <a:pt x="21523" y="22140"/>
                  </a:cubicBezTo>
                </a:path>
                <a:path w="21600" h="22141" stroke="0" extrusionOk="0">
                  <a:moveTo>
                    <a:pt x="7306" y="0"/>
                  </a:moveTo>
                  <a:cubicBezTo>
                    <a:pt x="15881" y="3082"/>
                    <a:pt x="21600" y="11214"/>
                    <a:pt x="21600" y="20327"/>
                  </a:cubicBezTo>
                  <a:cubicBezTo>
                    <a:pt x="21600" y="20932"/>
                    <a:pt x="21574" y="21537"/>
                    <a:pt x="21523" y="22140"/>
                  </a:cubicBezTo>
                  <a:lnTo>
                    <a:pt x="0" y="20327"/>
                  </a:lnTo>
                  <a:close/>
                </a:path>
              </a:pathLst>
            </a:custGeom>
            <a:noFill/>
            <a:ln w="38100">
              <a:solidFill>
                <a:srgbClr val="CC00CC"/>
              </a:solidFill>
              <a:round/>
              <a:headEnd/>
              <a:tailEnd type="none" w="sm" len="lg"/>
            </a:ln>
            <a:effectLst/>
          </p:spPr>
          <p:txBody>
            <a:bodyPr wrap="none" anchor="ctr"/>
            <a:lstStyle/>
            <a:p>
              <a:endParaRPr lang="zh-CN" altLang="en-US" sz="2800"/>
            </a:p>
          </p:txBody>
        </p:sp>
        <p:graphicFrame>
          <p:nvGraphicFramePr>
            <p:cNvPr id="159805" name="Object 61"/>
            <p:cNvGraphicFramePr>
              <a:graphicFrameLocks noChangeAspect="1"/>
            </p:cNvGraphicFramePr>
            <p:nvPr/>
          </p:nvGraphicFramePr>
          <p:xfrm>
            <a:off x="1918" y="2544"/>
            <a:ext cx="338" cy="340"/>
          </p:xfrm>
          <a:graphic>
            <a:graphicData uri="http://schemas.openxmlformats.org/presentationml/2006/ole">
              <p:oleObj spid="_x0000_s1024014" name="公式" r:id="rId13" imgW="126720" imgH="177480" progId="Equation.3">
                <p:embed/>
              </p:oleObj>
            </a:graphicData>
          </a:graphic>
        </p:graphicFrame>
      </p:grpSp>
      <p:grpSp>
        <p:nvGrpSpPr>
          <p:cNvPr id="10" name="Group 62"/>
          <p:cNvGrpSpPr>
            <a:grpSpLocks/>
          </p:cNvGrpSpPr>
          <p:nvPr/>
        </p:nvGrpSpPr>
        <p:grpSpPr bwMode="auto">
          <a:xfrm>
            <a:off x="838200" y="1219200"/>
            <a:ext cx="1076325" cy="2011363"/>
            <a:chOff x="528" y="768"/>
            <a:chExt cx="678" cy="1267"/>
          </a:xfrm>
        </p:grpSpPr>
        <p:grpSp>
          <p:nvGrpSpPr>
            <p:cNvPr id="11" name="Group 63"/>
            <p:cNvGrpSpPr>
              <a:grpSpLocks/>
            </p:cNvGrpSpPr>
            <p:nvPr/>
          </p:nvGrpSpPr>
          <p:grpSpPr bwMode="auto">
            <a:xfrm>
              <a:off x="528" y="768"/>
              <a:ext cx="678" cy="1267"/>
              <a:chOff x="528" y="768"/>
              <a:chExt cx="678" cy="1267"/>
            </a:xfrm>
          </p:grpSpPr>
          <p:grpSp>
            <p:nvGrpSpPr>
              <p:cNvPr id="12" name="Group 64"/>
              <p:cNvGrpSpPr>
                <a:grpSpLocks/>
              </p:cNvGrpSpPr>
              <p:nvPr/>
            </p:nvGrpSpPr>
            <p:grpSpPr bwMode="auto">
              <a:xfrm>
                <a:off x="528" y="768"/>
                <a:ext cx="678" cy="1267"/>
                <a:chOff x="528" y="768"/>
                <a:chExt cx="678" cy="1267"/>
              </a:xfrm>
            </p:grpSpPr>
            <p:sp>
              <p:nvSpPr>
                <p:cNvPr id="159809" name="AutoShape 65"/>
                <p:cNvSpPr>
                  <a:spLocks noChangeArrowheads="1"/>
                </p:cNvSpPr>
                <p:nvPr/>
              </p:nvSpPr>
              <p:spPr bwMode="auto">
                <a:xfrm rot="6956949">
                  <a:off x="448" y="1266"/>
                  <a:ext cx="1256" cy="260"/>
                </a:xfrm>
                <a:prstGeom prst="parallelogram">
                  <a:avLst>
                    <a:gd name="adj" fmla="val 204726"/>
                  </a:avLst>
                </a:prstGeom>
                <a:solidFill>
                  <a:srgbClr val="FFF3FF">
                    <a:alpha val="50000"/>
                  </a:srgbClr>
                </a:solidFill>
                <a:ln w="28575">
                  <a:solidFill>
                    <a:srgbClr val="FF3300"/>
                  </a:solidFill>
                  <a:prstDash val="dash"/>
                  <a:miter lim="800000"/>
                  <a:headEnd/>
                  <a:tailEnd/>
                </a:ln>
                <a:effectLst/>
              </p:spPr>
              <p:txBody>
                <a:bodyPr wrap="none" anchor="ctr"/>
                <a:lstStyle/>
                <a:p>
                  <a:endParaRPr lang="zh-CN" altLang="en-US" sz="2800"/>
                </a:p>
              </p:txBody>
            </p:sp>
            <p:graphicFrame>
              <p:nvGraphicFramePr>
                <p:cNvPr id="159810" name="Object 66"/>
                <p:cNvGraphicFramePr>
                  <a:graphicFrameLocks noChangeAspect="1"/>
                </p:cNvGraphicFramePr>
                <p:nvPr/>
              </p:nvGraphicFramePr>
              <p:xfrm>
                <a:off x="528" y="1536"/>
                <a:ext cx="411" cy="499"/>
              </p:xfrm>
              <a:graphic>
                <a:graphicData uri="http://schemas.openxmlformats.org/presentationml/2006/ole">
                  <p:oleObj spid="_x0000_s1024013" name="公式" r:id="rId14" imgW="177480" imgH="215640" progId="Equation.3">
                    <p:embed/>
                  </p:oleObj>
                </a:graphicData>
              </a:graphic>
            </p:graphicFrame>
          </p:grpSp>
          <p:graphicFrame>
            <p:nvGraphicFramePr>
              <p:cNvPr id="159811" name="Object 67"/>
              <p:cNvGraphicFramePr>
                <a:graphicFrameLocks noChangeAspect="1"/>
              </p:cNvGraphicFramePr>
              <p:nvPr/>
            </p:nvGraphicFramePr>
            <p:xfrm>
              <a:off x="984" y="1728"/>
              <a:ext cx="216" cy="288"/>
            </p:xfrm>
            <a:graphic>
              <a:graphicData uri="http://schemas.openxmlformats.org/presentationml/2006/ole">
                <p:oleObj spid="_x0000_s1024012" name="公式" r:id="rId15" imgW="126720" imgH="177480" progId="Equation.3">
                  <p:embed/>
                </p:oleObj>
              </a:graphicData>
            </a:graphic>
          </p:graphicFrame>
        </p:grpSp>
        <p:sp>
          <p:nvSpPr>
            <p:cNvPr id="159812" name="Arc 68"/>
            <p:cNvSpPr>
              <a:spLocks/>
            </p:cNvSpPr>
            <p:nvPr/>
          </p:nvSpPr>
          <p:spPr bwMode="auto">
            <a:xfrm flipV="1">
              <a:off x="912" y="1651"/>
              <a:ext cx="240" cy="126"/>
            </a:xfrm>
            <a:custGeom>
              <a:avLst/>
              <a:gdLst>
                <a:gd name="G0" fmla="+- 0 0 0"/>
                <a:gd name="G1" fmla="+- 21600 0 0"/>
                <a:gd name="G2" fmla="+- 21600 0 0"/>
                <a:gd name="T0" fmla="*/ 0 w 21600"/>
                <a:gd name="T1" fmla="*/ 0 h 23815"/>
                <a:gd name="T2" fmla="*/ 21486 w 21600"/>
                <a:gd name="T3" fmla="*/ 23815 h 23815"/>
                <a:gd name="T4" fmla="*/ 0 w 21600"/>
                <a:gd name="T5" fmla="*/ 21600 h 23815"/>
              </a:gdLst>
              <a:ahLst/>
              <a:cxnLst>
                <a:cxn ang="0">
                  <a:pos x="T0" y="T1"/>
                </a:cxn>
                <a:cxn ang="0">
                  <a:pos x="T2" y="T3"/>
                </a:cxn>
                <a:cxn ang="0">
                  <a:pos x="T4" y="T5"/>
                </a:cxn>
              </a:cxnLst>
              <a:rect l="0" t="0" r="r" b="b"/>
              <a:pathLst>
                <a:path w="21600" h="23815" fill="none" extrusionOk="0">
                  <a:moveTo>
                    <a:pt x="-1" y="0"/>
                  </a:moveTo>
                  <a:cubicBezTo>
                    <a:pt x="11929" y="0"/>
                    <a:pt x="21600" y="9670"/>
                    <a:pt x="21600" y="21600"/>
                  </a:cubicBezTo>
                  <a:cubicBezTo>
                    <a:pt x="21600" y="22339"/>
                    <a:pt x="21561" y="23079"/>
                    <a:pt x="21486" y="23815"/>
                  </a:cubicBezTo>
                </a:path>
                <a:path w="21600" h="23815" stroke="0" extrusionOk="0">
                  <a:moveTo>
                    <a:pt x="-1" y="0"/>
                  </a:moveTo>
                  <a:cubicBezTo>
                    <a:pt x="11929" y="0"/>
                    <a:pt x="21600" y="9670"/>
                    <a:pt x="21600" y="21600"/>
                  </a:cubicBezTo>
                  <a:cubicBezTo>
                    <a:pt x="21600" y="22339"/>
                    <a:pt x="21561" y="23079"/>
                    <a:pt x="21486" y="23815"/>
                  </a:cubicBezTo>
                  <a:lnTo>
                    <a:pt x="0" y="21600"/>
                  </a:lnTo>
                  <a:close/>
                </a:path>
              </a:pathLst>
            </a:custGeom>
            <a:noFill/>
            <a:ln w="28575">
              <a:solidFill>
                <a:srgbClr val="33CC33"/>
              </a:solidFill>
              <a:round/>
              <a:headEnd/>
              <a:tailEnd type="none" w="sm" len="lg"/>
            </a:ln>
            <a:effectLst/>
          </p:spPr>
          <p:txBody>
            <a:bodyPr wrap="none" anchor="ctr"/>
            <a:lstStyle/>
            <a:p>
              <a:endParaRPr lang="zh-CN" altLang="en-US" sz="2800"/>
            </a:p>
          </p:txBody>
        </p:sp>
      </p:grpSp>
      <p:graphicFrame>
        <p:nvGraphicFramePr>
          <p:cNvPr id="159813" name="Object 69"/>
          <p:cNvGraphicFramePr>
            <a:graphicFrameLocks noChangeAspect="1"/>
          </p:cNvGraphicFramePr>
          <p:nvPr/>
        </p:nvGraphicFramePr>
        <p:xfrm>
          <a:off x="3886200" y="685800"/>
          <a:ext cx="498475" cy="628650"/>
        </p:xfrm>
        <a:graphic>
          <a:graphicData uri="http://schemas.openxmlformats.org/presentationml/2006/ole">
            <p:oleObj spid="_x0000_s1024007" name="公式" r:id="rId16" imgW="152280" imgH="190440" progId="Equation.3">
              <p:embed/>
            </p:oleObj>
          </a:graphicData>
        </a:graphic>
      </p:graphicFrame>
      <p:grpSp>
        <p:nvGrpSpPr>
          <p:cNvPr id="13" name="Group 70"/>
          <p:cNvGrpSpPr>
            <a:grpSpLocks/>
          </p:cNvGrpSpPr>
          <p:nvPr/>
        </p:nvGrpSpPr>
        <p:grpSpPr bwMode="auto">
          <a:xfrm>
            <a:off x="1600200" y="1371600"/>
            <a:ext cx="1066800" cy="1752600"/>
            <a:chOff x="1008" y="864"/>
            <a:chExt cx="672" cy="1104"/>
          </a:xfrm>
        </p:grpSpPr>
        <p:grpSp>
          <p:nvGrpSpPr>
            <p:cNvPr id="14" name="Group 71"/>
            <p:cNvGrpSpPr>
              <a:grpSpLocks/>
            </p:cNvGrpSpPr>
            <p:nvPr/>
          </p:nvGrpSpPr>
          <p:grpSpPr bwMode="auto">
            <a:xfrm>
              <a:off x="1008" y="864"/>
              <a:ext cx="624" cy="1104"/>
              <a:chOff x="1008" y="864"/>
              <a:chExt cx="624" cy="1104"/>
            </a:xfrm>
          </p:grpSpPr>
          <p:grpSp>
            <p:nvGrpSpPr>
              <p:cNvPr id="15" name="Group 72"/>
              <p:cNvGrpSpPr>
                <a:grpSpLocks/>
              </p:cNvGrpSpPr>
              <p:nvPr/>
            </p:nvGrpSpPr>
            <p:grpSpPr bwMode="auto">
              <a:xfrm>
                <a:off x="1008" y="864"/>
                <a:ext cx="624" cy="912"/>
                <a:chOff x="1296" y="672"/>
                <a:chExt cx="624" cy="912"/>
              </a:xfrm>
            </p:grpSpPr>
            <p:sp>
              <p:nvSpPr>
                <p:cNvPr id="159817" name="AutoShape 73"/>
                <p:cNvSpPr>
                  <a:spLocks noChangeArrowheads="1"/>
                </p:cNvSpPr>
                <p:nvPr/>
              </p:nvSpPr>
              <p:spPr bwMode="auto">
                <a:xfrm rot="6956949">
                  <a:off x="1128" y="840"/>
                  <a:ext cx="912" cy="576"/>
                </a:xfrm>
                <a:prstGeom prst="parallelogram">
                  <a:avLst>
                    <a:gd name="adj" fmla="val 39583"/>
                  </a:avLst>
                </a:prstGeom>
                <a:solidFill>
                  <a:srgbClr val="FFFFE7">
                    <a:alpha val="50000"/>
                  </a:srgbClr>
                </a:solidFill>
                <a:ln w="28575">
                  <a:solidFill>
                    <a:srgbClr val="CC9900"/>
                  </a:solidFill>
                  <a:miter lim="800000"/>
                  <a:headEnd/>
                  <a:tailEnd/>
                </a:ln>
                <a:effectLst/>
              </p:spPr>
              <p:txBody>
                <a:bodyPr wrap="none" anchor="ctr"/>
                <a:lstStyle/>
                <a:p>
                  <a:endParaRPr lang="zh-CN" altLang="en-US" sz="2800"/>
                </a:p>
              </p:txBody>
            </p:sp>
            <p:sp>
              <p:nvSpPr>
                <p:cNvPr id="159818" name="Line 74"/>
                <p:cNvSpPr>
                  <a:spLocks noChangeShapeType="1"/>
                </p:cNvSpPr>
                <p:nvPr/>
              </p:nvSpPr>
              <p:spPr bwMode="auto">
                <a:xfrm flipH="1">
                  <a:off x="1488" y="816"/>
                  <a:ext cx="288" cy="0"/>
                </a:xfrm>
                <a:prstGeom prst="line">
                  <a:avLst/>
                </a:prstGeom>
                <a:noFill/>
                <a:ln w="9525">
                  <a:solidFill>
                    <a:srgbClr val="CC9900"/>
                  </a:solidFill>
                  <a:round/>
                  <a:headEnd/>
                  <a:tailEnd type="none" w="sm" len="lg"/>
                </a:ln>
                <a:effectLst/>
              </p:spPr>
              <p:txBody>
                <a:bodyPr wrap="none" anchor="ctr"/>
                <a:lstStyle/>
                <a:p>
                  <a:endParaRPr lang="zh-CN" altLang="en-US" sz="2800"/>
                </a:p>
              </p:txBody>
            </p:sp>
            <p:sp>
              <p:nvSpPr>
                <p:cNvPr id="159819" name="Line 75"/>
                <p:cNvSpPr>
                  <a:spLocks noChangeShapeType="1"/>
                </p:cNvSpPr>
                <p:nvPr/>
              </p:nvSpPr>
              <p:spPr bwMode="auto">
                <a:xfrm flipH="1">
                  <a:off x="1536" y="960"/>
                  <a:ext cx="336" cy="0"/>
                </a:xfrm>
                <a:prstGeom prst="line">
                  <a:avLst/>
                </a:prstGeom>
                <a:noFill/>
                <a:ln w="9525">
                  <a:solidFill>
                    <a:srgbClr val="CC9900"/>
                  </a:solidFill>
                  <a:round/>
                  <a:headEnd/>
                  <a:tailEnd type="none" w="sm" len="lg"/>
                </a:ln>
                <a:effectLst/>
              </p:spPr>
              <p:txBody>
                <a:bodyPr wrap="none" anchor="ctr"/>
                <a:lstStyle/>
                <a:p>
                  <a:endParaRPr lang="zh-CN" altLang="en-US" sz="2800"/>
                </a:p>
              </p:txBody>
            </p:sp>
            <p:sp>
              <p:nvSpPr>
                <p:cNvPr id="159820" name="Line 76"/>
                <p:cNvSpPr>
                  <a:spLocks noChangeShapeType="1"/>
                </p:cNvSpPr>
                <p:nvPr/>
              </p:nvSpPr>
              <p:spPr bwMode="auto">
                <a:xfrm flipH="1">
                  <a:off x="1584" y="1104"/>
                  <a:ext cx="336" cy="0"/>
                </a:xfrm>
                <a:prstGeom prst="line">
                  <a:avLst/>
                </a:prstGeom>
                <a:noFill/>
                <a:ln w="9525">
                  <a:solidFill>
                    <a:srgbClr val="CC9900"/>
                  </a:solidFill>
                  <a:round/>
                  <a:headEnd/>
                  <a:tailEnd type="none" w="sm" len="lg"/>
                </a:ln>
                <a:effectLst/>
              </p:spPr>
              <p:txBody>
                <a:bodyPr wrap="none" anchor="ctr"/>
                <a:lstStyle/>
                <a:p>
                  <a:endParaRPr lang="zh-CN" altLang="en-US" sz="2800"/>
                </a:p>
              </p:txBody>
            </p:sp>
            <p:sp>
              <p:nvSpPr>
                <p:cNvPr id="159821" name="Line 77"/>
                <p:cNvSpPr>
                  <a:spLocks noChangeShapeType="1"/>
                </p:cNvSpPr>
                <p:nvPr/>
              </p:nvSpPr>
              <p:spPr bwMode="auto">
                <a:xfrm flipH="1">
                  <a:off x="1440" y="1248"/>
                  <a:ext cx="384" cy="0"/>
                </a:xfrm>
                <a:prstGeom prst="line">
                  <a:avLst/>
                </a:prstGeom>
                <a:noFill/>
                <a:ln w="9525">
                  <a:solidFill>
                    <a:srgbClr val="CC9900"/>
                  </a:solidFill>
                  <a:round/>
                  <a:headEnd/>
                  <a:tailEnd type="none" w="sm" len="lg"/>
                </a:ln>
                <a:effectLst/>
              </p:spPr>
              <p:txBody>
                <a:bodyPr wrap="none" anchor="ctr"/>
                <a:lstStyle/>
                <a:p>
                  <a:endParaRPr lang="zh-CN" altLang="en-US" sz="2800"/>
                </a:p>
              </p:txBody>
            </p:sp>
            <p:sp>
              <p:nvSpPr>
                <p:cNvPr id="159822" name="Line 78"/>
                <p:cNvSpPr>
                  <a:spLocks noChangeShapeType="1"/>
                </p:cNvSpPr>
                <p:nvPr/>
              </p:nvSpPr>
              <p:spPr bwMode="auto">
                <a:xfrm flipH="1">
                  <a:off x="1488" y="1392"/>
                  <a:ext cx="288" cy="0"/>
                </a:xfrm>
                <a:prstGeom prst="line">
                  <a:avLst/>
                </a:prstGeom>
                <a:noFill/>
                <a:ln w="9525">
                  <a:solidFill>
                    <a:srgbClr val="CC9900"/>
                  </a:solidFill>
                  <a:round/>
                  <a:headEnd/>
                  <a:tailEnd type="none" w="sm" len="lg"/>
                </a:ln>
                <a:effectLst/>
              </p:spPr>
              <p:txBody>
                <a:bodyPr wrap="none" anchor="ctr"/>
                <a:lstStyle/>
                <a:p>
                  <a:endParaRPr lang="zh-CN" altLang="en-US" sz="2800"/>
                </a:p>
              </p:txBody>
            </p:sp>
            <p:sp>
              <p:nvSpPr>
                <p:cNvPr id="159823" name="Line 79"/>
                <p:cNvSpPr>
                  <a:spLocks noChangeShapeType="1"/>
                </p:cNvSpPr>
                <p:nvPr/>
              </p:nvSpPr>
              <p:spPr bwMode="auto">
                <a:xfrm flipH="1">
                  <a:off x="1488" y="672"/>
                  <a:ext cx="192" cy="0"/>
                </a:xfrm>
                <a:prstGeom prst="line">
                  <a:avLst/>
                </a:prstGeom>
                <a:noFill/>
                <a:ln w="9525">
                  <a:solidFill>
                    <a:srgbClr val="CC9900"/>
                  </a:solidFill>
                  <a:round/>
                  <a:headEnd/>
                  <a:tailEnd type="none" w="sm" len="lg"/>
                </a:ln>
                <a:effectLst/>
              </p:spPr>
              <p:txBody>
                <a:bodyPr wrap="none" anchor="ctr"/>
                <a:lstStyle/>
                <a:p>
                  <a:endParaRPr lang="zh-CN" altLang="en-US" sz="2800"/>
                </a:p>
              </p:txBody>
            </p:sp>
            <p:sp>
              <p:nvSpPr>
                <p:cNvPr id="159824" name="Line 80"/>
                <p:cNvSpPr>
                  <a:spLocks noChangeShapeType="1"/>
                </p:cNvSpPr>
                <p:nvPr/>
              </p:nvSpPr>
              <p:spPr bwMode="auto">
                <a:xfrm flipH="1">
                  <a:off x="1632" y="1536"/>
                  <a:ext cx="96" cy="0"/>
                </a:xfrm>
                <a:prstGeom prst="line">
                  <a:avLst/>
                </a:prstGeom>
                <a:noFill/>
                <a:ln w="9525">
                  <a:solidFill>
                    <a:srgbClr val="CC9900"/>
                  </a:solidFill>
                  <a:round/>
                  <a:headEnd/>
                  <a:tailEnd type="none" w="sm" len="lg"/>
                </a:ln>
                <a:effectLst/>
              </p:spPr>
              <p:txBody>
                <a:bodyPr wrap="none" anchor="ctr"/>
                <a:lstStyle/>
                <a:p>
                  <a:endParaRPr lang="zh-CN" altLang="en-US" sz="2800"/>
                </a:p>
              </p:txBody>
            </p:sp>
          </p:grpSp>
          <p:graphicFrame>
            <p:nvGraphicFramePr>
              <p:cNvPr id="159825" name="Object 81"/>
              <p:cNvGraphicFramePr>
                <a:graphicFrameLocks noChangeAspect="1"/>
              </p:cNvGraphicFramePr>
              <p:nvPr/>
            </p:nvGraphicFramePr>
            <p:xfrm>
              <a:off x="1229" y="1403"/>
              <a:ext cx="355" cy="565"/>
            </p:xfrm>
            <a:graphic>
              <a:graphicData uri="http://schemas.openxmlformats.org/presentationml/2006/ole">
                <p:oleObj spid="_x0000_s1024011" name="公式" r:id="rId17" imgW="152280" imgH="241200" progId="Equation.3">
                  <p:embed/>
                </p:oleObj>
              </a:graphicData>
            </a:graphic>
          </p:graphicFrame>
        </p:grpSp>
        <p:sp>
          <p:nvSpPr>
            <p:cNvPr id="159826" name="Line 82"/>
            <p:cNvSpPr>
              <a:spLocks noChangeShapeType="1"/>
            </p:cNvSpPr>
            <p:nvPr/>
          </p:nvSpPr>
          <p:spPr bwMode="auto">
            <a:xfrm>
              <a:off x="1200" y="1008"/>
              <a:ext cx="240" cy="0"/>
            </a:xfrm>
            <a:prstGeom prst="line">
              <a:avLst/>
            </a:prstGeom>
            <a:noFill/>
            <a:ln w="19050">
              <a:solidFill>
                <a:srgbClr val="0000FF"/>
              </a:solidFill>
              <a:round/>
              <a:headEnd/>
              <a:tailEnd/>
            </a:ln>
            <a:effectLst/>
          </p:spPr>
          <p:txBody>
            <a:bodyPr wrap="none"/>
            <a:lstStyle/>
            <a:p>
              <a:endParaRPr lang="zh-CN" altLang="en-US" sz="2800"/>
            </a:p>
          </p:txBody>
        </p:sp>
        <p:sp>
          <p:nvSpPr>
            <p:cNvPr id="159827" name="Line 83"/>
            <p:cNvSpPr>
              <a:spLocks noChangeShapeType="1"/>
            </p:cNvSpPr>
            <p:nvPr/>
          </p:nvSpPr>
          <p:spPr bwMode="auto">
            <a:xfrm>
              <a:off x="1296" y="1152"/>
              <a:ext cx="240" cy="0"/>
            </a:xfrm>
            <a:prstGeom prst="line">
              <a:avLst/>
            </a:prstGeom>
            <a:noFill/>
            <a:ln w="19050">
              <a:solidFill>
                <a:srgbClr val="0000FF"/>
              </a:solidFill>
              <a:round/>
              <a:headEnd/>
              <a:tailEnd/>
            </a:ln>
            <a:effectLst/>
          </p:spPr>
          <p:txBody>
            <a:bodyPr wrap="none"/>
            <a:lstStyle/>
            <a:p>
              <a:endParaRPr lang="zh-CN" altLang="en-US" sz="2800"/>
            </a:p>
          </p:txBody>
        </p:sp>
        <p:sp>
          <p:nvSpPr>
            <p:cNvPr id="159828" name="Line 84"/>
            <p:cNvSpPr>
              <a:spLocks noChangeShapeType="1"/>
            </p:cNvSpPr>
            <p:nvPr/>
          </p:nvSpPr>
          <p:spPr bwMode="auto">
            <a:xfrm>
              <a:off x="1440" y="1296"/>
              <a:ext cx="240" cy="0"/>
            </a:xfrm>
            <a:prstGeom prst="line">
              <a:avLst/>
            </a:prstGeom>
            <a:noFill/>
            <a:ln w="19050">
              <a:solidFill>
                <a:srgbClr val="0000FF"/>
              </a:solidFill>
              <a:round/>
              <a:headEnd/>
              <a:tailEnd/>
            </a:ln>
            <a:effectLst/>
          </p:spPr>
          <p:txBody>
            <a:bodyPr wrap="none"/>
            <a:lstStyle/>
            <a:p>
              <a:endParaRPr lang="zh-CN" altLang="en-US" sz="2800"/>
            </a:p>
          </p:txBody>
        </p:sp>
        <p:sp>
          <p:nvSpPr>
            <p:cNvPr id="159829" name="Line 85"/>
            <p:cNvSpPr>
              <a:spLocks noChangeShapeType="1"/>
            </p:cNvSpPr>
            <p:nvPr/>
          </p:nvSpPr>
          <p:spPr bwMode="auto">
            <a:xfrm>
              <a:off x="1200" y="1440"/>
              <a:ext cx="384" cy="0"/>
            </a:xfrm>
            <a:prstGeom prst="line">
              <a:avLst/>
            </a:prstGeom>
            <a:noFill/>
            <a:ln w="19050">
              <a:solidFill>
                <a:srgbClr val="0000FF"/>
              </a:solidFill>
              <a:round/>
              <a:headEnd/>
              <a:tailEnd/>
            </a:ln>
            <a:effectLst/>
          </p:spPr>
          <p:txBody>
            <a:bodyPr wrap="none"/>
            <a:lstStyle/>
            <a:p>
              <a:endParaRPr lang="zh-CN" altLang="en-US" sz="2800"/>
            </a:p>
          </p:txBody>
        </p:sp>
        <p:sp>
          <p:nvSpPr>
            <p:cNvPr id="159830" name="Line 86"/>
            <p:cNvSpPr>
              <a:spLocks noChangeShapeType="1"/>
            </p:cNvSpPr>
            <p:nvPr/>
          </p:nvSpPr>
          <p:spPr bwMode="auto">
            <a:xfrm>
              <a:off x="1296" y="1584"/>
              <a:ext cx="192" cy="0"/>
            </a:xfrm>
            <a:prstGeom prst="line">
              <a:avLst/>
            </a:prstGeom>
            <a:noFill/>
            <a:ln w="19050">
              <a:solidFill>
                <a:srgbClr val="0000FF"/>
              </a:solidFill>
              <a:round/>
              <a:headEnd/>
              <a:tailEnd/>
            </a:ln>
            <a:effectLst/>
          </p:spPr>
          <p:txBody>
            <a:bodyPr wrap="none"/>
            <a:lstStyle/>
            <a:p>
              <a:endParaRPr lang="zh-CN" altLang="en-US" sz="2800"/>
            </a:p>
          </p:txBody>
        </p:sp>
      </p:grpSp>
      <p:grpSp>
        <p:nvGrpSpPr>
          <p:cNvPr id="16" name="Group 87"/>
          <p:cNvGrpSpPr>
            <a:grpSpLocks/>
          </p:cNvGrpSpPr>
          <p:nvPr/>
        </p:nvGrpSpPr>
        <p:grpSpPr bwMode="auto">
          <a:xfrm>
            <a:off x="2057400" y="1828800"/>
            <a:ext cx="1524000" cy="628650"/>
            <a:chOff x="1296" y="1152"/>
            <a:chExt cx="960" cy="396"/>
          </a:xfrm>
        </p:grpSpPr>
        <p:graphicFrame>
          <p:nvGraphicFramePr>
            <p:cNvPr id="159832" name="Object 88"/>
            <p:cNvGraphicFramePr>
              <a:graphicFrameLocks noChangeAspect="1"/>
            </p:cNvGraphicFramePr>
            <p:nvPr/>
          </p:nvGraphicFramePr>
          <p:xfrm>
            <a:off x="1942" y="1152"/>
            <a:ext cx="314" cy="396"/>
          </p:xfrm>
          <a:graphic>
            <a:graphicData uri="http://schemas.openxmlformats.org/presentationml/2006/ole">
              <p:oleObj spid="_x0000_s1024010" name="公式" r:id="rId18" imgW="152280" imgH="190440" progId="Equation.3">
                <p:embed/>
              </p:oleObj>
            </a:graphicData>
          </a:graphic>
        </p:graphicFrame>
        <p:sp>
          <p:nvSpPr>
            <p:cNvPr id="159833" name="Line 89"/>
            <p:cNvSpPr>
              <a:spLocks noChangeShapeType="1"/>
            </p:cNvSpPr>
            <p:nvPr/>
          </p:nvSpPr>
          <p:spPr bwMode="auto">
            <a:xfrm>
              <a:off x="1296" y="1392"/>
              <a:ext cx="720" cy="0"/>
            </a:xfrm>
            <a:prstGeom prst="line">
              <a:avLst/>
            </a:prstGeom>
            <a:noFill/>
            <a:ln w="38100">
              <a:solidFill>
                <a:srgbClr val="0000FF"/>
              </a:solidFill>
              <a:round/>
              <a:headEnd/>
              <a:tailEnd type="triangle" w="sm" len="lg"/>
            </a:ln>
            <a:effectLst/>
          </p:spPr>
          <p:txBody>
            <a:bodyPr wrap="none" anchor="ctr"/>
            <a:lstStyle/>
            <a:p>
              <a:endParaRPr lang="zh-CN" altLang="en-US" sz="2800"/>
            </a:p>
          </p:txBody>
        </p:sp>
      </p:grpSp>
      <p:grpSp>
        <p:nvGrpSpPr>
          <p:cNvPr id="17" name="Group 90"/>
          <p:cNvGrpSpPr>
            <a:grpSpLocks/>
          </p:cNvGrpSpPr>
          <p:nvPr/>
        </p:nvGrpSpPr>
        <p:grpSpPr bwMode="auto">
          <a:xfrm>
            <a:off x="2057400" y="989013"/>
            <a:ext cx="1258888" cy="1219200"/>
            <a:chOff x="1248" y="623"/>
            <a:chExt cx="793" cy="768"/>
          </a:xfrm>
        </p:grpSpPr>
        <p:sp>
          <p:nvSpPr>
            <p:cNvPr id="159835" name="Line 91"/>
            <p:cNvSpPr>
              <a:spLocks noChangeShapeType="1"/>
            </p:cNvSpPr>
            <p:nvPr/>
          </p:nvSpPr>
          <p:spPr bwMode="auto">
            <a:xfrm flipV="1">
              <a:off x="1248" y="959"/>
              <a:ext cx="432" cy="432"/>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59836" name="Object 92"/>
            <p:cNvGraphicFramePr>
              <a:graphicFrameLocks noChangeAspect="1"/>
            </p:cNvGraphicFramePr>
            <p:nvPr/>
          </p:nvGraphicFramePr>
          <p:xfrm>
            <a:off x="1680" y="623"/>
            <a:ext cx="361" cy="504"/>
          </p:xfrm>
          <a:graphic>
            <a:graphicData uri="http://schemas.openxmlformats.org/presentationml/2006/ole">
              <p:oleObj spid="_x0000_s1024009" name="公式" r:id="rId19" imgW="164880" imgH="228600" progId="Equation.3">
                <p:embed/>
              </p:oleObj>
            </a:graphicData>
          </a:graphic>
        </p:graphicFrame>
      </p:grpSp>
      <p:grpSp>
        <p:nvGrpSpPr>
          <p:cNvPr id="18" name="Group 93"/>
          <p:cNvGrpSpPr>
            <a:grpSpLocks/>
          </p:cNvGrpSpPr>
          <p:nvPr/>
        </p:nvGrpSpPr>
        <p:grpSpPr bwMode="auto">
          <a:xfrm>
            <a:off x="2362200" y="1676400"/>
            <a:ext cx="609600" cy="762000"/>
            <a:chOff x="1488" y="1056"/>
            <a:chExt cx="384" cy="481"/>
          </a:xfrm>
        </p:grpSpPr>
        <p:sp>
          <p:nvSpPr>
            <p:cNvPr id="159838" name="Arc 94"/>
            <p:cNvSpPr>
              <a:spLocks/>
            </p:cNvSpPr>
            <p:nvPr/>
          </p:nvSpPr>
          <p:spPr bwMode="auto">
            <a:xfrm>
              <a:off x="1488" y="1201"/>
              <a:ext cx="175" cy="336"/>
            </a:xfrm>
            <a:custGeom>
              <a:avLst/>
              <a:gdLst>
                <a:gd name="G0" fmla="+- 0 0 0"/>
                <a:gd name="G1" fmla="+- 21600 0 0"/>
                <a:gd name="G2" fmla="+- 21600 0 0"/>
                <a:gd name="T0" fmla="*/ 0 w 19735"/>
                <a:gd name="T1" fmla="*/ 0 h 21600"/>
                <a:gd name="T2" fmla="*/ 19735 w 19735"/>
                <a:gd name="T3" fmla="*/ 12820 h 21600"/>
                <a:gd name="T4" fmla="*/ 0 w 19735"/>
                <a:gd name="T5" fmla="*/ 21600 h 21600"/>
              </a:gdLst>
              <a:ahLst/>
              <a:cxnLst>
                <a:cxn ang="0">
                  <a:pos x="T0" y="T1"/>
                </a:cxn>
                <a:cxn ang="0">
                  <a:pos x="T2" y="T3"/>
                </a:cxn>
                <a:cxn ang="0">
                  <a:pos x="T4" y="T5"/>
                </a:cxn>
              </a:cxnLst>
              <a:rect l="0" t="0" r="r" b="b"/>
              <a:pathLst>
                <a:path w="19735" h="21600" fill="none" extrusionOk="0">
                  <a:moveTo>
                    <a:pt x="-1" y="0"/>
                  </a:moveTo>
                  <a:cubicBezTo>
                    <a:pt x="8533" y="0"/>
                    <a:pt x="16266" y="5023"/>
                    <a:pt x="19735" y="12819"/>
                  </a:cubicBezTo>
                </a:path>
                <a:path w="19735" h="21600" stroke="0" extrusionOk="0">
                  <a:moveTo>
                    <a:pt x="-1" y="0"/>
                  </a:moveTo>
                  <a:cubicBezTo>
                    <a:pt x="8533" y="0"/>
                    <a:pt x="16266" y="5023"/>
                    <a:pt x="19735" y="12819"/>
                  </a:cubicBezTo>
                  <a:lnTo>
                    <a:pt x="0" y="21600"/>
                  </a:lnTo>
                  <a:close/>
                </a:path>
              </a:pathLst>
            </a:custGeom>
            <a:noFill/>
            <a:ln w="28575">
              <a:solidFill>
                <a:srgbClr val="33CC33"/>
              </a:solidFill>
              <a:round/>
              <a:headEnd/>
              <a:tailEnd type="none" w="sm" len="lg"/>
            </a:ln>
            <a:effectLst/>
          </p:spPr>
          <p:txBody>
            <a:bodyPr wrap="none" anchor="ctr"/>
            <a:lstStyle/>
            <a:p>
              <a:endParaRPr lang="zh-CN" altLang="en-US" sz="2800"/>
            </a:p>
          </p:txBody>
        </p:sp>
        <p:graphicFrame>
          <p:nvGraphicFramePr>
            <p:cNvPr id="159839" name="Object 95"/>
            <p:cNvGraphicFramePr>
              <a:graphicFrameLocks noChangeAspect="1"/>
            </p:cNvGraphicFramePr>
            <p:nvPr/>
          </p:nvGraphicFramePr>
          <p:xfrm>
            <a:off x="1628" y="1056"/>
            <a:ext cx="244" cy="343"/>
          </p:xfrm>
          <a:graphic>
            <a:graphicData uri="http://schemas.openxmlformats.org/presentationml/2006/ole">
              <p:oleObj spid="_x0000_s1024008" name="公式" r:id="rId20" imgW="126720" imgH="1774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strips(upRigh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strips(upRigh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i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down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59762"/>
                                        </p:tgtEl>
                                        <p:attrNameLst>
                                          <p:attrName>style.visibility</p:attrName>
                                        </p:attrNameLst>
                                      </p:cBhvr>
                                      <p:to>
                                        <p:strVal val="visible"/>
                                      </p:to>
                                    </p:set>
                                    <p:animEffect transition="in" filter="blinds(vertical)">
                                      <p:cBhvr>
                                        <p:cTn id="32" dur="500"/>
                                        <p:tgtEl>
                                          <p:spTgt spid="15976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159763"/>
                                        </p:tgtEl>
                                        <p:attrNameLst>
                                          <p:attrName>style.visibility</p:attrName>
                                        </p:attrNameLst>
                                      </p:cBhvr>
                                      <p:to>
                                        <p:strVal val="visible"/>
                                      </p:to>
                                    </p:set>
                                    <p:animEffect transition="in" filter="blinds(vertical)">
                                      <p:cBhvr>
                                        <p:cTn id="37" dur="500"/>
                                        <p:tgtEl>
                                          <p:spTgt spid="15976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ox(ou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ox(ou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strips(upRight)">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strips(upRight)">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23" presetClass="entr" presetSubtype="272"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p:cTn id="62" dur="500" fill="hold"/>
                                        <p:tgtEl>
                                          <p:spTgt spid="9"/>
                                        </p:tgtEl>
                                        <p:attrNameLst>
                                          <p:attrName>ppt_w</p:attrName>
                                        </p:attrNameLst>
                                      </p:cBhvr>
                                      <p:tavLst>
                                        <p:tav tm="0">
                                          <p:val>
                                            <p:strVal val="2/3*#ppt_w"/>
                                          </p:val>
                                        </p:tav>
                                        <p:tav tm="100000">
                                          <p:val>
                                            <p:strVal val="#ppt_w"/>
                                          </p:val>
                                        </p:tav>
                                      </p:tavLst>
                                    </p:anim>
                                    <p:anim calcmode="lin" valueType="num">
                                      <p:cBhvr>
                                        <p:cTn id="63" dur="500" fill="hold"/>
                                        <p:tgtEl>
                                          <p:spTgt spid="9"/>
                                        </p:tgtEl>
                                        <p:attrNameLst>
                                          <p:attrName>ppt_h</p:attrName>
                                        </p:attrNameLst>
                                      </p:cBhvr>
                                      <p:tavLst>
                                        <p:tav tm="0">
                                          <p:val>
                                            <p:strVal val="2/3*#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3" presetClass="entr" presetSubtype="5" fill="hold" nodeType="clickEffect">
                                  <p:stCondLst>
                                    <p:cond delay="0"/>
                                  </p:stCondLst>
                                  <p:childTnLst>
                                    <p:set>
                                      <p:cBhvr>
                                        <p:cTn id="67" dur="1" fill="hold">
                                          <p:stCondLst>
                                            <p:cond delay="0"/>
                                          </p:stCondLst>
                                        </p:cTn>
                                        <p:tgtEl>
                                          <p:spTgt spid="159769"/>
                                        </p:tgtEl>
                                        <p:attrNameLst>
                                          <p:attrName>style.visibility</p:attrName>
                                        </p:attrNameLst>
                                      </p:cBhvr>
                                      <p:to>
                                        <p:strVal val="visible"/>
                                      </p:to>
                                    </p:set>
                                    <p:animEffect transition="in" filter="blinds(vertical)">
                                      <p:cBhvr>
                                        <p:cTn id="68" dur="500"/>
                                        <p:tgtEl>
                                          <p:spTgt spid="159769"/>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5" fill="hold" nodeType="clickEffect">
                                  <p:stCondLst>
                                    <p:cond delay="0"/>
                                  </p:stCondLst>
                                  <p:childTnLst>
                                    <p:set>
                                      <p:cBhvr>
                                        <p:cTn id="72" dur="1" fill="hold">
                                          <p:stCondLst>
                                            <p:cond delay="0"/>
                                          </p:stCondLst>
                                        </p:cTn>
                                        <p:tgtEl>
                                          <p:spTgt spid="159764"/>
                                        </p:tgtEl>
                                        <p:attrNameLst>
                                          <p:attrName>style.visibility</p:attrName>
                                        </p:attrNameLst>
                                      </p:cBhvr>
                                      <p:to>
                                        <p:strVal val="visible"/>
                                      </p:to>
                                    </p:set>
                                    <p:animEffect transition="in" filter="blinds(vertical)">
                                      <p:cBhvr>
                                        <p:cTn id="73" dur="500"/>
                                        <p:tgtEl>
                                          <p:spTgt spid="159764"/>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5" fill="hold" nodeType="clickEffect">
                                  <p:stCondLst>
                                    <p:cond delay="0"/>
                                  </p:stCondLst>
                                  <p:childTnLst>
                                    <p:set>
                                      <p:cBhvr>
                                        <p:cTn id="77" dur="1" fill="hold">
                                          <p:stCondLst>
                                            <p:cond delay="0"/>
                                          </p:stCondLst>
                                        </p:cTn>
                                        <p:tgtEl>
                                          <p:spTgt spid="159765"/>
                                        </p:tgtEl>
                                        <p:attrNameLst>
                                          <p:attrName>style.visibility</p:attrName>
                                        </p:attrNameLst>
                                      </p:cBhvr>
                                      <p:to>
                                        <p:strVal val="visible"/>
                                      </p:to>
                                    </p:set>
                                    <p:animEffect transition="in" filter="blinds(vertical)">
                                      <p:cBhvr>
                                        <p:cTn id="78" dur="500"/>
                                        <p:tgtEl>
                                          <p:spTgt spid="159765"/>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animEffect transition="in" filter="blinds(horizontal)">
                                      <p:cBhvr>
                                        <p:cTn id="8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762000"/>
            <a:ext cx="4267200" cy="3505200"/>
            <a:chOff x="240" y="528"/>
            <a:chExt cx="2688" cy="2208"/>
          </a:xfrm>
        </p:grpSpPr>
        <p:sp>
          <p:nvSpPr>
            <p:cNvPr id="160771" name="Rectangle 3"/>
            <p:cNvSpPr>
              <a:spLocks noChangeArrowheads="1"/>
            </p:cNvSpPr>
            <p:nvPr/>
          </p:nvSpPr>
          <p:spPr bwMode="auto">
            <a:xfrm>
              <a:off x="240" y="528"/>
              <a:ext cx="2688" cy="220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aphicFrame>
          <p:nvGraphicFramePr>
            <p:cNvPr id="160772" name="Object 4"/>
            <p:cNvGraphicFramePr>
              <a:graphicFrameLocks noChangeAspect="1"/>
            </p:cNvGraphicFramePr>
            <p:nvPr/>
          </p:nvGraphicFramePr>
          <p:xfrm>
            <a:off x="1152" y="694"/>
            <a:ext cx="282" cy="368"/>
          </p:xfrm>
          <a:graphic>
            <a:graphicData uri="http://schemas.openxmlformats.org/presentationml/2006/ole">
              <p:oleObj spid="_x0000_s1025036" name="公式" r:id="rId3" imgW="152280" imgH="190440" progId="Equation.3">
                <p:embed/>
              </p:oleObj>
            </a:graphicData>
          </a:graphic>
        </p:graphicFrame>
        <p:sp>
          <p:nvSpPr>
            <p:cNvPr id="160773" name="Arc 5"/>
            <p:cNvSpPr>
              <a:spLocks/>
            </p:cNvSpPr>
            <p:nvPr/>
          </p:nvSpPr>
          <p:spPr bwMode="auto">
            <a:xfrm flipV="1">
              <a:off x="418" y="694"/>
              <a:ext cx="1209" cy="80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6600FF"/>
              </a:solidFill>
              <a:round/>
              <a:headEnd type="none" w="sm" len="lg"/>
              <a:tailEnd type="triangle" w="sm" len="lg"/>
            </a:ln>
            <a:effectLst/>
          </p:spPr>
          <p:txBody>
            <a:bodyPr wrap="none" anchor="ctr"/>
            <a:lstStyle/>
            <a:p>
              <a:endParaRPr lang="zh-CN" altLang="en-US" sz="2800"/>
            </a:p>
          </p:txBody>
        </p:sp>
        <p:sp>
          <p:nvSpPr>
            <p:cNvPr id="160774" name="Arc 6"/>
            <p:cNvSpPr>
              <a:spLocks/>
            </p:cNvSpPr>
            <p:nvPr/>
          </p:nvSpPr>
          <p:spPr bwMode="auto">
            <a:xfrm flipV="1">
              <a:off x="288" y="647"/>
              <a:ext cx="2208" cy="1071"/>
            </a:xfrm>
            <a:custGeom>
              <a:avLst/>
              <a:gdLst>
                <a:gd name="G0" fmla="+- 0 0 0"/>
                <a:gd name="G1" fmla="+- 21600 0 0"/>
                <a:gd name="G2" fmla="+- 21600 0 0"/>
                <a:gd name="T0" fmla="*/ 0 w 21363"/>
                <a:gd name="T1" fmla="*/ 0 h 21600"/>
                <a:gd name="T2" fmla="*/ 21363 w 21363"/>
                <a:gd name="T3" fmla="*/ 18409 h 21600"/>
                <a:gd name="T4" fmla="*/ 0 w 21363"/>
                <a:gd name="T5" fmla="*/ 21600 h 21600"/>
              </a:gdLst>
              <a:ahLst/>
              <a:cxnLst>
                <a:cxn ang="0">
                  <a:pos x="T0" y="T1"/>
                </a:cxn>
                <a:cxn ang="0">
                  <a:pos x="T2" y="T3"/>
                </a:cxn>
                <a:cxn ang="0">
                  <a:pos x="T4" y="T5"/>
                </a:cxn>
              </a:cxnLst>
              <a:rect l="0" t="0" r="r" b="b"/>
              <a:pathLst>
                <a:path w="21363" h="21600" fill="none" extrusionOk="0">
                  <a:moveTo>
                    <a:pt x="-1" y="0"/>
                  </a:moveTo>
                  <a:cubicBezTo>
                    <a:pt x="10696" y="0"/>
                    <a:pt x="19782" y="7829"/>
                    <a:pt x="21362" y="18409"/>
                  </a:cubicBezTo>
                </a:path>
                <a:path w="21363" h="21600" stroke="0" extrusionOk="0">
                  <a:moveTo>
                    <a:pt x="-1" y="0"/>
                  </a:moveTo>
                  <a:cubicBezTo>
                    <a:pt x="10696" y="0"/>
                    <a:pt x="19782" y="7829"/>
                    <a:pt x="21362" y="18409"/>
                  </a:cubicBezTo>
                  <a:lnTo>
                    <a:pt x="0" y="21600"/>
                  </a:lnTo>
                  <a:close/>
                </a:path>
              </a:pathLst>
            </a:custGeom>
            <a:noFill/>
            <a:ln w="19050">
              <a:solidFill>
                <a:srgbClr val="6600FF"/>
              </a:solidFill>
              <a:round/>
              <a:headEnd type="none" w="sm" len="lg"/>
              <a:tailEnd type="triangle" w="sm" len="lg"/>
            </a:ln>
            <a:effectLst/>
          </p:spPr>
          <p:txBody>
            <a:bodyPr wrap="none" anchor="ctr"/>
            <a:lstStyle/>
            <a:p>
              <a:endParaRPr lang="zh-CN" altLang="en-US" sz="2800"/>
            </a:p>
          </p:txBody>
        </p:sp>
        <p:sp>
          <p:nvSpPr>
            <p:cNvPr id="160775" name="Line 7"/>
            <p:cNvSpPr>
              <a:spLocks noChangeShapeType="1"/>
            </p:cNvSpPr>
            <p:nvPr/>
          </p:nvSpPr>
          <p:spPr bwMode="auto">
            <a:xfrm flipV="1">
              <a:off x="331" y="1540"/>
              <a:ext cx="2419" cy="400"/>
            </a:xfrm>
            <a:prstGeom prst="line">
              <a:avLst/>
            </a:prstGeom>
            <a:noFill/>
            <a:ln w="19050">
              <a:solidFill>
                <a:srgbClr val="6600FF"/>
              </a:solidFill>
              <a:round/>
              <a:headEnd type="none" w="sm" len="lg"/>
              <a:tailEnd type="triangle" w="sm" len="lg"/>
            </a:ln>
            <a:effectLst/>
          </p:spPr>
          <p:txBody>
            <a:bodyPr wrap="none" anchor="ctr"/>
            <a:lstStyle/>
            <a:p>
              <a:endParaRPr lang="zh-CN" altLang="en-US" sz="2800"/>
            </a:p>
          </p:txBody>
        </p:sp>
        <p:sp>
          <p:nvSpPr>
            <p:cNvPr id="160776" name="Arc 8"/>
            <p:cNvSpPr>
              <a:spLocks/>
            </p:cNvSpPr>
            <p:nvPr/>
          </p:nvSpPr>
          <p:spPr bwMode="auto">
            <a:xfrm flipH="1">
              <a:off x="418" y="1896"/>
              <a:ext cx="2462" cy="446"/>
            </a:xfrm>
            <a:custGeom>
              <a:avLst/>
              <a:gdLst>
                <a:gd name="G0" fmla="+- 0 0 0"/>
                <a:gd name="G1" fmla="+- 21600 0 0"/>
                <a:gd name="G2" fmla="+- 21600 0 0"/>
                <a:gd name="T0" fmla="*/ 0 w 20069"/>
                <a:gd name="T1" fmla="*/ 0 h 21600"/>
                <a:gd name="T2" fmla="*/ 20069 w 20069"/>
                <a:gd name="T3" fmla="*/ 13612 h 21600"/>
                <a:gd name="T4" fmla="*/ 0 w 20069"/>
                <a:gd name="T5" fmla="*/ 21600 h 21600"/>
              </a:gdLst>
              <a:ahLst/>
              <a:cxnLst>
                <a:cxn ang="0">
                  <a:pos x="T0" y="T1"/>
                </a:cxn>
                <a:cxn ang="0">
                  <a:pos x="T2" y="T3"/>
                </a:cxn>
                <a:cxn ang="0">
                  <a:pos x="T4" y="T5"/>
                </a:cxn>
              </a:cxnLst>
              <a:rect l="0" t="0" r="r" b="b"/>
              <a:pathLst>
                <a:path w="20069" h="21600" fill="none" extrusionOk="0">
                  <a:moveTo>
                    <a:pt x="-1" y="0"/>
                  </a:moveTo>
                  <a:cubicBezTo>
                    <a:pt x="8845" y="0"/>
                    <a:pt x="16797" y="5393"/>
                    <a:pt x="20068" y="13612"/>
                  </a:cubicBezTo>
                </a:path>
                <a:path w="20069" h="21600" stroke="0" extrusionOk="0">
                  <a:moveTo>
                    <a:pt x="-1" y="0"/>
                  </a:moveTo>
                  <a:cubicBezTo>
                    <a:pt x="8845" y="0"/>
                    <a:pt x="16797" y="5393"/>
                    <a:pt x="20068" y="13612"/>
                  </a:cubicBezTo>
                  <a:lnTo>
                    <a:pt x="0" y="21600"/>
                  </a:lnTo>
                  <a:close/>
                </a:path>
              </a:pathLst>
            </a:custGeom>
            <a:noFill/>
            <a:ln w="19050">
              <a:solidFill>
                <a:srgbClr val="6600FF"/>
              </a:solidFill>
              <a:round/>
              <a:headEnd type="triangle" w="sm" len="lg"/>
              <a:tailEnd type="none" w="sm" len="lg"/>
            </a:ln>
            <a:effectLst/>
          </p:spPr>
          <p:txBody>
            <a:bodyPr wrap="none" anchor="ctr"/>
            <a:lstStyle/>
            <a:p>
              <a:endParaRPr lang="zh-CN" altLang="en-US" sz="2800"/>
            </a:p>
          </p:txBody>
        </p:sp>
        <p:sp>
          <p:nvSpPr>
            <p:cNvPr id="160777" name="Freeform 9"/>
            <p:cNvSpPr>
              <a:spLocks/>
            </p:cNvSpPr>
            <p:nvPr/>
          </p:nvSpPr>
          <p:spPr bwMode="auto">
            <a:xfrm>
              <a:off x="677" y="2157"/>
              <a:ext cx="1944" cy="229"/>
            </a:xfrm>
            <a:custGeom>
              <a:avLst/>
              <a:gdLst/>
              <a:ahLst/>
              <a:cxnLst>
                <a:cxn ang="0">
                  <a:pos x="0" y="229"/>
                </a:cxn>
                <a:cxn ang="0">
                  <a:pos x="427" y="95"/>
                </a:cxn>
                <a:cxn ang="0">
                  <a:pos x="699" y="23"/>
                </a:cxn>
                <a:cxn ang="0">
                  <a:pos x="1147" y="7"/>
                </a:cxn>
                <a:cxn ang="0">
                  <a:pos x="1471" y="63"/>
                </a:cxn>
                <a:cxn ang="0">
                  <a:pos x="1944" y="184"/>
                </a:cxn>
              </a:cxnLst>
              <a:rect l="0" t="0" r="r" b="b"/>
              <a:pathLst>
                <a:path w="1944" h="229">
                  <a:moveTo>
                    <a:pt x="0" y="229"/>
                  </a:moveTo>
                  <a:cubicBezTo>
                    <a:pt x="71" y="207"/>
                    <a:pt x="311" y="129"/>
                    <a:pt x="427" y="95"/>
                  </a:cubicBezTo>
                  <a:cubicBezTo>
                    <a:pt x="543" y="61"/>
                    <a:pt x="579" y="38"/>
                    <a:pt x="699" y="23"/>
                  </a:cubicBezTo>
                  <a:cubicBezTo>
                    <a:pt x="819" y="8"/>
                    <a:pt x="1018" y="0"/>
                    <a:pt x="1147" y="7"/>
                  </a:cubicBezTo>
                  <a:cubicBezTo>
                    <a:pt x="1276" y="14"/>
                    <a:pt x="1338" y="34"/>
                    <a:pt x="1471" y="63"/>
                  </a:cubicBezTo>
                  <a:cubicBezTo>
                    <a:pt x="1604" y="92"/>
                    <a:pt x="1846" y="159"/>
                    <a:pt x="1944" y="184"/>
                  </a:cubicBezTo>
                </a:path>
              </a:pathLst>
            </a:custGeom>
            <a:noFill/>
            <a:ln w="19050" cap="flat" cmpd="sng">
              <a:solidFill>
                <a:srgbClr val="0000FF"/>
              </a:solidFill>
              <a:prstDash val="solid"/>
              <a:round/>
              <a:headEnd type="none" w="sm" len="lg"/>
              <a:tailEnd type="triangle" w="sm" len="lg"/>
            </a:ln>
            <a:effectLst/>
          </p:spPr>
          <p:txBody>
            <a:bodyPr wrap="none" anchor="ctr"/>
            <a:lstStyle/>
            <a:p>
              <a:endParaRPr lang="zh-CN" altLang="en-US" sz="2800"/>
            </a:p>
          </p:txBody>
        </p:sp>
        <p:sp>
          <p:nvSpPr>
            <p:cNvPr id="160778" name="Freeform 10"/>
            <p:cNvSpPr>
              <a:spLocks/>
            </p:cNvSpPr>
            <p:nvPr/>
          </p:nvSpPr>
          <p:spPr bwMode="auto">
            <a:xfrm>
              <a:off x="720" y="1254"/>
              <a:ext cx="1528" cy="847"/>
            </a:xfrm>
            <a:custGeom>
              <a:avLst/>
              <a:gdLst/>
              <a:ahLst/>
              <a:cxnLst>
                <a:cxn ang="0">
                  <a:pos x="104" y="536"/>
                </a:cxn>
                <a:cxn ang="0">
                  <a:pos x="248" y="248"/>
                </a:cxn>
                <a:cxn ang="0">
                  <a:pos x="632" y="56"/>
                </a:cxn>
                <a:cxn ang="0">
                  <a:pos x="1208" y="56"/>
                </a:cxn>
                <a:cxn ang="0">
                  <a:pos x="1496" y="392"/>
                </a:cxn>
                <a:cxn ang="0">
                  <a:pos x="1016" y="776"/>
                </a:cxn>
                <a:cxn ang="0">
                  <a:pos x="152" y="824"/>
                </a:cxn>
                <a:cxn ang="0">
                  <a:pos x="104" y="536"/>
                </a:cxn>
              </a:cxnLst>
              <a:rect l="0" t="0" r="r" b="b"/>
              <a:pathLst>
                <a:path w="1528" h="864">
                  <a:moveTo>
                    <a:pt x="104" y="536"/>
                  </a:moveTo>
                  <a:cubicBezTo>
                    <a:pt x="120" y="440"/>
                    <a:pt x="160" y="328"/>
                    <a:pt x="248" y="248"/>
                  </a:cubicBezTo>
                  <a:cubicBezTo>
                    <a:pt x="336" y="168"/>
                    <a:pt x="472" y="88"/>
                    <a:pt x="632" y="56"/>
                  </a:cubicBezTo>
                  <a:cubicBezTo>
                    <a:pt x="792" y="24"/>
                    <a:pt x="1064" y="0"/>
                    <a:pt x="1208" y="56"/>
                  </a:cubicBezTo>
                  <a:cubicBezTo>
                    <a:pt x="1352" y="112"/>
                    <a:pt x="1528" y="272"/>
                    <a:pt x="1496" y="392"/>
                  </a:cubicBezTo>
                  <a:cubicBezTo>
                    <a:pt x="1464" y="512"/>
                    <a:pt x="1240" y="704"/>
                    <a:pt x="1016" y="776"/>
                  </a:cubicBezTo>
                  <a:cubicBezTo>
                    <a:pt x="792" y="848"/>
                    <a:pt x="304" y="864"/>
                    <a:pt x="152" y="824"/>
                  </a:cubicBezTo>
                  <a:cubicBezTo>
                    <a:pt x="0" y="784"/>
                    <a:pt x="88" y="632"/>
                    <a:pt x="104" y="536"/>
                  </a:cubicBezTo>
                  <a:close/>
                </a:path>
              </a:pathLst>
            </a:custGeom>
            <a:gradFill rotWithShape="0">
              <a:gsLst>
                <a:gs pos="0">
                  <a:srgbClr val="F4FCE4"/>
                </a:gs>
                <a:gs pos="100000">
                  <a:srgbClr val="67DD9F"/>
                </a:gs>
              </a:gsLst>
              <a:path path="rect">
                <a:fillToRect l="50000" t="50000" r="50000" b="50000"/>
              </a:path>
            </a:gradFill>
            <a:ln w="12700" cap="flat" cmpd="sng">
              <a:solidFill>
                <a:srgbClr val="33CC33"/>
              </a:solidFill>
              <a:prstDash val="solid"/>
              <a:round/>
              <a:headEnd/>
              <a:tailEnd/>
            </a:ln>
            <a:effectLst/>
          </p:spPr>
          <p:txBody>
            <a:bodyPr wrap="none" anchor="ctr"/>
            <a:lstStyle/>
            <a:p>
              <a:endParaRPr lang="zh-CN" altLang="en-US" sz="2800"/>
            </a:p>
          </p:txBody>
        </p:sp>
        <p:sp>
          <p:nvSpPr>
            <p:cNvPr id="160779" name="Freeform 11"/>
            <p:cNvSpPr>
              <a:spLocks/>
            </p:cNvSpPr>
            <p:nvPr/>
          </p:nvSpPr>
          <p:spPr bwMode="auto">
            <a:xfrm>
              <a:off x="1788" y="1332"/>
              <a:ext cx="216" cy="116"/>
            </a:xfrm>
            <a:custGeom>
              <a:avLst/>
              <a:gdLst/>
              <a:ahLst/>
              <a:cxnLst>
                <a:cxn ang="0">
                  <a:pos x="0" y="116"/>
                </a:cxn>
                <a:cxn ang="0">
                  <a:pos x="96" y="64"/>
                </a:cxn>
                <a:cxn ang="0">
                  <a:pos x="216" y="0"/>
                </a:cxn>
              </a:cxnLst>
              <a:rect l="0" t="0" r="r" b="b"/>
              <a:pathLst>
                <a:path w="216" h="116">
                  <a:moveTo>
                    <a:pt x="0" y="116"/>
                  </a:moveTo>
                  <a:cubicBezTo>
                    <a:pt x="17" y="108"/>
                    <a:pt x="60" y="83"/>
                    <a:pt x="96" y="64"/>
                  </a:cubicBezTo>
                  <a:cubicBezTo>
                    <a:pt x="132" y="45"/>
                    <a:pt x="191" y="13"/>
                    <a:pt x="216" y="0"/>
                  </a:cubicBezTo>
                </a:path>
              </a:pathLst>
            </a:custGeom>
            <a:gradFill rotWithShape="0">
              <a:gsLst>
                <a:gs pos="0">
                  <a:srgbClr val="F4FCE4"/>
                </a:gs>
                <a:gs pos="100000">
                  <a:srgbClr val="67DD9F"/>
                </a:gs>
              </a:gsLst>
              <a:path path="rect">
                <a:fillToRect l="50000" t="50000" r="50000" b="50000"/>
              </a:path>
            </a:gradFill>
            <a:ln w="19050" cap="flat" cmpd="sng">
              <a:solidFill>
                <a:srgbClr val="0000FF"/>
              </a:solidFill>
              <a:prstDash val="solid"/>
              <a:round/>
              <a:headEnd type="none" w="sm" len="lg"/>
              <a:tailEnd type="none" w="sm" len="lg"/>
            </a:ln>
            <a:effectLst/>
          </p:spPr>
          <p:txBody>
            <a:bodyPr wrap="none" anchor="ctr"/>
            <a:lstStyle/>
            <a:p>
              <a:endParaRPr lang="zh-CN" altLang="en-US" sz="2800"/>
            </a:p>
          </p:txBody>
        </p:sp>
        <p:sp>
          <p:nvSpPr>
            <p:cNvPr id="160780" name="Freeform 12"/>
            <p:cNvSpPr>
              <a:spLocks/>
            </p:cNvSpPr>
            <p:nvPr/>
          </p:nvSpPr>
          <p:spPr bwMode="auto">
            <a:xfrm>
              <a:off x="1976" y="1628"/>
              <a:ext cx="264" cy="52"/>
            </a:xfrm>
            <a:custGeom>
              <a:avLst/>
              <a:gdLst/>
              <a:ahLst/>
              <a:cxnLst>
                <a:cxn ang="0">
                  <a:pos x="0" y="52"/>
                </a:cxn>
                <a:cxn ang="0">
                  <a:pos x="264" y="0"/>
                </a:cxn>
              </a:cxnLst>
              <a:rect l="0" t="0" r="r" b="b"/>
              <a:pathLst>
                <a:path w="264" h="52">
                  <a:moveTo>
                    <a:pt x="0" y="52"/>
                  </a:moveTo>
                  <a:lnTo>
                    <a:pt x="264" y="0"/>
                  </a:lnTo>
                </a:path>
              </a:pathLst>
            </a:custGeom>
            <a:gradFill rotWithShape="0">
              <a:gsLst>
                <a:gs pos="0">
                  <a:srgbClr val="F4FCE4"/>
                </a:gs>
                <a:gs pos="100000">
                  <a:srgbClr val="67DD9F"/>
                </a:gs>
              </a:gsLst>
              <a:path path="rect">
                <a:fillToRect l="50000" t="50000" r="50000" b="50000"/>
              </a:path>
            </a:gradFill>
            <a:ln w="19050">
              <a:solidFill>
                <a:srgbClr val="0000FF"/>
              </a:solidFill>
              <a:round/>
              <a:headEnd type="none" w="sm" len="lg"/>
              <a:tailEnd type="none" w="sm" len="lg"/>
            </a:ln>
            <a:effectLst/>
          </p:spPr>
          <p:txBody>
            <a:bodyPr wrap="none" anchor="ctr"/>
            <a:lstStyle/>
            <a:p>
              <a:endParaRPr lang="zh-CN" altLang="en-US" sz="2800"/>
            </a:p>
          </p:txBody>
        </p:sp>
        <p:sp>
          <p:nvSpPr>
            <p:cNvPr id="160781" name="Freeform 13"/>
            <p:cNvSpPr>
              <a:spLocks/>
            </p:cNvSpPr>
            <p:nvPr/>
          </p:nvSpPr>
          <p:spPr bwMode="auto">
            <a:xfrm>
              <a:off x="792" y="2000"/>
              <a:ext cx="372" cy="64"/>
            </a:xfrm>
            <a:custGeom>
              <a:avLst/>
              <a:gdLst/>
              <a:ahLst/>
              <a:cxnLst>
                <a:cxn ang="0">
                  <a:pos x="0" y="64"/>
                </a:cxn>
                <a:cxn ang="0">
                  <a:pos x="92" y="48"/>
                </a:cxn>
                <a:cxn ang="0">
                  <a:pos x="256" y="16"/>
                </a:cxn>
                <a:cxn ang="0">
                  <a:pos x="372" y="0"/>
                </a:cxn>
              </a:cxnLst>
              <a:rect l="0" t="0" r="r" b="b"/>
              <a:pathLst>
                <a:path w="372" h="64">
                  <a:moveTo>
                    <a:pt x="0" y="64"/>
                  </a:moveTo>
                  <a:cubicBezTo>
                    <a:pt x="15" y="61"/>
                    <a:pt x="49" y="56"/>
                    <a:pt x="92" y="48"/>
                  </a:cubicBezTo>
                  <a:cubicBezTo>
                    <a:pt x="135" y="40"/>
                    <a:pt x="209" y="24"/>
                    <a:pt x="256" y="16"/>
                  </a:cubicBezTo>
                  <a:cubicBezTo>
                    <a:pt x="303" y="8"/>
                    <a:pt x="348" y="3"/>
                    <a:pt x="372" y="0"/>
                  </a:cubicBezTo>
                </a:path>
              </a:pathLst>
            </a:custGeom>
            <a:gradFill rotWithShape="0">
              <a:gsLst>
                <a:gs pos="0">
                  <a:srgbClr val="F4FCE4"/>
                </a:gs>
                <a:gs pos="100000">
                  <a:srgbClr val="67DD9F"/>
                </a:gs>
              </a:gsLst>
              <a:path path="rect">
                <a:fillToRect l="50000" t="50000" r="50000" b="50000"/>
              </a:path>
            </a:gradFill>
            <a:ln w="19050" cap="flat" cmpd="sng">
              <a:solidFill>
                <a:srgbClr val="0000FF"/>
              </a:solidFill>
              <a:prstDash val="solid"/>
              <a:round/>
              <a:headEnd type="none" w="sm" len="lg"/>
              <a:tailEnd type="none" w="sm" len="lg"/>
            </a:ln>
            <a:effectLst/>
          </p:spPr>
          <p:txBody>
            <a:bodyPr wrap="none" anchor="ctr"/>
            <a:lstStyle/>
            <a:p>
              <a:endParaRPr lang="zh-CN" altLang="en-US" sz="2800"/>
            </a:p>
          </p:txBody>
        </p:sp>
        <p:sp>
          <p:nvSpPr>
            <p:cNvPr id="160782" name="Freeform 14"/>
            <p:cNvSpPr>
              <a:spLocks/>
            </p:cNvSpPr>
            <p:nvPr/>
          </p:nvSpPr>
          <p:spPr bwMode="auto">
            <a:xfrm>
              <a:off x="788" y="1828"/>
              <a:ext cx="276" cy="36"/>
            </a:xfrm>
            <a:custGeom>
              <a:avLst/>
              <a:gdLst/>
              <a:ahLst/>
              <a:cxnLst>
                <a:cxn ang="0">
                  <a:pos x="0" y="36"/>
                </a:cxn>
                <a:cxn ang="0">
                  <a:pos x="276" y="0"/>
                </a:cxn>
              </a:cxnLst>
              <a:rect l="0" t="0" r="r" b="b"/>
              <a:pathLst>
                <a:path w="276" h="36">
                  <a:moveTo>
                    <a:pt x="0" y="36"/>
                  </a:moveTo>
                  <a:lnTo>
                    <a:pt x="276" y="0"/>
                  </a:lnTo>
                </a:path>
              </a:pathLst>
            </a:custGeom>
            <a:gradFill rotWithShape="0">
              <a:gsLst>
                <a:gs pos="0">
                  <a:srgbClr val="F4FCE4"/>
                </a:gs>
                <a:gs pos="100000">
                  <a:srgbClr val="67DD9F"/>
                </a:gs>
              </a:gsLst>
              <a:path path="rect">
                <a:fillToRect l="50000" t="50000" r="50000" b="50000"/>
              </a:path>
            </a:gradFill>
            <a:ln w="19050">
              <a:solidFill>
                <a:srgbClr val="0000FF"/>
              </a:solidFill>
              <a:round/>
              <a:headEnd type="none" w="sm" len="lg"/>
              <a:tailEnd type="none" w="sm" len="lg"/>
            </a:ln>
            <a:effectLst/>
          </p:spPr>
          <p:txBody>
            <a:bodyPr wrap="none" anchor="ctr"/>
            <a:lstStyle/>
            <a:p>
              <a:endParaRPr lang="zh-CN" altLang="en-US" sz="2800"/>
            </a:p>
          </p:txBody>
        </p:sp>
        <p:sp>
          <p:nvSpPr>
            <p:cNvPr id="160783" name="Freeform 15"/>
            <p:cNvSpPr>
              <a:spLocks/>
            </p:cNvSpPr>
            <p:nvPr/>
          </p:nvSpPr>
          <p:spPr bwMode="auto">
            <a:xfrm>
              <a:off x="824" y="1638"/>
              <a:ext cx="240" cy="47"/>
            </a:xfrm>
            <a:custGeom>
              <a:avLst/>
              <a:gdLst/>
              <a:ahLst/>
              <a:cxnLst>
                <a:cxn ang="0">
                  <a:pos x="0" y="48"/>
                </a:cxn>
                <a:cxn ang="0">
                  <a:pos x="240" y="0"/>
                </a:cxn>
              </a:cxnLst>
              <a:rect l="0" t="0" r="r" b="b"/>
              <a:pathLst>
                <a:path w="240" h="48">
                  <a:moveTo>
                    <a:pt x="0" y="48"/>
                  </a:moveTo>
                  <a:cubicBezTo>
                    <a:pt x="100" y="28"/>
                    <a:pt x="200" y="8"/>
                    <a:pt x="240" y="0"/>
                  </a:cubicBezTo>
                </a:path>
              </a:pathLst>
            </a:custGeom>
            <a:gradFill rotWithShape="0">
              <a:gsLst>
                <a:gs pos="0">
                  <a:srgbClr val="F4FCE4"/>
                </a:gs>
                <a:gs pos="100000">
                  <a:srgbClr val="67DD9F"/>
                </a:gs>
              </a:gsLst>
              <a:path path="rect">
                <a:fillToRect l="50000" t="50000" r="50000" b="50000"/>
              </a:path>
            </a:gradFill>
            <a:ln w="19050" cap="flat" cmpd="sng">
              <a:solidFill>
                <a:srgbClr val="0000FF"/>
              </a:solidFill>
              <a:prstDash val="solid"/>
              <a:round/>
              <a:headEnd type="none" w="sm" len="lg"/>
              <a:tailEnd type="none" w="sm" len="lg"/>
            </a:ln>
            <a:effectLst/>
          </p:spPr>
          <p:txBody>
            <a:bodyPr wrap="none" anchor="ctr"/>
            <a:lstStyle/>
            <a:p>
              <a:endParaRPr lang="zh-CN" altLang="en-US" sz="2800"/>
            </a:p>
          </p:txBody>
        </p:sp>
        <p:graphicFrame>
          <p:nvGraphicFramePr>
            <p:cNvPr id="160784" name="Object 16"/>
            <p:cNvGraphicFramePr>
              <a:graphicFrameLocks noChangeAspect="1"/>
            </p:cNvGraphicFramePr>
            <p:nvPr/>
          </p:nvGraphicFramePr>
          <p:xfrm>
            <a:off x="1056" y="1384"/>
            <a:ext cx="158" cy="200"/>
          </p:xfrm>
          <a:graphic>
            <a:graphicData uri="http://schemas.openxmlformats.org/presentationml/2006/ole">
              <p:oleObj spid="_x0000_s1025037" name="Equation" r:id="rId4" imgW="190440" imgH="241200" progId="Equation.3">
                <p:embed/>
              </p:oleObj>
            </a:graphicData>
          </a:graphic>
        </p:graphicFrame>
      </p:grpSp>
      <p:graphicFrame>
        <p:nvGraphicFramePr>
          <p:cNvPr id="160785" name="Object 17"/>
          <p:cNvGraphicFramePr>
            <a:graphicFrameLocks noChangeAspect="1"/>
          </p:cNvGraphicFramePr>
          <p:nvPr/>
        </p:nvGraphicFramePr>
        <p:xfrm>
          <a:off x="5029200" y="841375"/>
          <a:ext cx="3657600" cy="774700"/>
        </p:xfrm>
        <a:graphic>
          <a:graphicData uri="http://schemas.openxmlformats.org/presentationml/2006/ole">
            <p:oleObj spid="_x0000_s1025026" name="Equation" r:id="rId5" imgW="1155600" imgH="253800" progId="Equation.3">
              <p:embed/>
            </p:oleObj>
          </a:graphicData>
        </a:graphic>
      </p:graphicFrame>
      <p:graphicFrame>
        <p:nvGraphicFramePr>
          <p:cNvPr id="160786" name="Object 18"/>
          <p:cNvGraphicFramePr>
            <a:graphicFrameLocks noChangeAspect="1"/>
          </p:cNvGraphicFramePr>
          <p:nvPr/>
        </p:nvGraphicFramePr>
        <p:xfrm>
          <a:off x="5029200" y="1812925"/>
          <a:ext cx="3657600" cy="777875"/>
        </p:xfrm>
        <a:graphic>
          <a:graphicData uri="http://schemas.openxmlformats.org/presentationml/2006/ole">
            <p:oleObj spid="_x0000_s1025027" name="Equation" r:id="rId6" imgW="1218960" imgH="253800" progId="Equation.3">
              <p:embed/>
            </p:oleObj>
          </a:graphicData>
        </a:graphic>
      </p:graphicFrame>
      <p:graphicFrame>
        <p:nvGraphicFramePr>
          <p:cNvPr id="160787" name="Object 19"/>
          <p:cNvGraphicFramePr>
            <a:graphicFrameLocks noChangeAspect="1"/>
          </p:cNvGraphicFramePr>
          <p:nvPr/>
        </p:nvGraphicFramePr>
        <p:xfrm>
          <a:off x="5029200" y="2847975"/>
          <a:ext cx="3581400" cy="992188"/>
        </p:xfrm>
        <a:graphic>
          <a:graphicData uri="http://schemas.openxmlformats.org/presentationml/2006/ole">
            <p:oleObj spid="_x0000_s1025028" name="Equation" r:id="rId7" imgW="939600" imgH="291960" progId="Equation.3">
              <p:embed/>
            </p:oleObj>
          </a:graphicData>
        </a:graphic>
      </p:graphicFrame>
      <p:sp>
        <p:nvSpPr>
          <p:cNvPr id="160788" name="Text Box 20"/>
          <p:cNvSpPr txBox="1">
            <a:spLocks noChangeArrowheads="1"/>
          </p:cNvSpPr>
          <p:nvPr/>
        </p:nvSpPr>
        <p:spPr bwMode="auto">
          <a:xfrm>
            <a:off x="381000" y="5316538"/>
            <a:ext cx="8534400" cy="1160462"/>
          </a:xfrm>
          <a:prstGeom prst="rect">
            <a:avLst/>
          </a:prstGeom>
          <a:noFill/>
          <a:ln w="9525">
            <a:noFill/>
            <a:miter lim="800000"/>
            <a:headEnd/>
            <a:tailEnd/>
          </a:ln>
          <a:effectLst/>
        </p:spPr>
        <p:txBody>
          <a:bodyPr>
            <a:spAutoFit/>
          </a:bodyPr>
          <a:lstStyle/>
          <a:p>
            <a:pPr>
              <a:spcBef>
                <a:spcPct val="50000"/>
              </a:spcBef>
              <a:buFontTx/>
              <a:buBlip>
                <a:blip r:embed="rId8"/>
              </a:buBlip>
            </a:pPr>
            <a:r>
              <a:rPr lang="zh-CN" altLang="en-US" sz="2800">
                <a:solidFill>
                  <a:srgbClr val="CC0000"/>
                </a:solidFill>
              </a:rPr>
              <a:t>    物理意义</a:t>
            </a:r>
            <a:r>
              <a:rPr lang="zh-CN" altLang="en-US" sz="2800">
                <a:solidFill>
                  <a:srgbClr val="050000"/>
                </a:solidFill>
              </a:rPr>
              <a:t>：通过任意闭合曲面的磁通量必等于零</a:t>
            </a:r>
          </a:p>
          <a:p>
            <a:pPr>
              <a:spcBef>
                <a:spcPct val="50000"/>
              </a:spcBef>
            </a:pPr>
            <a:r>
              <a:rPr lang="zh-CN" altLang="en-US" sz="2800">
                <a:solidFill>
                  <a:srgbClr val="050000"/>
                </a:solidFill>
              </a:rPr>
              <a:t>                        （</a:t>
            </a:r>
            <a:r>
              <a:rPr lang="zh-CN" altLang="en-US" sz="2800">
                <a:solidFill>
                  <a:schemeClr val="tx1"/>
                </a:solidFill>
              </a:rPr>
              <a:t>故磁场是</a:t>
            </a:r>
            <a:r>
              <a:rPr lang="zh-CN" altLang="en-US" sz="2800">
                <a:solidFill>
                  <a:srgbClr val="CC0000"/>
                </a:solidFill>
              </a:rPr>
              <a:t>无源的.</a:t>
            </a:r>
            <a:r>
              <a:rPr lang="zh-CN" altLang="en-US" sz="2800">
                <a:solidFill>
                  <a:srgbClr val="050000"/>
                </a:solidFill>
              </a:rPr>
              <a:t>）</a:t>
            </a:r>
          </a:p>
        </p:txBody>
      </p:sp>
      <p:grpSp>
        <p:nvGrpSpPr>
          <p:cNvPr id="3" name="Group 21"/>
          <p:cNvGrpSpPr>
            <a:grpSpLocks/>
          </p:cNvGrpSpPr>
          <p:nvPr/>
        </p:nvGrpSpPr>
        <p:grpSpPr bwMode="auto">
          <a:xfrm>
            <a:off x="381000" y="4267200"/>
            <a:ext cx="7848600" cy="838200"/>
            <a:chOff x="96" y="2736"/>
            <a:chExt cx="4944" cy="528"/>
          </a:xfrm>
        </p:grpSpPr>
        <p:sp>
          <p:nvSpPr>
            <p:cNvPr id="160790" name="Text Box 22"/>
            <p:cNvSpPr txBox="1">
              <a:spLocks noChangeArrowheads="1"/>
            </p:cNvSpPr>
            <p:nvPr/>
          </p:nvSpPr>
          <p:spPr bwMode="auto">
            <a:xfrm>
              <a:off x="96" y="2832"/>
              <a:ext cx="2304" cy="330"/>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spcBef>
                  <a:spcPct val="50000"/>
                </a:spcBef>
                <a:buFontTx/>
                <a:buBlip>
                  <a:blip r:embed="rId8"/>
                </a:buBlip>
              </a:pPr>
              <a:r>
                <a:rPr lang="zh-CN" altLang="en-US" sz="2800">
                  <a:solidFill>
                    <a:schemeClr val="tx1"/>
                  </a:solidFill>
                </a:rPr>
                <a:t>   磁场高斯定理</a:t>
              </a:r>
            </a:p>
          </p:txBody>
        </p:sp>
        <p:graphicFrame>
          <p:nvGraphicFramePr>
            <p:cNvPr id="160791" name="Object 23"/>
            <p:cNvGraphicFramePr>
              <a:graphicFrameLocks noChangeAspect="1"/>
            </p:cNvGraphicFramePr>
            <p:nvPr/>
          </p:nvGraphicFramePr>
          <p:xfrm>
            <a:off x="3240" y="2736"/>
            <a:ext cx="1800" cy="528"/>
          </p:xfrm>
          <a:graphic>
            <a:graphicData uri="http://schemas.openxmlformats.org/presentationml/2006/ole">
              <p:oleObj spid="_x0000_s1025035" name="Equation" r:id="rId9" imgW="812520" imgH="266400" progId="Equation.3">
                <p:embed/>
              </p:oleObj>
            </a:graphicData>
          </a:graphic>
        </p:graphicFrame>
      </p:grpSp>
      <p:grpSp>
        <p:nvGrpSpPr>
          <p:cNvPr id="4" name="Group 24"/>
          <p:cNvGrpSpPr>
            <a:grpSpLocks/>
          </p:cNvGrpSpPr>
          <p:nvPr/>
        </p:nvGrpSpPr>
        <p:grpSpPr bwMode="auto">
          <a:xfrm>
            <a:off x="1295400" y="1943100"/>
            <a:ext cx="2197100" cy="1282700"/>
            <a:chOff x="816" y="1272"/>
            <a:chExt cx="1384" cy="808"/>
          </a:xfrm>
        </p:grpSpPr>
        <p:sp>
          <p:nvSpPr>
            <p:cNvPr id="160793" name="Freeform 25"/>
            <p:cNvSpPr>
              <a:spLocks/>
            </p:cNvSpPr>
            <p:nvPr/>
          </p:nvSpPr>
          <p:spPr bwMode="auto">
            <a:xfrm>
              <a:off x="1588" y="1272"/>
              <a:ext cx="572" cy="460"/>
            </a:xfrm>
            <a:custGeom>
              <a:avLst/>
              <a:gdLst/>
              <a:ahLst/>
              <a:cxnLst>
                <a:cxn ang="0">
                  <a:pos x="0" y="0"/>
                </a:cxn>
                <a:cxn ang="0">
                  <a:pos x="340" y="200"/>
                </a:cxn>
                <a:cxn ang="0">
                  <a:pos x="572" y="460"/>
                </a:cxn>
              </a:cxnLst>
              <a:rect l="0" t="0" r="r" b="b"/>
              <a:pathLst>
                <a:path w="572" h="460">
                  <a:moveTo>
                    <a:pt x="0" y="0"/>
                  </a:moveTo>
                  <a:cubicBezTo>
                    <a:pt x="57" y="33"/>
                    <a:pt x="245" y="123"/>
                    <a:pt x="340" y="200"/>
                  </a:cubicBezTo>
                  <a:cubicBezTo>
                    <a:pt x="435" y="277"/>
                    <a:pt x="524" y="406"/>
                    <a:pt x="572" y="460"/>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794" name="Freeform 26"/>
            <p:cNvSpPr>
              <a:spLocks/>
            </p:cNvSpPr>
            <p:nvPr/>
          </p:nvSpPr>
          <p:spPr bwMode="auto">
            <a:xfrm>
              <a:off x="1336" y="1316"/>
              <a:ext cx="688" cy="548"/>
            </a:xfrm>
            <a:custGeom>
              <a:avLst/>
              <a:gdLst/>
              <a:ahLst/>
              <a:cxnLst>
                <a:cxn ang="0">
                  <a:pos x="0" y="0"/>
                </a:cxn>
                <a:cxn ang="0">
                  <a:pos x="412" y="228"/>
                </a:cxn>
                <a:cxn ang="0">
                  <a:pos x="688" y="548"/>
                </a:cxn>
              </a:cxnLst>
              <a:rect l="0" t="0" r="r" b="b"/>
              <a:pathLst>
                <a:path w="688" h="548">
                  <a:moveTo>
                    <a:pt x="0" y="0"/>
                  </a:moveTo>
                  <a:cubicBezTo>
                    <a:pt x="68" y="38"/>
                    <a:pt x="297" y="137"/>
                    <a:pt x="412" y="228"/>
                  </a:cubicBezTo>
                  <a:cubicBezTo>
                    <a:pt x="527" y="319"/>
                    <a:pt x="631" y="481"/>
                    <a:pt x="688" y="548"/>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795" name="Freeform 27"/>
            <p:cNvSpPr>
              <a:spLocks/>
            </p:cNvSpPr>
            <p:nvPr/>
          </p:nvSpPr>
          <p:spPr bwMode="auto">
            <a:xfrm>
              <a:off x="1136" y="1380"/>
              <a:ext cx="740" cy="592"/>
            </a:xfrm>
            <a:custGeom>
              <a:avLst/>
              <a:gdLst/>
              <a:ahLst/>
              <a:cxnLst>
                <a:cxn ang="0">
                  <a:pos x="0" y="0"/>
                </a:cxn>
                <a:cxn ang="0">
                  <a:pos x="420" y="240"/>
                </a:cxn>
                <a:cxn ang="0">
                  <a:pos x="740" y="592"/>
                </a:cxn>
              </a:cxnLst>
              <a:rect l="0" t="0" r="r" b="b"/>
              <a:pathLst>
                <a:path w="740" h="592">
                  <a:moveTo>
                    <a:pt x="0" y="0"/>
                  </a:moveTo>
                  <a:cubicBezTo>
                    <a:pt x="70" y="40"/>
                    <a:pt x="297" y="141"/>
                    <a:pt x="420" y="240"/>
                  </a:cubicBezTo>
                  <a:cubicBezTo>
                    <a:pt x="543" y="339"/>
                    <a:pt x="673" y="519"/>
                    <a:pt x="740" y="592"/>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796" name="Freeform 28"/>
            <p:cNvSpPr>
              <a:spLocks/>
            </p:cNvSpPr>
            <p:nvPr/>
          </p:nvSpPr>
          <p:spPr bwMode="auto">
            <a:xfrm>
              <a:off x="996" y="1480"/>
              <a:ext cx="692" cy="548"/>
            </a:xfrm>
            <a:custGeom>
              <a:avLst/>
              <a:gdLst/>
              <a:ahLst/>
              <a:cxnLst>
                <a:cxn ang="0">
                  <a:pos x="0" y="0"/>
                </a:cxn>
                <a:cxn ang="0">
                  <a:pos x="387" y="231"/>
                </a:cxn>
                <a:cxn ang="0">
                  <a:pos x="692" y="548"/>
                </a:cxn>
              </a:cxnLst>
              <a:rect l="0" t="0" r="r" b="b"/>
              <a:pathLst>
                <a:path w="692" h="548">
                  <a:moveTo>
                    <a:pt x="0" y="0"/>
                  </a:moveTo>
                  <a:cubicBezTo>
                    <a:pt x="64" y="38"/>
                    <a:pt x="272" y="140"/>
                    <a:pt x="387" y="231"/>
                  </a:cubicBezTo>
                  <a:cubicBezTo>
                    <a:pt x="502" y="322"/>
                    <a:pt x="641" y="495"/>
                    <a:pt x="692" y="548"/>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797" name="Freeform 29"/>
            <p:cNvSpPr>
              <a:spLocks/>
            </p:cNvSpPr>
            <p:nvPr/>
          </p:nvSpPr>
          <p:spPr bwMode="auto">
            <a:xfrm>
              <a:off x="816" y="1836"/>
              <a:ext cx="412" cy="244"/>
            </a:xfrm>
            <a:custGeom>
              <a:avLst/>
              <a:gdLst/>
              <a:ahLst/>
              <a:cxnLst>
                <a:cxn ang="0">
                  <a:pos x="0" y="0"/>
                </a:cxn>
                <a:cxn ang="0">
                  <a:pos x="217" y="99"/>
                </a:cxn>
                <a:cxn ang="0">
                  <a:pos x="412" y="244"/>
                </a:cxn>
              </a:cxnLst>
              <a:rect l="0" t="0" r="r" b="b"/>
              <a:pathLst>
                <a:path w="412" h="244">
                  <a:moveTo>
                    <a:pt x="0" y="0"/>
                  </a:moveTo>
                  <a:cubicBezTo>
                    <a:pt x="36" y="16"/>
                    <a:pt x="148" y="58"/>
                    <a:pt x="217" y="99"/>
                  </a:cubicBezTo>
                  <a:cubicBezTo>
                    <a:pt x="286" y="140"/>
                    <a:pt x="372" y="214"/>
                    <a:pt x="412" y="244"/>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798" name="Freeform 30"/>
            <p:cNvSpPr>
              <a:spLocks/>
            </p:cNvSpPr>
            <p:nvPr/>
          </p:nvSpPr>
          <p:spPr bwMode="auto">
            <a:xfrm>
              <a:off x="824" y="1340"/>
              <a:ext cx="1196" cy="458"/>
            </a:xfrm>
            <a:custGeom>
              <a:avLst/>
              <a:gdLst/>
              <a:ahLst/>
              <a:cxnLst>
                <a:cxn ang="0">
                  <a:pos x="1196" y="0"/>
                </a:cxn>
                <a:cxn ang="0">
                  <a:pos x="576" y="124"/>
                </a:cxn>
                <a:cxn ang="0">
                  <a:pos x="0" y="458"/>
                </a:cxn>
              </a:cxnLst>
              <a:rect l="0" t="0" r="r" b="b"/>
              <a:pathLst>
                <a:path w="1196" h="458">
                  <a:moveTo>
                    <a:pt x="1196" y="0"/>
                  </a:moveTo>
                  <a:cubicBezTo>
                    <a:pt x="1093" y="21"/>
                    <a:pt x="775" y="48"/>
                    <a:pt x="576" y="124"/>
                  </a:cubicBezTo>
                  <a:cubicBezTo>
                    <a:pt x="377" y="200"/>
                    <a:pt x="120" y="389"/>
                    <a:pt x="0" y="458"/>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799" name="Freeform 31"/>
            <p:cNvSpPr>
              <a:spLocks/>
            </p:cNvSpPr>
            <p:nvPr/>
          </p:nvSpPr>
          <p:spPr bwMode="auto">
            <a:xfrm>
              <a:off x="884" y="1504"/>
              <a:ext cx="1316" cy="540"/>
            </a:xfrm>
            <a:custGeom>
              <a:avLst/>
              <a:gdLst/>
              <a:ahLst/>
              <a:cxnLst>
                <a:cxn ang="0">
                  <a:pos x="1316" y="0"/>
                </a:cxn>
                <a:cxn ang="0">
                  <a:pos x="972" y="60"/>
                </a:cxn>
                <a:cxn ang="0">
                  <a:pos x="585" y="182"/>
                </a:cxn>
                <a:cxn ang="0">
                  <a:pos x="0" y="540"/>
                </a:cxn>
              </a:cxnLst>
              <a:rect l="0" t="0" r="r" b="b"/>
              <a:pathLst>
                <a:path w="1316" h="540">
                  <a:moveTo>
                    <a:pt x="1316" y="0"/>
                  </a:moveTo>
                  <a:cubicBezTo>
                    <a:pt x="1259" y="10"/>
                    <a:pt x="1094" y="30"/>
                    <a:pt x="972" y="60"/>
                  </a:cubicBezTo>
                  <a:cubicBezTo>
                    <a:pt x="850" y="90"/>
                    <a:pt x="747" y="102"/>
                    <a:pt x="585" y="182"/>
                  </a:cubicBezTo>
                  <a:cubicBezTo>
                    <a:pt x="423" y="262"/>
                    <a:pt x="122" y="466"/>
                    <a:pt x="0" y="540"/>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800" name="Freeform 32"/>
            <p:cNvSpPr>
              <a:spLocks/>
            </p:cNvSpPr>
            <p:nvPr/>
          </p:nvSpPr>
          <p:spPr bwMode="auto">
            <a:xfrm>
              <a:off x="1180" y="1728"/>
              <a:ext cx="976" cy="344"/>
            </a:xfrm>
            <a:custGeom>
              <a:avLst/>
              <a:gdLst/>
              <a:ahLst/>
              <a:cxnLst>
                <a:cxn ang="0">
                  <a:pos x="976" y="0"/>
                </a:cxn>
                <a:cxn ang="0">
                  <a:pos x="447" y="115"/>
                </a:cxn>
                <a:cxn ang="0">
                  <a:pos x="0" y="344"/>
                </a:cxn>
              </a:cxnLst>
              <a:rect l="0" t="0" r="r" b="b"/>
              <a:pathLst>
                <a:path w="976" h="344">
                  <a:moveTo>
                    <a:pt x="976" y="0"/>
                  </a:moveTo>
                  <a:cubicBezTo>
                    <a:pt x="888" y="19"/>
                    <a:pt x="610" y="58"/>
                    <a:pt x="447" y="115"/>
                  </a:cubicBezTo>
                  <a:cubicBezTo>
                    <a:pt x="284" y="172"/>
                    <a:pt x="93" y="296"/>
                    <a:pt x="0" y="344"/>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sp>
          <p:nvSpPr>
            <p:cNvPr id="160801" name="Freeform 33"/>
            <p:cNvSpPr>
              <a:spLocks/>
            </p:cNvSpPr>
            <p:nvPr/>
          </p:nvSpPr>
          <p:spPr bwMode="auto">
            <a:xfrm>
              <a:off x="872" y="1632"/>
              <a:ext cx="624" cy="432"/>
            </a:xfrm>
            <a:custGeom>
              <a:avLst/>
              <a:gdLst/>
              <a:ahLst/>
              <a:cxnLst>
                <a:cxn ang="0">
                  <a:pos x="0" y="0"/>
                </a:cxn>
                <a:cxn ang="0">
                  <a:pos x="288" y="336"/>
                </a:cxn>
                <a:cxn ang="0">
                  <a:pos x="528" y="816"/>
                </a:cxn>
              </a:cxnLst>
              <a:rect l="0" t="0" r="r" b="b"/>
              <a:pathLst>
                <a:path w="528" h="816">
                  <a:moveTo>
                    <a:pt x="0" y="0"/>
                  </a:moveTo>
                  <a:cubicBezTo>
                    <a:pt x="100" y="100"/>
                    <a:pt x="200" y="200"/>
                    <a:pt x="288" y="336"/>
                  </a:cubicBezTo>
                  <a:cubicBezTo>
                    <a:pt x="376" y="472"/>
                    <a:pt x="488" y="736"/>
                    <a:pt x="528" y="816"/>
                  </a:cubicBezTo>
                </a:path>
              </a:pathLst>
            </a:custGeom>
            <a:noFill/>
            <a:ln w="12700" cap="flat" cmpd="sng">
              <a:solidFill>
                <a:srgbClr val="2FBD2F"/>
              </a:solidFill>
              <a:prstDash val="solid"/>
              <a:round/>
              <a:headEnd type="none" w="sm" len="lg"/>
              <a:tailEnd type="none" w="sm" len="lg"/>
            </a:ln>
            <a:effectLst/>
          </p:spPr>
          <p:txBody>
            <a:bodyPr wrap="none" anchor="ctr"/>
            <a:lstStyle/>
            <a:p>
              <a:endParaRPr lang="zh-CN" altLang="en-US" sz="2800"/>
            </a:p>
          </p:txBody>
        </p:sp>
      </p:grpSp>
      <p:grpSp>
        <p:nvGrpSpPr>
          <p:cNvPr id="5" name="Group 34"/>
          <p:cNvGrpSpPr>
            <a:grpSpLocks/>
          </p:cNvGrpSpPr>
          <p:nvPr/>
        </p:nvGrpSpPr>
        <p:grpSpPr bwMode="auto">
          <a:xfrm>
            <a:off x="2451100" y="990600"/>
            <a:ext cx="1062038" cy="1435100"/>
            <a:chOff x="1544" y="672"/>
            <a:chExt cx="669" cy="904"/>
          </a:xfrm>
        </p:grpSpPr>
        <p:sp>
          <p:nvSpPr>
            <p:cNvPr id="160803" name="Freeform 35" descr="20%"/>
            <p:cNvSpPr>
              <a:spLocks/>
            </p:cNvSpPr>
            <p:nvPr/>
          </p:nvSpPr>
          <p:spPr bwMode="auto">
            <a:xfrm>
              <a:off x="1544" y="1364"/>
              <a:ext cx="444" cy="212"/>
            </a:xfrm>
            <a:custGeom>
              <a:avLst/>
              <a:gdLst/>
              <a:ahLst/>
              <a:cxnLst>
                <a:cxn ang="0">
                  <a:pos x="0" y="48"/>
                </a:cxn>
                <a:cxn ang="0">
                  <a:pos x="212" y="0"/>
                </a:cxn>
                <a:cxn ang="0">
                  <a:pos x="336" y="72"/>
                </a:cxn>
                <a:cxn ang="0">
                  <a:pos x="444" y="164"/>
                </a:cxn>
                <a:cxn ang="0">
                  <a:pos x="244" y="212"/>
                </a:cxn>
                <a:cxn ang="0">
                  <a:pos x="140" y="124"/>
                </a:cxn>
                <a:cxn ang="0">
                  <a:pos x="0" y="48"/>
                </a:cxn>
              </a:cxnLst>
              <a:rect l="0" t="0" r="r" b="b"/>
              <a:pathLst>
                <a:path w="444" h="212">
                  <a:moveTo>
                    <a:pt x="0" y="48"/>
                  </a:moveTo>
                  <a:lnTo>
                    <a:pt x="212" y="0"/>
                  </a:lnTo>
                  <a:lnTo>
                    <a:pt x="336" y="72"/>
                  </a:lnTo>
                  <a:lnTo>
                    <a:pt x="444" y="164"/>
                  </a:lnTo>
                  <a:lnTo>
                    <a:pt x="244" y="212"/>
                  </a:lnTo>
                  <a:lnTo>
                    <a:pt x="140" y="124"/>
                  </a:lnTo>
                  <a:lnTo>
                    <a:pt x="0" y="48"/>
                  </a:lnTo>
                  <a:close/>
                </a:path>
              </a:pathLst>
            </a:custGeom>
            <a:pattFill prst="pct20">
              <a:fgClr>
                <a:srgbClr val="A50021"/>
              </a:fgClr>
              <a:bgClr>
                <a:srgbClr val="FFE7FF"/>
              </a:bgClr>
            </a:pattFill>
            <a:ln w="12700" cap="flat" cmpd="sng">
              <a:solidFill>
                <a:srgbClr val="CC0099"/>
              </a:solidFill>
              <a:prstDash val="solid"/>
              <a:round/>
              <a:headEnd/>
              <a:tailEnd/>
            </a:ln>
            <a:effectLst/>
          </p:spPr>
          <p:txBody>
            <a:bodyPr wrap="none" anchor="ctr"/>
            <a:lstStyle/>
            <a:p>
              <a:endParaRPr lang="zh-CN" altLang="en-US" sz="2800"/>
            </a:p>
          </p:txBody>
        </p:sp>
        <p:graphicFrame>
          <p:nvGraphicFramePr>
            <p:cNvPr id="160804" name="Object 36"/>
            <p:cNvGraphicFramePr>
              <a:graphicFrameLocks noChangeAspect="1"/>
            </p:cNvGraphicFramePr>
            <p:nvPr/>
          </p:nvGraphicFramePr>
          <p:xfrm>
            <a:off x="1872" y="672"/>
            <a:ext cx="341" cy="377"/>
          </p:xfrm>
          <a:graphic>
            <a:graphicData uri="http://schemas.openxmlformats.org/presentationml/2006/ole">
              <p:oleObj spid="_x0000_s1025034" name="Equation" r:id="rId10" imgW="253800" imgH="253800" progId="Equation.3">
                <p:embed/>
              </p:oleObj>
            </a:graphicData>
          </a:graphic>
        </p:graphicFrame>
        <p:sp>
          <p:nvSpPr>
            <p:cNvPr id="160805" name="Line 37"/>
            <p:cNvSpPr>
              <a:spLocks noChangeShapeType="1"/>
            </p:cNvSpPr>
            <p:nvPr/>
          </p:nvSpPr>
          <p:spPr bwMode="auto">
            <a:xfrm flipV="1">
              <a:off x="1776" y="960"/>
              <a:ext cx="240" cy="480"/>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grpSp>
      <p:grpSp>
        <p:nvGrpSpPr>
          <p:cNvPr id="6" name="Group 38"/>
          <p:cNvGrpSpPr>
            <a:grpSpLocks/>
          </p:cNvGrpSpPr>
          <p:nvPr/>
        </p:nvGrpSpPr>
        <p:grpSpPr bwMode="auto">
          <a:xfrm>
            <a:off x="2819400" y="1524000"/>
            <a:ext cx="1447800" cy="685800"/>
            <a:chOff x="1776" y="1008"/>
            <a:chExt cx="912" cy="432"/>
          </a:xfrm>
        </p:grpSpPr>
        <p:grpSp>
          <p:nvGrpSpPr>
            <p:cNvPr id="7" name="Group 39"/>
            <p:cNvGrpSpPr>
              <a:grpSpLocks/>
            </p:cNvGrpSpPr>
            <p:nvPr/>
          </p:nvGrpSpPr>
          <p:grpSpPr bwMode="auto">
            <a:xfrm>
              <a:off x="1872" y="1008"/>
              <a:ext cx="331" cy="384"/>
              <a:chOff x="1872" y="1008"/>
              <a:chExt cx="331" cy="384"/>
            </a:xfrm>
          </p:grpSpPr>
          <p:sp>
            <p:nvSpPr>
              <p:cNvPr id="160808" name="Arc 40"/>
              <p:cNvSpPr>
                <a:spLocks/>
              </p:cNvSpPr>
              <p:nvPr/>
            </p:nvSpPr>
            <p:spPr bwMode="auto">
              <a:xfrm>
                <a:off x="1872" y="1186"/>
                <a:ext cx="183" cy="206"/>
              </a:xfrm>
              <a:custGeom>
                <a:avLst/>
                <a:gdLst>
                  <a:gd name="G0" fmla="+- 0 0 0"/>
                  <a:gd name="G1" fmla="+- 21172 0 0"/>
                  <a:gd name="G2" fmla="+- 21600 0 0"/>
                  <a:gd name="T0" fmla="*/ 4281 w 20648"/>
                  <a:gd name="T1" fmla="*/ 0 h 21172"/>
                  <a:gd name="T2" fmla="*/ 20648 w 20648"/>
                  <a:gd name="T3" fmla="*/ 14829 h 21172"/>
                  <a:gd name="T4" fmla="*/ 0 w 20648"/>
                  <a:gd name="T5" fmla="*/ 21172 h 21172"/>
                </a:gdLst>
                <a:ahLst/>
                <a:cxnLst>
                  <a:cxn ang="0">
                    <a:pos x="T0" y="T1"/>
                  </a:cxn>
                  <a:cxn ang="0">
                    <a:pos x="T2" y="T3"/>
                  </a:cxn>
                  <a:cxn ang="0">
                    <a:pos x="T4" y="T5"/>
                  </a:cxn>
                </a:cxnLst>
                <a:rect l="0" t="0" r="r" b="b"/>
                <a:pathLst>
                  <a:path w="20648" h="21172" fill="none" extrusionOk="0">
                    <a:moveTo>
                      <a:pt x="4280" y="0"/>
                    </a:moveTo>
                    <a:cubicBezTo>
                      <a:pt x="12042" y="1569"/>
                      <a:pt x="18322" y="7259"/>
                      <a:pt x="20647" y="14829"/>
                    </a:cubicBezTo>
                  </a:path>
                  <a:path w="20648" h="21172" stroke="0" extrusionOk="0">
                    <a:moveTo>
                      <a:pt x="4280" y="0"/>
                    </a:moveTo>
                    <a:cubicBezTo>
                      <a:pt x="12042" y="1569"/>
                      <a:pt x="18322" y="7259"/>
                      <a:pt x="20647" y="14829"/>
                    </a:cubicBezTo>
                    <a:lnTo>
                      <a:pt x="0" y="21172"/>
                    </a:lnTo>
                    <a:close/>
                  </a:path>
                </a:pathLst>
              </a:custGeom>
              <a:noFill/>
              <a:ln w="28575">
                <a:solidFill>
                  <a:srgbClr val="FFCC66"/>
                </a:solidFill>
                <a:round/>
                <a:headEnd type="none" w="sm" len="lg"/>
                <a:tailEnd type="none" w="sm" len="lg"/>
              </a:ln>
              <a:effectLst/>
            </p:spPr>
            <p:txBody>
              <a:bodyPr wrap="none" anchor="ctr"/>
              <a:lstStyle/>
              <a:p>
                <a:endParaRPr lang="zh-CN" altLang="en-US" sz="2800"/>
              </a:p>
            </p:txBody>
          </p:sp>
          <p:graphicFrame>
            <p:nvGraphicFramePr>
              <p:cNvPr id="160809" name="Object 41"/>
              <p:cNvGraphicFramePr>
                <a:graphicFrameLocks noChangeAspect="1"/>
              </p:cNvGraphicFramePr>
              <p:nvPr/>
            </p:nvGraphicFramePr>
            <p:xfrm>
              <a:off x="1968" y="1008"/>
              <a:ext cx="235" cy="336"/>
            </p:xfrm>
            <a:graphic>
              <a:graphicData uri="http://schemas.openxmlformats.org/presentationml/2006/ole">
                <p:oleObj spid="_x0000_s1025033" name="公式" r:id="rId11" imgW="152280" imgH="215640" progId="Equation.3">
                  <p:embed/>
                </p:oleObj>
              </a:graphicData>
            </a:graphic>
          </p:graphicFrame>
        </p:grpSp>
        <p:grpSp>
          <p:nvGrpSpPr>
            <p:cNvPr id="8" name="Group 42"/>
            <p:cNvGrpSpPr>
              <a:grpSpLocks/>
            </p:cNvGrpSpPr>
            <p:nvPr/>
          </p:nvGrpSpPr>
          <p:grpSpPr bwMode="auto">
            <a:xfrm>
              <a:off x="1776" y="1008"/>
              <a:ext cx="912" cy="432"/>
              <a:chOff x="1776" y="1008"/>
              <a:chExt cx="912" cy="432"/>
            </a:xfrm>
          </p:grpSpPr>
          <p:graphicFrame>
            <p:nvGraphicFramePr>
              <p:cNvPr id="160811" name="Object 43"/>
              <p:cNvGraphicFramePr>
                <a:graphicFrameLocks noChangeAspect="1"/>
              </p:cNvGraphicFramePr>
              <p:nvPr/>
            </p:nvGraphicFramePr>
            <p:xfrm>
              <a:off x="2323" y="1008"/>
              <a:ext cx="365" cy="388"/>
            </p:xfrm>
            <a:graphic>
              <a:graphicData uri="http://schemas.openxmlformats.org/presentationml/2006/ole">
                <p:oleObj spid="_x0000_s1025032" name="公式" r:id="rId12" imgW="177480" imgH="228600" progId="Equation.3">
                  <p:embed/>
                </p:oleObj>
              </a:graphicData>
            </a:graphic>
          </p:graphicFrame>
          <p:sp>
            <p:nvSpPr>
              <p:cNvPr id="160812" name="Line 44"/>
              <p:cNvSpPr>
                <a:spLocks noChangeShapeType="1"/>
              </p:cNvSpPr>
              <p:nvPr/>
            </p:nvSpPr>
            <p:spPr bwMode="auto">
              <a:xfrm flipV="1">
                <a:off x="1776" y="1200"/>
                <a:ext cx="624" cy="240"/>
              </a:xfrm>
              <a:prstGeom prst="line">
                <a:avLst/>
              </a:prstGeom>
              <a:noFill/>
              <a:ln w="28575">
                <a:solidFill>
                  <a:srgbClr val="0000FF"/>
                </a:solidFill>
                <a:round/>
                <a:headEnd/>
                <a:tailEnd type="triangle" w="sm" len="lg"/>
              </a:ln>
              <a:effectLst/>
            </p:spPr>
            <p:txBody>
              <a:bodyPr wrap="none" anchor="ctr"/>
              <a:lstStyle/>
              <a:p>
                <a:endParaRPr lang="zh-CN" altLang="en-US" sz="2800"/>
              </a:p>
            </p:txBody>
          </p:sp>
        </p:grpSp>
      </p:grpSp>
      <p:grpSp>
        <p:nvGrpSpPr>
          <p:cNvPr id="9" name="Group 45"/>
          <p:cNvGrpSpPr>
            <a:grpSpLocks/>
          </p:cNvGrpSpPr>
          <p:nvPr/>
        </p:nvGrpSpPr>
        <p:grpSpPr bwMode="auto">
          <a:xfrm>
            <a:off x="685800" y="2609850"/>
            <a:ext cx="1257300" cy="1276350"/>
            <a:chOff x="432" y="1692"/>
            <a:chExt cx="792" cy="804"/>
          </a:xfrm>
        </p:grpSpPr>
        <p:grpSp>
          <p:nvGrpSpPr>
            <p:cNvPr id="10" name="Group 46"/>
            <p:cNvGrpSpPr>
              <a:grpSpLocks/>
            </p:cNvGrpSpPr>
            <p:nvPr/>
          </p:nvGrpSpPr>
          <p:grpSpPr bwMode="auto">
            <a:xfrm>
              <a:off x="432" y="1692"/>
              <a:ext cx="792" cy="804"/>
              <a:chOff x="432" y="1692"/>
              <a:chExt cx="792" cy="804"/>
            </a:xfrm>
          </p:grpSpPr>
          <p:sp>
            <p:nvSpPr>
              <p:cNvPr id="160815" name="Freeform 47" descr="20%"/>
              <p:cNvSpPr>
                <a:spLocks/>
              </p:cNvSpPr>
              <p:nvPr/>
            </p:nvSpPr>
            <p:spPr bwMode="auto">
              <a:xfrm>
                <a:off x="816" y="1692"/>
                <a:ext cx="408" cy="252"/>
              </a:xfrm>
              <a:custGeom>
                <a:avLst/>
                <a:gdLst/>
                <a:ahLst/>
                <a:cxnLst>
                  <a:cxn ang="0">
                    <a:pos x="4" y="112"/>
                  </a:cxn>
                  <a:cxn ang="0">
                    <a:pos x="184" y="0"/>
                  </a:cxn>
                  <a:cxn ang="0">
                    <a:pos x="284" y="52"/>
                  </a:cxn>
                  <a:cxn ang="0">
                    <a:pos x="408" y="128"/>
                  </a:cxn>
                  <a:cxn ang="0">
                    <a:pos x="220" y="252"/>
                  </a:cxn>
                  <a:cxn ang="0">
                    <a:pos x="0" y="136"/>
                  </a:cxn>
                  <a:cxn ang="0">
                    <a:pos x="4" y="112"/>
                  </a:cxn>
                </a:cxnLst>
                <a:rect l="0" t="0" r="r" b="b"/>
                <a:pathLst>
                  <a:path w="408" h="252">
                    <a:moveTo>
                      <a:pt x="4" y="112"/>
                    </a:moveTo>
                    <a:lnTo>
                      <a:pt x="184" y="0"/>
                    </a:lnTo>
                    <a:lnTo>
                      <a:pt x="284" y="52"/>
                    </a:lnTo>
                    <a:lnTo>
                      <a:pt x="408" y="128"/>
                    </a:lnTo>
                    <a:lnTo>
                      <a:pt x="220" y="252"/>
                    </a:lnTo>
                    <a:lnTo>
                      <a:pt x="0" y="136"/>
                    </a:lnTo>
                    <a:lnTo>
                      <a:pt x="4" y="112"/>
                    </a:lnTo>
                    <a:close/>
                  </a:path>
                </a:pathLst>
              </a:custGeom>
              <a:pattFill prst="pct20">
                <a:fgClr>
                  <a:srgbClr val="A50021"/>
                </a:fgClr>
                <a:bgClr>
                  <a:srgbClr val="FFE7FF"/>
                </a:bgClr>
              </a:pattFill>
              <a:ln w="12700" cap="flat" cmpd="sng">
                <a:solidFill>
                  <a:srgbClr val="CC0099"/>
                </a:solidFill>
                <a:prstDash val="solid"/>
                <a:round/>
                <a:headEnd/>
                <a:tailEnd/>
              </a:ln>
              <a:effectLst/>
            </p:spPr>
            <p:txBody>
              <a:bodyPr wrap="none" anchor="ctr"/>
              <a:lstStyle/>
              <a:p>
                <a:endParaRPr lang="zh-CN" altLang="en-US" sz="2800"/>
              </a:p>
            </p:txBody>
          </p:sp>
          <p:grpSp>
            <p:nvGrpSpPr>
              <p:cNvPr id="11" name="Group 48"/>
              <p:cNvGrpSpPr>
                <a:grpSpLocks/>
              </p:cNvGrpSpPr>
              <p:nvPr/>
            </p:nvGrpSpPr>
            <p:grpSpPr bwMode="auto">
              <a:xfrm>
                <a:off x="432" y="1824"/>
                <a:ext cx="587" cy="672"/>
                <a:chOff x="432" y="1824"/>
                <a:chExt cx="587" cy="672"/>
              </a:xfrm>
            </p:grpSpPr>
            <p:graphicFrame>
              <p:nvGraphicFramePr>
                <p:cNvPr id="160817" name="Object 49"/>
                <p:cNvGraphicFramePr>
                  <a:graphicFrameLocks noChangeAspect="1"/>
                </p:cNvGraphicFramePr>
                <p:nvPr/>
              </p:nvGraphicFramePr>
              <p:xfrm>
                <a:off x="432" y="2112"/>
                <a:ext cx="328" cy="384"/>
              </p:xfrm>
              <a:graphic>
                <a:graphicData uri="http://schemas.openxmlformats.org/presentationml/2006/ole">
                  <p:oleObj spid="_x0000_s1025031" name="Equation" r:id="rId13" imgW="279360" imgH="253800" progId="Equation.3">
                    <p:embed/>
                  </p:oleObj>
                </a:graphicData>
              </a:graphic>
            </p:graphicFrame>
            <p:sp>
              <p:nvSpPr>
                <p:cNvPr id="160818" name="Line 50"/>
                <p:cNvSpPr>
                  <a:spLocks noChangeShapeType="1"/>
                </p:cNvSpPr>
                <p:nvPr/>
              </p:nvSpPr>
              <p:spPr bwMode="auto">
                <a:xfrm flipH="1">
                  <a:off x="720" y="1824"/>
                  <a:ext cx="299" cy="432"/>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grpSp>
        </p:grpSp>
        <p:sp>
          <p:nvSpPr>
            <p:cNvPr id="160819" name="Freeform 51"/>
            <p:cNvSpPr>
              <a:spLocks/>
            </p:cNvSpPr>
            <p:nvPr/>
          </p:nvSpPr>
          <p:spPr bwMode="auto">
            <a:xfrm>
              <a:off x="856" y="1824"/>
              <a:ext cx="164" cy="28"/>
            </a:xfrm>
            <a:custGeom>
              <a:avLst/>
              <a:gdLst/>
              <a:ahLst/>
              <a:cxnLst>
                <a:cxn ang="0">
                  <a:pos x="0" y="28"/>
                </a:cxn>
                <a:cxn ang="0">
                  <a:pos x="164" y="0"/>
                </a:cxn>
              </a:cxnLst>
              <a:rect l="0" t="0" r="r" b="b"/>
              <a:pathLst>
                <a:path w="164" h="28">
                  <a:moveTo>
                    <a:pt x="0" y="28"/>
                  </a:moveTo>
                  <a:lnTo>
                    <a:pt x="164" y="0"/>
                  </a:lnTo>
                </a:path>
              </a:pathLst>
            </a:custGeom>
            <a:noFill/>
            <a:ln w="19050" cmpd="sng">
              <a:solidFill>
                <a:srgbClr val="0000FF"/>
              </a:solidFill>
              <a:round/>
              <a:headEnd type="none" w="med" len="med"/>
              <a:tailEnd type="none" w="med" len="med"/>
            </a:ln>
            <a:effectLst/>
          </p:spPr>
          <p:txBody>
            <a:bodyPr wrap="none"/>
            <a:lstStyle/>
            <a:p>
              <a:endParaRPr lang="zh-CN" altLang="en-US" sz="2800"/>
            </a:p>
          </p:txBody>
        </p:sp>
      </p:grpSp>
      <p:grpSp>
        <p:nvGrpSpPr>
          <p:cNvPr id="12" name="Group 52"/>
          <p:cNvGrpSpPr>
            <a:grpSpLocks/>
          </p:cNvGrpSpPr>
          <p:nvPr/>
        </p:nvGrpSpPr>
        <p:grpSpPr bwMode="auto">
          <a:xfrm>
            <a:off x="1504950" y="2362200"/>
            <a:ext cx="1466850" cy="1058863"/>
            <a:chOff x="900" y="1541"/>
            <a:chExt cx="924" cy="667"/>
          </a:xfrm>
        </p:grpSpPr>
        <p:grpSp>
          <p:nvGrpSpPr>
            <p:cNvPr id="13" name="Group 53"/>
            <p:cNvGrpSpPr>
              <a:grpSpLocks/>
            </p:cNvGrpSpPr>
            <p:nvPr/>
          </p:nvGrpSpPr>
          <p:grpSpPr bwMode="auto">
            <a:xfrm>
              <a:off x="900" y="1776"/>
              <a:ext cx="521" cy="432"/>
              <a:chOff x="900" y="1776"/>
              <a:chExt cx="521" cy="432"/>
            </a:xfrm>
          </p:grpSpPr>
          <p:sp>
            <p:nvSpPr>
              <p:cNvPr id="160822" name="Arc 54"/>
              <p:cNvSpPr>
                <a:spLocks/>
              </p:cNvSpPr>
              <p:nvPr/>
            </p:nvSpPr>
            <p:spPr bwMode="auto">
              <a:xfrm flipV="1">
                <a:off x="900" y="1776"/>
                <a:ext cx="408" cy="240"/>
              </a:xfrm>
              <a:custGeom>
                <a:avLst/>
                <a:gdLst>
                  <a:gd name="G0" fmla="+- 655 0 0"/>
                  <a:gd name="G1" fmla="+- 21600 0 0"/>
                  <a:gd name="G2" fmla="+- 21600 0 0"/>
                  <a:gd name="T0" fmla="*/ 0 w 22255"/>
                  <a:gd name="T1" fmla="*/ 10 h 21600"/>
                  <a:gd name="T2" fmla="*/ 22255 w 22255"/>
                  <a:gd name="T3" fmla="*/ 21600 h 21600"/>
                  <a:gd name="T4" fmla="*/ 655 w 22255"/>
                  <a:gd name="T5" fmla="*/ 21600 h 21600"/>
                </a:gdLst>
                <a:ahLst/>
                <a:cxnLst>
                  <a:cxn ang="0">
                    <a:pos x="T0" y="T1"/>
                  </a:cxn>
                  <a:cxn ang="0">
                    <a:pos x="T2" y="T3"/>
                  </a:cxn>
                  <a:cxn ang="0">
                    <a:pos x="T4" y="T5"/>
                  </a:cxn>
                </a:cxnLst>
                <a:rect l="0" t="0" r="r" b="b"/>
                <a:pathLst>
                  <a:path w="22255" h="21600" fill="none" extrusionOk="0">
                    <a:moveTo>
                      <a:pt x="-1" y="9"/>
                    </a:moveTo>
                    <a:cubicBezTo>
                      <a:pt x="218" y="3"/>
                      <a:pt x="436" y="-1"/>
                      <a:pt x="655" y="0"/>
                    </a:cubicBezTo>
                    <a:cubicBezTo>
                      <a:pt x="12584" y="0"/>
                      <a:pt x="22255" y="9670"/>
                      <a:pt x="22255" y="21600"/>
                    </a:cubicBezTo>
                  </a:path>
                  <a:path w="22255" h="21600" stroke="0" extrusionOk="0">
                    <a:moveTo>
                      <a:pt x="-1" y="9"/>
                    </a:moveTo>
                    <a:cubicBezTo>
                      <a:pt x="218" y="3"/>
                      <a:pt x="436" y="-1"/>
                      <a:pt x="655" y="0"/>
                    </a:cubicBezTo>
                    <a:cubicBezTo>
                      <a:pt x="12584" y="0"/>
                      <a:pt x="22255" y="9670"/>
                      <a:pt x="22255" y="21600"/>
                    </a:cubicBezTo>
                    <a:lnTo>
                      <a:pt x="655" y="21600"/>
                    </a:lnTo>
                    <a:close/>
                  </a:path>
                </a:pathLst>
              </a:custGeom>
              <a:noFill/>
              <a:ln w="28575">
                <a:solidFill>
                  <a:srgbClr val="FFCC66"/>
                </a:solidFill>
                <a:round/>
                <a:headEnd type="none" w="sm" len="lg"/>
                <a:tailEnd type="none" w="sm" len="lg"/>
              </a:ln>
              <a:effectLst/>
            </p:spPr>
            <p:txBody>
              <a:bodyPr wrap="none" anchor="ctr"/>
              <a:lstStyle/>
              <a:p>
                <a:endParaRPr lang="zh-CN" altLang="en-US" sz="2800"/>
              </a:p>
            </p:txBody>
          </p:sp>
          <p:graphicFrame>
            <p:nvGraphicFramePr>
              <p:cNvPr id="160823" name="Object 55"/>
              <p:cNvGraphicFramePr>
                <a:graphicFrameLocks noChangeAspect="1"/>
              </p:cNvGraphicFramePr>
              <p:nvPr/>
            </p:nvGraphicFramePr>
            <p:xfrm>
              <a:off x="1152" y="1824"/>
              <a:ext cx="269" cy="384"/>
            </p:xfrm>
            <a:graphic>
              <a:graphicData uri="http://schemas.openxmlformats.org/presentationml/2006/ole">
                <p:oleObj spid="_x0000_s1025030" name="公式" r:id="rId14" imgW="164880" imgH="215640" progId="Equation.3">
                  <p:embed/>
                </p:oleObj>
              </a:graphicData>
            </a:graphic>
          </p:graphicFrame>
        </p:grpSp>
        <p:grpSp>
          <p:nvGrpSpPr>
            <p:cNvPr id="14" name="Group 56"/>
            <p:cNvGrpSpPr>
              <a:grpSpLocks/>
            </p:cNvGrpSpPr>
            <p:nvPr/>
          </p:nvGrpSpPr>
          <p:grpSpPr bwMode="auto">
            <a:xfrm>
              <a:off x="1008" y="1541"/>
              <a:ext cx="816" cy="379"/>
              <a:chOff x="1008" y="1541"/>
              <a:chExt cx="816" cy="379"/>
            </a:xfrm>
          </p:grpSpPr>
          <p:sp>
            <p:nvSpPr>
              <p:cNvPr id="160825" name="Line 57"/>
              <p:cNvSpPr>
                <a:spLocks noChangeShapeType="1"/>
              </p:cNvSpPr>
              <p:nvPr/>
            </p:nvSpPr>
            <p:spPr bwMode="auto">
              <a:xfrm flipV="1">
                <a:off x="1008" y="1728"/>
                <a:ext cx="576" cy="96"/>
              </a:xfrm>
              <a:prstGeom prst="line">
                <a:avLst/>
              </a:prstGeom>
              <a:noFill/>
              <a:ln w="28575">
                <a:solidFill>
                  <a:srgbClr val="0000FF"/>
                </a:solidFill>
                <a:prstDash val="dash"/>
                <a:round/>
                <a:headEnd type="none" w="sm" len="lg"/>
                <a:tailEnd type="triangle" w="sm" len="lg"/>
              </a:ln>
              <a:effectLst/>
            </p:spPr>
            <p:txBody>
              <a:bodyPr wrap="none" anchor="ctr"/>
              <a:lstStyle/>
              <a:p>
                <a:endParaRPr lang="zh-CN" altLang="en-US" sz="2800"/>
              </a:p>
            </p:txBody>
          </p:sp>
          <p:graphicFrame>
            <p:nvGraphicFramePr>
              <p:cNvPr id="160826" name="Object 58"/>
              <p:cNvGraphicFramePr>
                <a:graphicFrameLocks noChangeAspect="1"/>
              </p:cNvGraphicFramePr>
              <p:nvPr/>
            </p:nvGraphicFramePr>
            <p:xfrm>
              <a:off x="1507" y="1541"/>
              <a:ext cx="317" cy="379"/>
            </p:xfrm>
            <a:graphic>
              <a:graphicData uri="http://schemas.openxmlformats.org/presentationml/2006/ole">
                <p:oleObj spid="_x0000_s1025029" name="公式" r:id="rId15" imgW="190440" imgH="228600" progId="Equation.3">
                  <p:embed/>
                </p:oleObj>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up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0785"/>
                                        </p:tgtEl>
                                        <p:attrNameLst>
                                          <p:attrName>style.visibility</p:attrName>
                                        </p:attrNameLst>
                                      </p:cBhvr>
                                      <p:to>
                                        <p:strVal val="visible"/>
                                      </p:to>
                                    </p:set>
                                    <p:animEffect transition="in" filter="blinds(horizontal)">
                                      <p:cBhvr>
                                        <p:cTn id="22" dur="500"/>
                                        <p:tgtEl>
                                          <p:spTgt spid="16078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trips(down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upRigh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160786"/>
                                        </p:tgtEl>
                                        <p:attrNameLst>
                                          <p:attrName>style.visibility</p:attrName>
                                        </p:attrNameLst>
                                      </p:cBhvr>
                                      <p:to>
                                        <p:strVal val="visible"/>
                                      </p:to>
                                    </p:set>
                                    <p:animEffect transition="in" filter="blinds(vertical)">
                                      <p:cBhvr>
                                        <p:cTn id="37" dur="500"/>
                                        <p:tgtEl>
                                          <p:spTgt spid="16078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160787"/>
                                        </p:tgtEl>
                                        <p:attrNameLst>
                                          <p:attrName>style.visibility</p:attrName>
                                        </p:attrNameLst>
                                      </p:cBhvr>
                                      <p:to>
                                        <p:strVal val="visible"/>
                                      </p:to>
                                    </p:set>
                                    <p:animEffect transition="in" filter="blinds(vertical)">
                                      <p:cBhvr>
                                        <p:cTn id="42" dur="500"/>
                                        <p:tgtEl>
                                          <p:spTgt spid="16078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linds(horizontal)">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160788"/>
                                        </p:tgtEl>
                                        <p:attrNameLst>
                                          <p:attrName>style.visibility</p:attrName>
                                        </p:attrNameLst>
                                      </p:cBhvr>
                                      <p:to>
                                        <p:strVal val="visible"/>
                                      </p:to>
                                    </p:set>
                                    <p:animEffect transition="in" filter="blinds(vertical)">
                                      <p:cBhvr>
                                        <p:cTn id="52" dur="500"/>
                                        <p:tgtEl>
                                          <p:spTgt spid="160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8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04800" y="1828800"/>
            <a:ext cx="3429000" cy="4495800"/>
            <a:chOff x="288" y="1152"/>
            <a:chExt cx="2160" cy="2832"/>
          </a:xfrm>
        </p:grpSpPr>
        <p:grpSp>
          <p:nvGrpSpPr>
            <p:cNvPr id="3" name="Group 3"/>
            <p:cNvGrpSpPr>
              <a:grpSpLocks/>
            </p:cNvGrpSpPr>
            <p:nvPr/>
          </p:nvGrpSpPr>
          <p:grpSpPr bwMode="auto">
            <a:xfrm>
              <a:off x="288" y="1152"/>
              <a:ext cx="2160" cy="2832"/>
              <a:chOff x="288" y="1152"/>
              <a:chExt cx="2160" cy="2832"/>
            </a:xfrm>
          </p:grpSpPr>
          <p:grpSp>
            <p:nvGrpSpPr>
              <p:cNvPr id="4" name="Group 4"/>
              <p:cNvGrpSpPr>
                <a:grpSpLocks/>
              </p:cNvGrpSpPr>
              <p:nvPr/>
            </p:nvGrpSpPr>
            <p:grpSpPr bwMode="auto">
              <a:xfrm>
                <a:off x="288" y="1152"/>
                <a:ext cx="2160" cy="2832"/>
                <a:chOff x="288" y="1152"/>
                <a:chExt cx="2160" cy="2832"/>
              </a:xfrm>
            </p:grpSpPr>
            <p:grpSp>
              <p:nvGrpSpPr>
                <p:cNvPr id="5" name="Group 5"/>
                <p:cNvGrpSpPr>
                  <a:grpSpLocks/>
                </p:cNvGrpSpPr>
                <p:nvPr/>
              </p:nvGrpSpPr>
              <p:grpSpPr bwMode="auto">
                <a:xfrm>
                  <a:off x="288" y="1152"/>
                  <a:ext cx="2160" cy="2832"/>
                  <a:chOff x="288" y="1152"/>
                  <a:chExt cx="2160" cy="2832"/>
                </a:xfrm>
              </p:grpSpPr>
              <p:sp>
                <p:nvSpPr>
                  <p:cNvPr id="161798" name="Rectangle 6"/>
                  <p:cNvSpPr>
                    <a:spLocks noChangeArrowheads="1"/>
                  </p:cNvSpPr>
                  <p:nvPr/>
                </p:nvSpPr>
                <p:spPr bwMode="auto">
                  <a:xfrm>
                    <a:off x="288" y="1152"/>
                    <a:ext cx="2160" cy="2832"/>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1799" name="AutoShape 7"/>
                  <p:cNvSpPr>
                    <a:spLocks noChangeArrowheads="1"/>
                  </p:cNvSpPr>
                  <p:nvPr/>
                </p:nvSpPr>
                <p:spPr bwMode="auto">
                  <a:xfrm flipH="1">
                    <a:off x="624" y="1584"/>
                    <a:ext cx="96" cy="1968"/>
                  </a:xfrm>
                  <a:prstGeom prst="can">
                    <a:avLst>
                      <a:gd name="adj" fmla="val 39671"/>
                    </a:avLst>
                  </a:prstGeom>
                  <a:gradFill rotWithShape="0">
                    <a:gsLst>
                      <a:gs pos="0">
                        <a:schemeClr val="accent1">
                          <a:gamma/>
                          <a:shade val="66275"/>
                          <a:invGamma/>
                        </a:schemeClr>
                      </a:gs>
                      <a:gs pos="50000">
                        <a:schemeClr val="accent1"/>
                      </a:gs>
                      <a:gs pos="100000">
                        <a:schemeClr val="accent1">
                          <a:gamma/>
                          <a:shade val="66275"/>
                          <a:invGamma/>
                        </a:schemeClr>
                      </a:gs>
                    </a:gsLst>
                    <a:lin ang="0" scaled="1"/>
                  </a:gradFill>
                  <a:ln w="9525">
                    <a:solidFill>
                      <a:srgbClr val="000000"/>
                    </a:solidFill>
                    <a:round/>
                    <a:headEnd/>
                    <a:tailEnd/>
                  </a:ln>
                  <a:effectLst/>
                </p:spPr>
                <p:txBody>
                  <a:bodyPr wrap="none" anchor="ctr"/>
                  <a:lstStyle/>
                  <a:p>
                    <a:endParaRPr lang="zh-CN" altLang="en-US" sz="2800"/>
                  </a:p>
                </p:txBody>
              </p:sp>
              <p:sp>
                <p:nvSpPr>
                  <p:cNvPr id="161800" name="Rectangle 8"/>
                  <p:cNvSpPr>
                    <a:spLocks noChangeArrowheads="1"/>
                  </p:cNvSpPr>
                  <p:nvPr/>
                </p:nvSpPr>
                <p:spPr bwMode="auto">
                  <a:xfrm>
                    <a:off x="1104" y="1824"/>
                    <a:ext cx="576" cy="1104"/>
                  </a:xfrm>
                  <a:prstGeom prst="rect">
                    <a:avLst/>
                  </a:prstGeom>
                  <a:noFill/>
                  <a:ln w="38100">
                    <a:solidFill>
                      <a:srgbClr val="0000FF"/>
                    </a:solidFill>
                    <a:miter lim="800000"/>
                    <a:headEnd/>
                    <a:tailEnd/>
                  </a:ln>
                  <a:effectLst/>
                </p:spPr>
                <p:txBody>
                  <a:bodyPr wrap="none" anchor="ctr"/>
                  <a:lstStyle/>
                  <a:p>
                    <a:endParaRPr lang="zh-CN" altLang="en-US" sz="2800"/>
                  </a:p>
                </p:txBody>
              </p:sp>
              <p:sp>
                <p:nvSpPr>
                  <p:cNvPr id="161801" name="Line 9"/>
                  <p:cNvSpPr>
                    <a:spLocks noChangeShapeType="1"/>
                  </p:cNvSpPr>
                  <p:nvPr/>
                </p:nvSpPr>
                <p:spPr bwMode="auto">
                  <a:xfrm flipV="1">
                    <a:off x="528" y="2064"/>
                    <a:ext cx="0" cy="624"/>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1802" name="Line 10"/>
                  <p:cNvSpPr>
                    <a:spLocks noChangeShapeType="1"/>
                  </p:cNvSpPr>
                  <p:nvPr/>
                </p:nvSpPr>
                <p:spPr bwMode="auto">
                  <a:xfrm>
                    <a:off x="720" y="3216"/>
                    <a:ext cx="960" cy="0"/>
                  </a:xfrm>
                  <a:prstGeom prst="line">
                    <a:avLst/>
                  </a:prstGeom>
                  <a:noFill/>
                  <a:ln w="28575">
                    <a:solidFill>
                      <a:srgbClr val="CC00CC"/>
                    </a:solidFill>
                    <a:prstDash val="dash"/>
                    <a:round/>
                    <a:headEnd type="triangle" w="sm" len="lg"/>
                    <a:tailEnd type="triangle" w="sm" len="lg"/>
                  </a:ln>
                  <a:effectLst/>
                </p:spPr>
                <p:txBody>
                  <a:bodyPr wrap="none" anchor="ctr"/>
                  <a:lstStyle/>
                  <a:p>
                    <a:endParaRPr lang="zh-CN" altLang="en-US" sz="2800"/>
                  </a:p>
                </p:txBody>
              </p:sp>
              <p:sp>
                <p:nvSpPr>
                  <p:cNvPr id="161803" name="Line 11"/>
                  <p:cNvSpPr>
                    <a:spLocks noChangeShapeType="1"/>
                  </p:cNvSpPr>
                  <p:nvPr/>
                </p:nvSpPr>
                <p:spPr bwMode="auto">
                  <a:xfrm>
                    <a:off x="1872" y="1824"/>
                    <a:ext cx="0" cy="1104"/>
                  </a:xfrm>
                  <a:prstGeom prst="line">
                    <a:avLst/>
                  </a:prstGeom>
                  <a:noFill/>
                  <a:ln w="28575">
                    <a:solidFill>
                      <a:srgbClr val="CC0099"/>
                    </a:solidFill>
                    <a:prstDash val="dash"/>
                    <a:round/>
                    <a:headEnd type="triangle" w="sm" len="lg"/>
                    <a:tailEnd type="triangle" w="sm" len="lg"/>
                  </a:ln>
                  <a:effectLst/>
                </p:spPr>
                <p:txBody>
                  <a:bodyPr wrap="none" anchor="ctr"/>
                  <a:lstStyle/>
                  <a:p>
                    <a:endParaRPr lang="zh-CN" altLang="en-US" sz="2800"/>
                  </a:p>
                </p:txBody>
              </p:sp>
              <p:graphicFrame>
                <p:nvGraphicFramePr>
                  <p:cNvPr id="161804" name="Object 12"/>
                  <p:cNvGraphicFramePr>
                    <a:graphicFrameLocks noChangeAspect="1"/>
                  </p:cNvGraphicFramePr>
                  <p:nvPr/>
                </p:nvGraphicFramePr>
                <p:xfrm>
                  <a:off x="779" y="2688"/>
                  <a:ext cx="293" cy="384"/>
                </p:xfrm>
                <a:graphic>
                  <a:graphicData uri="http://schemas.openxmlformats.org/presentationml/2006/ole">
                    <p:oleObj spid="_x0000_s1026061" name="公式" r:id="rId3" imgW="164880" imgH="215640" progId="Equation.3">
                      <p:embed/>
                    </p:oleObj>
                  </a:graphicData>
                </a:graphic>
              </p:graphicFrame>
              <p:graphicFrame>
                <p:nvGraphicFramePr>
                  <p:cNvPr id="161805" name="Object 13"/>
                  <p:cNvGraphicFramePr>
                    <a:graphicFrameLocks noChangeAspect="1"/>
                  </p:cNvGraphicFramePr>
                  <p:nvPr/>
                </p:nvGraphicFramePr>
                <p:xfrm>
                  <a:off x="1200" y="2880"/>
                  <a:ext cx="315" cy="384"/>
                </p:xfrm>
                <a:graphic>
                  <a:graphicData uri="http://schemas.openxmlformats.org/presentationml/2006/ole">
                    <p:oleObj spid="_x0000_s1026062" name="公式" r:id="rId4" imgW="177480" imgH="215640" progId="Equation.3">
                      <p:embed/>
                    </p:oleObj>
                  </a:graphicData>
                </a:graphic>
              </p:graphicFrame>
              <p:graphicFrame>
                <p:nvGraphicFramePr>
                  <p:cNvPr id="161806" name="Object 14"/>
                  <p:cNvGraphicFramePr>
                    <a:graphicFrameLocks noChangeAspect="1"/>
                  </p:cNvGraphicFramePr>
                  <p:nvPr/>
                </p:nvGraphicFramePr>
                <p:xfrm>
                  <a:off x="1872" y="2160"/>
                  <a:ext cx="171" cy="344"/>
                </p:xfrm>
                <a:graphic>
                  <a:graphicData uri="http://schemas.openxmlformats.org/presentationml/2006/ole">
                    <p:oleObj spid="_x0000_s1026063" name="公式" r:id="rId5" imgW="88560" imgH="177480" progId="Equation.3">
                      <p:embed/>
                    </p:oleObj>
                  </a:graphicData>
                </a:graphic>
              </p:graphicFrame>
              <p:graphicFrame>
                <p:nvGraphicFramePr>
                  <p:cNvPr id="161807" name="Object 15"/>
                  <p:cNvGraphicFramePr>
                    <a:graphicFrameLocks noChangeAspect="1"/>
                  </p:cNvGraphicFramePr>
                  <p:nvPr/>
                </p:nvGraphicFramePr>
                <p:xfrm>
                  <a:off x="336" y="2304"/>
                  <a:ext cx="173" cy="240"/>
                </p:xfrm>
                <a:graphic>
                  <a:graphicData uri="http://schemas.openxmlformats.org/presentationml/2006/ole">
                    <p:oleObj spid="_x0000_s1026064" name="Equation" r:id="rId6" imgW="164880" imgH="228600" progId="Equation.3">
                      <p:embed/>
                    </p:oleObj>
                  </a:graphicData>
                </a:graphic>
              </p:graphicFrame>
              <p:sp>
                <p:nvSpPr>
                  <p:cNvPr id="161808" name="Line 16"/>
                  <p:cNvSpPr>
                    <a:spLocks noChangeShapeType="1"/>
                  </p:cNvSpPr>
                  <p:nvPr/>
                </p:nvSpPr>
                <p:spPr bwMode="auto">
                  <a:xfrm>
                    <a:off x="624" y="3552"/>
                    <a:ext cx="0" cy="336"/>
                  </a:xfrm>
                  <a:prstGeom prst="line">
                    <a:avLst/>
                  </a:prstGeom>
                  <a:noFill/>
                  <a:ln w="9525">
                    <a:solidFill>
                      <a:schemeClr val="tx1"/>
                    </a:solidFill>
                    <a:prstDash val="dash"/>
                    <a:round/>
                    <a:headEnd type="none" w="sm" len="lg"/>
                    <a:tailEnd type="none" w="sm" len="lg"/>
                  </a:ln>
                  <a:effectLst/>
                </p:spPr>
                <p:txBody>
                  <a:bodyPr/>
                  <a:lstStyle/>
                  <a:p>
                    <a:endParaRPr lang="zh-CN" altLang="en-US" sz="2800"/>
                  </a:p>
                </p:txBody>
              </p:sp>
              <p:sp>
                <p:nvSpPr>
                  <p:cNvPr id="161809" name="Line 17"/>
                  <p:cNvSpPr>
                    <a:spLocks noChangeShapeType="1"/>
                  </p:cNvSpPr>
                  <p:nvPr/>
                </p:nvSpPr>
                <p:spPr bwMode="auto">
                  <a:xfrm>
                    <a:off x="720" y="3552"/>
                    <a:ext cx="0" cy="336"/>
                  </a:xfrm>
                  <a:prstGeom prst="line">
                    <a:avLst/>
                  </a:prstGeom>
                  <a:noFill/>
                  <a:ln w="9525">
                    <a:solidFill>
                      <a:schemeClr val="tx1"/>
                    </a:solidFill>
                    <a:prstDash val="dash"/>
                    <a:round/>
                    <a:headEnd type="none" w="sm" len="lg"/>
                    <a:tailEnd type="none" w="sm" len="lg"/>
                  </a:ln>
                  <a:effectLst/>
                </p:spPr>
                <p:txBody>
                  <a:bodyPr/>
                  <a:lstStyle/>
                  <a:p>
                    <a:endParaRPr lang="zh-CN" altLang="en-US" sz="2800"/>
                  </a:p>
                </p:txBody>
              </p:sp>
              <p:sp>
                <p:nvSpPr>
                  <p:cNvPr id="161810" name="Line 18"/>
                  <p:cNvSpPr>
                    <a:spLocks noChangeShapeType="1"/>
                  </p:cNvSpPr>
                  <p:nvPr/>
                </p:nvSpPr>
                <p:spPr bwMode="auto">
                  <a:xfrm>
                    <a:off x="720" y="1296"/>
                    <a:ext cx="0" cy="336"/>
                  </a:xfrm>
                  <a:prstGeom prst="line">
                    <a:avLst/>
                  </a:prstGeom>
                  <a:noFill/>
                  <a:ln w="9525">
                    <a:solidFill>
                      <a:schemeClr val="tx1"/>
                    </a:solidFill>
                    <a:prstDash val="dash"/>
                    <a:round/>
                    <a:headEnd/>
                    <a:tailEnd type="none" w="sm" len="lg"/>
                  </a:ln>
                  <a:effectLst/>
                </p:spPr>
                <p:txBody>
                  <a:bodyPr/>
                  <a:lstStyle/>
                  <a:p>
                    <a:endParaRPr lang="zh-CN" altLang="en-US" sz="2800"/>
                  </a:p>
                </p:txBody>
              </p:sp>
              <p:sp>
                <p:nvSpPr>
                  <p:cNvPr id="161811" name="Line 19"/>
                  <p:cNvSpPr>
                    <a:spLocks noChangeShapeType="1"/>
                  </p:cNvSpPr>
                  <p:nvPr/>
                </p:nvSpPr>
                <p:spPr bwMode="auto">
                  <a:xfrm>
                    <a:off x="624" y="1296"/>
                    <a:ext cx="0" cy="336"/>
                  </a:xfrm>
                  <a:prstGeom prst="line">
                    <a:avLst/>
                  </a:prstGeom>
                  <a:noFill/>
                  <a:ln w="9525">
                    <a:solidFill>
                      <a:schemeClr val="tx1"/>
                    </a:solidFill>
                    <a:prstDash val="dash"/>
                    <a:round/>
                    <a:headEnd/>
                    <a:tailEnd type="none" w="sm" len="lg"/>
                  </a:ln>
                  <a:effectLst/>
                </p:spPr>
                <p:txBody>
                  <a:bodyPr/>
                  <a:lstStyle/>
                  <a:p>
                    <a:endParaRPr lang="zh-CN" altLang="en-US" sz="2800"/>
                  </a:p>
                </p:txBody>
              </p:sp>
            </p:grpSp>
            <p:sp>
              <p:nvSpPr>
                <p:cNvPr id="161812" name="Line 20"/>
                <p:cNvSpPr>
                  <a:spLocks noChangeShapeType="1"/>
                </p:cNvSpPr>
                <p:nvPr/>
              </p:nvSpPr>
              <p:spPr bwMode="auto">
                <a:xfrm>
                  <a:off x="1680" y="2928"/>
                  <a:ext cx="0" cy="432"/>
                </a:xfrm>
                <a:prstGeom prst="line">
                  <a:avLst/>
                </a:prstGeom>
                <a:noFill/>
                <a:ln w="9525">
                  <a:solidFill>
                    <a:srgbClr val="000000"/>
                  </a:solidFill>
                  <a:prstDash val="dash"/>
                  <a:round/>
                  <a:headEnd/>
                  <a:tailEnd type="none" w="sm" len="lg"/>
                </a:ln>
                <a:effectLst/>
              </p:spPr>
              <p:txBody>
                <a:bodyPr wrap="none" anchor="ctr"/>
                <a:lstStyle/>
                <a:p>
                  <a:endParaRPr lang="zh-CN" altLang="en-US" sz="2800"/>
                </a:p>
              </p:txBody>
            </p:sp>
            <p:sp>
              <p:nvSpPr>
                <p:cNvPr id="161813" name="Line 21"/>
                <p:cNvSpPr>
                  <a:spLocks noChangeShapeType="1"/>
                </p:cNvSpPr>
                <p:nvPr/>
              </p:nvSpPr>
              <p:spPr bwMode="auto">
                <a:xfrm>
                  <a:off x="1104" y="2928"/>
                  <a:ext cx="0" cy="192"/>
                </a:xfrm>
                <a:prstGeom prst="line">
                  <a:avLst/>
                </a:prstGeom>
                <a:noFill/>
                <a:ln w="9525">
                  <a:solidFill>
                    <a:srgbClr val="000000"/>
                  </a:solidFill>
                  <a:prstDash val="dash"/>
                  <a:round/>
                  <a:headEnd type="none" w="sm" len="lg"/>
                  <a:tailEnd type="none" w="sm" len="lg"/>
                </a:ln>
                <a:effectLst/>
              </p:spPr>
              <p:txBody>
                <a:bodyPr wrap="none" anchor="ctr"/>
                <a:lstStyle/>
                <a:p>
                  <a:endParaRPr lang="zh-CN" altLang="en-US" sz="2800"/>
                </a:p>
              </p:txBody>
            </p:sp>
            <p:sp>
              <p:nvSpPr>
                <p:cNvPr id="161814" name="Line 22"/>
                <p:cNvSpPr>
                  <a:spLocks noChangeShapeType="1"/>
                </p:cNvSpPr>
                <p:nvPr/>
              </p:nvSpPr>
              <p:spPr bwMode="auto">
                <a:xfrm>
                  <a:off x="1680" y="1824"/>
                  <a:ext cx="384" cy="0"/>
                </a:xfrm>
                <a:prstGeom prst="line">
                  <a:avLst/>
                </a:prstGeom>
                <a:noFill/>
                <a:ln w="9525">
                  <a:solidFill>
                    <a:srgbClr val="000000"/>
                  </a:solidFill>
                  <a:prstDash val="dash"/>
                  <a:round/>
                  <a:headEnd/>
                  <a:tailEnd type="none" w="sm" len="lg"/>
                </a:ln>
                <a:effectLst/>
              </p:spPr>
              <p:txBody>
                <a:bodyPr wrap="none" anchor="ctr"/>
                <a:lstStyle/>
                <a:p>
                  <a:endParaRPr lang="zh-CN" altLang="en-US" sz="2800"/>
                </a:p>
              </p:txBody>
            </p:sp>
            <p:sp>
              <p:nvSpPr>
                <p:cNvPr id="161815" name="Line 23"/>
                <p:cNvSpPr>
                  <a:spLocks noChangeShapeType="1"/>
                </p:cNvSpPr>
                <p:nvPr/>
              </p:nvSpPr>
              <p:spPr bwMode="auto">
                <a:xfrm>
                  <a:off x="1680" y="2928"/>
                  <a:ext cx="384" cy="0"/>
                </a:xfrm>
                <a:prstGeom prst="line">
                  <a:avLst/>
                </a:prstGeom>
                <a:noFill/>
                <a:ln w="9525">
                  <a:solidFill>
                    <a:srgbClr val="000000"/>
                  </a:solidFill>
                  <a:prstDash val="dash"/>
                  <a:round/>
                  <a:headEnd/>
                  <a:tailEnd type="none" w="sm" len="lg"/>
                </a:ln>
                <a:effectLst/>
              </p:spPr>
              <p:txBody>
                <a:bodyPr wrap="none" anchor="ctr"/>
                <a:lstStyle/>
                <a:p>
                  <a:endParaRPr lang="zh-CN" altLang="en-US" sz="2800"/>
                </a:p>
              </p:txBody>
            </p:sp>
          </p:grpSp>
          <p:sp>
            <p:nvSpPr>
              <p:cNvPr id="161816" name="Line 24"/>
              <p:cNvSpPr>
                <a:spLocks noChangeShapeType="1"/>
              </p:cNvSpPr>
              <p:nvPr/>
            </p:nvSpPr>
            <p:spPr bwMode="auto">
              <a:xfrm>
                <a:off x="720" y="3024"/>
                <a:ext cx="384" cy="0"/>
              </a:xfrm>
              <a:prstGeom prst="line">
                <a:avLst/>
              </a:prstGeom>
              <a:noFill/>
              <a:ln w="28575">
                <a:solidFill>
                  <a:srgbClr val="CC00CC"/>
                </a:solidFill>
                <a:prstDash val="dash"/>
                <a:round/>
                <a:headEnd type="triangle" w="sm" len="lg"/>
                <a:tailEnd type="triangle" w="sm" len="lg"/>
              </a:ln>
              <a:effectLst/>
            </p:spPr>
            <p:txBody>
              <a:bodyPr wrap="none" anchor="ctr"/>
              <a:lstStyle/>
              <a:p>
                <a:endParaRPr lang="zh-CN" altLang="en-US" sz="2800"/>
              </a:p>
            </p:txBody>
          </p:sp>
        </p:grpSp>
        <p:grpSp>
          <p:nvGrpSpPr>
            <p:cNvPr id="6" name="Group 25"/>
            <p:cNvGrpSpPr>
              <a:grpSpLocks/>
            </p:cNvGrpSpPr>
            <p:nvPr/>
          </p:nvGrpSpPr>
          <p:grpSpPr bwMode="auto">
            <a:xfrm>
              <a:off x="384" y="3360"/>
              <a:ext cx="2016" cy="360"/>
              <a:chOff x="384" y="3360"/>
              <a:chExt cx="2016" cy="360"/>
            </a:xfrm>
          </p:grpSpPr>
          <p:sp>
            <p:nvSpPr>
              <p:cNvPr id="161818" name="Line 26"/>
              <p:cNvSpPr>
                <a:spLocks noChangeShapeType="1"/>
              </p:cNvSpPr>
              <p:nvPr/>
            </p:nvSpPr>
            <p:spPr bwMode="auto">
              <a:xfrm>
                <a:off x="720" y="3408"/>
                <a:ext cx="1680" cy="0"/>
              </a:xfrm>
              <a:prstGeom prst="line">
                <a:avLst/>
              </a:prstGeom>
              <a:noFill/>
              <a:ln w="12700">
                <a:solidFill>
                  <a:schemeClr val="tx1"/>
                </a:solidFill>
                <a:round/>
                <a:headEnd/>
                <a:tailEnd type="triangle" w="sm" len="lg"/>
              </a:ln>
              <a:effectLst/>
            </p:spPr>
            <p:txBody>
              <a:bodyPr wrap="none" anchor="ctr"/>
              <a:lstStyle/>
              <a:p>
                <a:endParaRPr lang="zh-CN" altLang="en-US" sz="2800"/>
              </a:p>
            </p:txBody>
          </p:sp>
          <p:graphicFrame>
            <p:nvGraphicFramePr>
              <p:cNvPr id="161819" name="Object 27"/>
              <p:cNvGraphicFramePr>
                <a:graphicFrameLocks noChangeAspect="1"/>
              </p:cNvGraphicFramePr>
              <p:nvPr/>
            </p:nvGraphicFramePr>
            <p:xfrm>
              <a:off x="2160" y="3504"/>
              <a:ext cx="202" cy="216"/>
            </p:xfrm>
            <a:graphic>
              <a:graphicData uri="http://schemas.openxmlformats.org/presentationml/2006/ole">
                <p:oleObj spid="_x0000_s1026059" name="Equation" r:id="rId7" imgW="177480" imgH="190440" progId="Equation.3">
                  <p:embed/>
                </p:oleObj>
              </a:graphicData>
            </a:graphic>
          </p:graphicFrame>
          <p:graphicFrame>
            <p:nvGraphicFramePr>
              <p:cNvPr id="161820" name="Object 28"/>
              <p:cNvGraphicFramePr>
                <a:graphicFrameLocks noChangeAspect="1"/>
              </p:cNvGraphicFramePr>
              <p:nvPr/>
            </p:nvGraphicFramePr>
            <p:xfrm>
              <a:off x="384" y="3360"/>
              <a:ext cx="187" cy="216"/>
            </p:xfrm>
            <a:graphic>
              <a:graphicData uri="http://schemas.openxmlformats.org/presentationml/2006/ole">
                <p:oleObj spid="_x0000_s1026060" name="Equation" r:id="rId8" imgW="164880" imgH="190440" progId="Equation.3">
                  <p:embed/>
                </p:oleObj>
              </a:graphicData>
            </a:graphic>
          </p:graphicFrame>
        </p:grpSp>
      </p:grpSp>
      <p:graphicFrame>
        <p:nvGraphicFramePr>
          <p:cNvPr id="161821" name="Object 29"/>
          <p:cNvGraphicFramePr>
            <a:graphicFrameLocks noChangeAspect="1"/>
          </p:cNvGraphicFramePr>
          <p:nvPr/>
        </p:nvGraphicFramePr>
        <p:xfrm>
          <a:off x="4572000" y="2289175"/>
          <a:ext cx="1676400" cy="1144588"/>
        </p:xfrm>
        <a:graphic>
          <a:graphicData uri="http://schemas.openxmlformats.org/presentationml/2006/ole">
            <p:oleObj spid="_x0000_s1026050" name="Equation" r:id="rId9" imgW="609480" imgH="393480" progId="Equation.3">
              <p:embed/>
            </p:oleObj>
          </a:graphicData>
        </a:graphic>
      </p:graphicFrame>
      <p:graphicFrame>
        <p:nvGraphicFramePr>
          <p:cNvPr id="161822" name="Object 30"/>
          <p:cNvGraphicFramePr>
            <a:graphicFrameLocks noChangeAspect="1"/>
          </p:cNvGraphicFramePr>
          <p:nvPr/>
        </p:nvGraphicFramePr>
        <p:xfrm>
          <a:off x="6934200" y="2517775"/>
          <a:ext cx="990600" cy="604838"/>
        </p:xfrm>
        <a:graphic>
          <a:graphicData uri="http://schemas.openxmlformats.org/presentationml/2006/ole">
            <p:oleObj spid="_x0000_s1026051" name="公式" r:id="rId10" imgW="380880" imgH="203040" progId="Equation.3">
              <p:embed/>
            </p:oleObj>
          </a:graphicData>
        </a:graphic>
      </p:graphicFrame>
      <p:sp>
        <p:nvSpPr>
          <p:cNvPr id="161823" name="Rectangle 31"/>
          <p:cNvSpPr>
            <a:spLocks noChangeArrowheads="1"/>
          </p:cNvSpPr>
          <p:nvPr/>
        </p:nvSpPr>
        <p:spPr bwMode="auto">
          <a:xfrm>
            <a:off x="1828800" y="2895600"/>
            <a:ext cx="152400" cy="1752600"/>
          </a:xfrm>
          <a:prstGeom prst="rect">
            <a:avLst/>
          </a:prstGeom>
          <a:solidFill>
            <a:srgbClr val="FFCCFF">
              <a:alpha val="50000"/>
            </a:srgbClr>
          </a:solidFill>
          <a:ln w="19050">
            <a:solidFill>
              <a:srgbClr val="FF0000"/>
            </a:solidFill>
            <a:miter lim="800000"/>
            <a:headEnd/>
            <a:tailEnd/>
          </a:ln>
          <a:effectLst/>
        </p:spPr>
        <p:txBody>
          <a:bodyPr wrap="none" anchor="ctr"/>
          <a:lstStyle/>
          <a:p>
            <a:endParaRPr lang="zh-CN" altLang="en-US" sz="2800"/>
          </a:p>
        </p:txBody>
      </p:sp>
      <p:graphicFrame>
        <p:nvGraphicFramePr>
          <p:cNvPr id="161824" name="Object 32"/>
          <p:cNvGraphicFramePr>
            <a:graphicFrameLocks noChangeAspect="1"/>
          </p:cNvGraphicFramePr>
          <p:nvPr/>
        </p:nvGraphicFramePr>
        <p:xfrm>
          <a:off x="4267200" y="3224213"/>
          <a:ext cx="4114800" cy="1138237"/>
        </p:xfrm>
        <a:graphic>
          <a:graphicData uri="http://schemas.openxmlformats.org/presentationml/2006/ole">
            <p:oleObj spid="_x0000_s1026052" name="Equation" r:id="rId11" imgW="1396800" imgH="431640" progId="Equation.3">
              <p:embed/>
            </p:oleObj>
          </a:graphicData>
        </a:graphic>
      </p:graphicFrame>
      <p:graphicFrame>
        <p:nvGraphicFramePr>
          <p:cNvPr id="161825" name="Object 33"/>
          <p:cNvGraphicFramePr>
            <a:graphicFrameLocks noChangeAspect="1"/>
          </p:cNvGraphicFramePr>
          <p:nvPr/>
        </p:nvGraphicFramePr>
        <p:xfrm>
          <a:off x="4114800" y="4367213"/>
          <a:ext cx="4419600" cy="1119187"/>
        </p:xfrm>
        <a:graphic>
          <a:graphicData uri="http://schemas.openxmlformats.org/presentationml/2006/ole">
            <p:oleObj spid="_x0000_s1026053" name="Equation" r:id="rId12" imgW="1676160" imgH="431640" progId="Equation.3">
              <p:embed/>
            </p:oleObj>
          </a:graphicData>
        </a:graphic>
      </p:graphicFrame>
      <p:graphicFrame>
        <p:nvGraphicFramePr>
          <p:cNvPr id="161826" name="Object 34"/>
          <p:cNvGraphicFramePr>
            <a:graphicFrameLocks noChangeAspect="1"/>
          </p:cNvGraphicFramePr>
          <p:nvPr/>
        </p:nvGraphicFramePr>
        <p:xfrm>
          <a:off x="4572000" y="5410200"/>
          <a:ext cx="3124200" cy="1230313"/>
        </p:xfrm>
        <a:graphic>
          <a:graphicData uri="http://schemas.openxmlformats.org/presentationml/2006/ole">
            <p:oleObj spid="_x0000_s1026054" name="Equation" r:id="rId13" imgW="977760" imgH="469800" progId="Equation.3">
              <p:embed/>
            </p:oleObj>
          </a:graphicData>
        </a:graphic>
      </p:graphicFrame>
      <p:sp>
        <p:nvSpPr>
          <p:cNvPr id="161828" name="Text Box 36"/>
          <p:cNvSpPr txBox="1">
            <a:spLocks noChangeArrowheads="1"/>
          </p:cNvSpPr>
          <p:nvPr/>
        </p:nvSpPr>
        <p:spPr bwMode="auto">
          <a:xfrm>
            <a:off x="152400" y="533400"/>
            <a:ext cx="8991600" cy="1126462"/>
          </a:xfrm>
          <a:prstGeom prst="rect">
            <a:avLst/>
          </a:prstGeom>
          <a:noFill/>
          <a:ln w="9525">
            <a:noFill/>
            <a:miter lim="800000"/>
            <a:headEnd/>
            <a:tailEnd/>
          </a:ln>
          <a:effectLst/>
        </p:spPr>
        <p:txBody>
          <a:bodyPr>
            <a:spAutoFit/>
          </a:bodyPr>
          <a:lstStyle/>
          <a:p>
            <a:pPr>
              <a:lnSpc>
                <a:spcPct val="120000"/>
              </a:lnSpc>
              <a:spcBef>
                <a:spcPct val="50000"/>
              </a:spcBef>
            </a:pPr>
            <a:r>
              <a:rPr lang="zh-CN" altLang="en-US" sz="2800">
                <a:solidFill>
                  <a:srgbClr val="050000"/>
                </a:solidFill>
              </a:rPr>
              <a:t>        </a:t>
            </a:r>
            <a:r>
              <a:rPr lang="zh-CN" altLang="en-US" sz="2800">
                <a:solidFill>
                  <a:srgbClr val="CC0000"/>
                </a:solidFill>
              </a:rPr>
              <a:t>例</a:t>
            </a:r>
            <a:r>
              <a:rPr lang="zh-CN" altLang="en-US" sz="2800">
                <a:solidFill>
                  <a:srgbClr val="050000"/>
                </a:solidFill>
              </a:rPr>
              <a:t>  如图载流长直导线的电流为 </a:t>
            </a:r>
            <a:r>
              <a:rPr lang="en-US" altLang="zh-CN" sz="2800" i="1">
                <a:solidFill>
                  <a:srgbClr val="050000"/>
                </a:solidFill>
              </a:rPr>
              <a:t>I </a:t>
            </a:r>
            <a:r>
              <a:rPr lang="en-US" altLang="zh-CN" sz="2800">
                <a:solidFill>
                  <a:srgbClr val="050000"/>
                </a:solidFill>
              </a:rPr>
              <a:t>,  </a:t>
            </a:r>
            <a:r>
              <a:rPr lang="zh-CN" altLang="en-US" sz="2800">
                <a:solidFill>
                  <a:srgbClr val="050000"/>
                </a:solidFill>
              </a:rPr>
              <a:t>试求通过矩形面积的磁通量.</a:t>
            </a:r>
          </a:p>
        </p:txBody>
      </p:sp>
      <p:grpSp>
        <p:nvGrpSpPr>
          <p:cNvPr id="7" name="Group 53"/>
          <p:cNvGrpSpPr>
            <a:grpSpLocks/>
          </p:cNvGrpSpPr>
          <p:nvPr/>
        </p:nvGrpSpPr>
        <p:grpSpPr bwMode="auto">
          <a:xfrm>
            <a:off x="3962400" y="1222375"/>
            <a:ext cx="5257800" cy="1143000"/>
            <a:chOff x="2496" y="768"/>
            <a:chExt cx="3312" cy="720"/>
          </a:xfrm>
        </p:grpSpPr>
        <p:sp>
          <p:nvSpPr>
            <p:cNvPr id="161831" name="Text Box 39"/>
            <p:cNvSpPr txBox="1">
              <a:spLocks noChangeArrowheads="1"/>
            </p:cNvSpPr>
            <p:nvPr/>
          </p:nvSpPr>
          <p:spPr bwMode="auto">
            <a:xfrm>
              <a:off x="2496" y="811"/>
              <a:ext cx="3312" cy="677"/>
            </a:xfrm>
            <a:prstGeom prst="rect">
              <a:avLst/>
            </a:prstGeom>
            <a:noFill/>
            <a:ln w="9525">
              <a:noFill/>
              <a:miter lim="800000"/>
              <a:headEnd/>
              <a:tailEnd/>
            </a:ln>
            <a:effectLst/>
          </p:spPr>
          <p:txBody>
            <a:bodyPr>
              <a:spAutoFit/>
            </a:bodyPr>
            <a:lstStyle/>
            <a:p>
              <a:pPr>
                <a:lnSpc>
                  <a:spcPct val="90000"/>
                </a:lnSpc>
                <a:spcBef>
                  <a:spcPct val="50000"/>
                </a:spcBef>
              </a:pPr>
              <a:r>
                <a:rPr lang="zh-CN" altLang="en-US" sz="2800">
                  <a:solidFill>
                    <a:srgbClr val="CC0000"/>
                  </a:solidFill>
                </a:rPr>
                <a:t>        解</a:t>
              </a:r>
              <a:r>
                <a:rPr lang="zh-CN" altLang="en-US" sz="2800">
                  <a:solidFill>
                    <a:srgbClr val="050000"/>
                  </a:solidFill>
                </a:rPr>
                <a:t>  先求      ，对非均匀</a:t>
              </a:r>
            </a:p>
            <a:p>
              <a:pPr>
                <a:lnSpc>
                  <a:spcPct val="90000"/>
                </a:lnSpc>
                <a:spcBef>
                  <a:spcPct val="50000"/>
                </a:spcBef>
              </a:pPr>
              <a:r>
                <a:rPr lang="zh-CN" altLang="en-US" sz="2800">
                  <a:solidFill>
                    <a:srgbClr val="050000"/>
                  </a:solidFill>
                </a:rPr>
                <a:t>磁场先给出         后积分求       .      </a:t>
              </a:r>
            </a:p>
          </p:txBody>
        </p:sp>
        <p:graphicFrame>
          <p:nvGraphicFramePr>
            <p:cNvPr id="161832" name="Object 40"/>
            <p:cNvGraphicFramePr>
              <a:graphicFrameLocks noChangeAspect="1"/>
            </p:cNvGraphicFramePr>
            <p:nvPr/>
          </p:nvGraphicFramePr>
          <p:xfrm>
            <a:off x="3744" y="1152"/>
            <a:ext cx="388" cy="322"/>
          </p:xfrm>
          <a:graphic>
            <a:graphicData uri="http://schemas.openxmlformats.org/presentationml/2006/ole">
              <p:oleObj spid="_x0000_s1026056" name="Equation" r:id="rId14" imgW="241200" imgH="190440" progId="Equation.3">
                <p:embed/>
              </p:oleObj>
            </a:graphicData>
          </a:graphic>
        </p:graphicFrame>
        <p:graphicFrame>
          <p:nvGraphicFramePr>
            <p:cNvPr id="161833" name="Object 41"/>
            <p:cNvGraphicFramePr>
              <a:graphicFrameLocks noChangeAspect="1"/>
            </p:cNvGraphicFramePr>
            <p:nvPr/>
          </p:nvGraphicFramePr>
          <p:xfrm>
            <a:off x="5147" y="1200"/>
            <a:ext cx="277" cy="288"/>
          </p:xfrm>
          <a:graphic>
            <a:graphicData uri="http://schemas.openxmlformats.org/presentationml/2006/ole">
              <p:oleObj spid="_x0000_s1026057" name="Equation" r:id="rId15" imgW="139680" imgH="164880" progId="Equation.3">
                <p:embed/>
              </p:oleObj>
            </a:graphicData>
          </a:graphic>
        </p:graphicFrame>
        <p:graphicFrame>
          <p:nvGraphicFramePr>
            <p:cNvPr id="161834" name="Object 42"/>
            <p:cNvGraphicFramePr>
              <a:graphicFrameLocks noChangeAspect="1"/>
            </p:cNvGraphicFramePr>
            <p:nvPr/>
          </p:nvGraphicFramePr>
          <p:xfrm>
            <a:off x="3840" y="768"/>
            <a:ext cx="249" cy="307"/>
          </p:xfrm>
          <a:graphic>
            <a:graphicData uri="http://schemas.openxmlformats.org/presentationml/2006/ole">
              <p:oleObj spid="_x0000_s1026058" name="Equation" r:id="rId16" imgW="215640" imgH="266400" progId="Equation.3">
                <p:embed/>
              </p:oleObj>
            </a:graphicData>
          </a:graphic>
        </p:graphicFrame>
      </p:grpSp>
      <p:grpSp>
        <p:nvGrpSpPr>
          <p:cNvPr id="8" name="Group 43"/>
          <p:cNvGrpSpPr>
            <a:grpSpLocks/>
          </p:cNvGrpSpPr>
          <p:nvPr/>
        </p:nvGrpSpPr>
        <p:grpSpPr bwMode="auto">
          <a:xfrm>
            <a:off x="1524000" y="2133600"/>
            <a:ext cx="838200" cy="519113"/>
            <a:chOff x="1056" y="1344"/>
            <a:chExt cx="528" cy="327"/>
          </a:xfrm>
        </p:grpSpPr>
        <p:graphicFrame>
          <p:nvGraphicFramePr>
            <p:cNvPr id="161836" name="Object 44"/>
            <p:cNvGraphicFramePr>
              <a:graphicFrameLocks noChangeAspect="1"/>
            </p:cNvGraphicFramePr>
            <p:nvPr/>
          </p:nvGraphicFramePr>
          <p:xfrm>
            <a:off x="1056" y="1344"/>
            <a:ext cx="247" cy="312"/>
          </p:xfrm>
          <a:graphic>
            <a:graphicData uri="http://schemas.openxmlformats.org/presentationml/2006/ole">
              <p:oleObj spid="_x0000_s1026055" name="公式" r:id="rId17" imgW="152280" imgH="190440" progId="Equation.3">
                <p:embed/>
              </p:oleObj>
            </a:graphicData>
          </a:graphic>
        </p:graphicFrame>
        <p:grpSp>
          <p:nvGrpSpPr>
            <p:cNvPr id="9" name="Group 45"/>
            <p:cNvGrpSpPr>
              <a:grpSpLocks/>
            </p:cNvGrpSpPr>
            <p:nvPr/>
          </p:nvGrpSpPr>
          <p:grpSpPr bwMode="auto">
            <a:xfrm>
              <a:off x="1296" y="1344"/>
              <a:ext cx="288" cy="327"/>
              <a:chOff x="1296" y="1344"/>
              <a:chExt cx="288" cy="327"/>
            </a:xfrm>
          </p:grpSpPr>
          <p:grpSp>
            <p:nvGrpSpPr>
              <p:cNvPr id="10" name="Group 46"/>
              <p:cNvGrpSpPr>
                <a:grpSpLocks/>
              </p:cNvGrpSpPr>
              <p:nvPr/>
            </p:nvGrpSpPr>
            <p:grpSpPr bwMode="auto">
              <a:xfrm>
                <a:off x="1296" y="1344"/>
                <a:ext cx="288" cy="327"/>
                <a:chOff x="816" y="3504"/>
                <a:chExt cx="288" cy="327"/>
              </a:xfrm>
            </p:grpSpPr>
            <p:sp>
              <p:nvSpPr>
                <p:cNvPr id="161839" name="Oval 47"/>
                <p:cNvSpPr>
                  <a:spLocks noChangeArrowheads="1"/>
                </p:cNvSpPr>
                <p:nvPr/>
              </p:nvSpPr>
              <p:spPr bwMode="auto">
                <a:xfrm>
                  <a:off x="864" y="3600"/>
                  <a:ext cx="192" cy="192"/>
                </a:xfrm>
                <a:prstGeom prst="ellipse">
                  <a:avLst/>
                </a:prstGeom>
                <a:solidFill>
                  <a:srgbClr val="FFFFFF"/>
                </a:solidFill>
                <a:ln w="9525">
                  <a:solidFill>
                    <a:srgbClr val="FF0000"/>
                  </a:solidFill>
                  <a:round/>
                  <a:headEnd/>
                  <a:tailEnd/>
                </a:ln>
                <a:effectLst/>
              </p:spPr>
              <p:txBody>
                <a:bodyPr wrap="none" anchor="ctr"/>
                <a:lstStyle/>
                <a:p>
                  <a:endParaRPr lang="zh-CN" altLang="en-US" sz="2800"/>
                </a:p>
              </p:txBody>
            </p:sp>
            <p:sp>
              <p:nvSpPr>
                <p:cNvPr id="161840" name="Text Box 48"/>
                <p:cNvSpPr txBox="1">
                  <a:spLocks noChangeArrowheads="1"/>
                </p:cNvSpPr>
                <p:nvPr/>
              </p:nvSpPr>
              <p:spPr bwMode="auto">
                <a:xfrm>
                  <a:off x="816" y="3504"/>
                  <a:ext cx="288" cy="327"/>
                </a:xfrm>
                <a:prstGeom prst="rect">
                  <a:avLst/>
                </a:prstGeom>
                <a:noFill/>
                <a:ln w="9525">
                  <a:noFill/>
                  <a:miter lim="800000"/>
                  <a:headEnd/>
                  <a:tailEnd/>
                </a:ln>
                <a:effectLst/>
              </p:spPr>
              <p:txBody>
                <a:bodyPr>
                  <a:spAutoFit/>
                </a:bodyPr>
                <a:lstStyle/>
                <a:p>
                  <a:pPr algn="ctr">
                    <a:spcBef>
                      <a:spcPct val="50000"/>
                    </a:spcBef>
                  </a:pPr>
                  <a:endParaRPr lang="zh-CN" altLang="en-US" sz="2800" i="1">
                    <a:solidFill>
                      <a:srgbClr val="050000"/>
                    </a:solidFill>
                  </a:endParaRPr>
                </a:p>
              </p:txBody>
            </p:sp>
          </p:grpSp>
          <p:sp>
            <p:nvSpPr>
              <p:cNvPr id="161841" name="Line 49"/>
              <p:cNvSpPr>
                <a:spLocks noChangeShapeType="1"/>
              </p:cNvSpPr>
              <p:nvPr/>
            </p:nvSpPr>
            <p:spPr bwMode="auto">
              <a:xfrm>
                <a:off x="1392" y="1488"/>
                <a:ext cx="96" cy="96"/>
              </a:xfrm>
              <a:prstGeom prst="line">
                <a:avLst/>
              </a:prstGeom>
              <a:noFill/>
              <a:ln w="28575">
                <a:solidFill>
                  <a:schemeClr val="tx1"/>
                </a:solidFill>
                <a:round/>
                <a:headEnd/>
                <a:tailEnd/>
              </a:ln>
              <a:effectLst/>
            </p:spPr>
            <p:txBody>
              <a:bodyPr wrap="none"/>
              <a:lstStyle/>
              <a:p>
                <a:endParaRPr lang="zh-CN" altLang="en-US" sz="2800"/>
              </a:p>
            </p:txBody>
          </p:sp>
          <p:sp>
            <p:nvSpPr>
              <p:cNvPr id="161842" name="Line 50"/>
              <p:cNvSpPr>
                <a:spLocks noChangeShapeType="1"/>
              </p:cNvSpPr>
              <p:nvPr/>
            </p:nvSpPr>
            <p:spPr bwMode="auto">
              <a:xfrm flipH="1">
                <a:off x="1392" y="1488"/>
                <a:ext cx="96" cy="96"/>
              </a:xfrm>
              <a:prstGeom prst="line">
                <a:avLst/>
              </a:prstGeom>
              <a:noFill/>
              <a:ln w="28575">
                <a:solidFill>
                  <a:schemeClr val="tx1"/>
                </a:solidFill>
                <a:round/>
                <a:headEnd/>
                <a:tailEnd/>
              </a:ln>
              <a:effectLst/>
            </p:spPr>
            <p:txBody>
              <a:bodyPr wrap="none"/>
              <a:lstStyle/>
              <a:p>
                <a:endParaRPr lang="zh-CN" altLang="en-US" sz="280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1821"/>
                                        </p:tgtEl>
                                        <p:attrNameLst>
                                          <p:attrName>style.visibility</p:attrName>
                                        </p:attrNameLst>
                                      </p:cBhvr>
                                      <p:to>
                                        <p:strVal val="visible"/>
                                      </p:to>
                                    </p:set>
                                    <p:animEffect transition="in" filter="blinds(vertical)">
                                      <p:cBhvr>
                                        <p:cTn id="12" dur="500"/>
                                        <p:tgtEl>
                                          <p:spTgt spid="16182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1822"/>
                                        </p:tgtEl>
                                        <p:attrNameLst>
                                          <p:attrName>style.visibility</p:attrName>
                                        </p:attrNameLst>
                                      </p:cBhvr>
                                      <p:to>
                                        <p:strVal val="visible"/>
                                      </p:to>
                                    </p:set>
                                    <p:animEffect transition="in" filter="blinds(horizontal)">
                                      <p:cBhvr>
                                        <p:cTn id="17" dur="500"/>
                                        <p:tgtEl>
                                          <p:spTgt spid="16182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1823"/>
                                        </p:tgtEl>
                                        <p:attrNameLst>
                                          <p:attrName>style.visibility</p:attrName>
                                        </p:attrNameLst>
                                      </p:cBhvr>
                                      <p:to>
                                        <p:strVal val="visible"/>
                                      </p:to>
                                    </p:set>
                                    <p:animEffect transition="in" filter="box(out)">
                                      <p:cBhvr>
                                        <p:cTn id="22" dur="500"/>
                                        <p:tgtEl>
                                          <p:spTgt spid="16182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1824"/>
                                        </p:tgtEl>
                                        <p:attrNameLst>
                                          <p:attrName>style.visibility</p:attrName>
                                        </p:attrNameLst>
                                      </p:cBhvr>
                                      <p:to>
                                        <p:strVal val="visible"/>
                                      </p:to>
                                    </p:set>
                                    <p:animEffect transition="in" filter="blinds(horizontal)">
                                      <p:cBhvr>
                                        <p:cTn id="27" dur="500"/>
                                        <p:tgtEl>
                                          <p:spTgt spid="16182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1825"/>
                                        </p:tgtEl>
                                        <p:attrNameLst>
                                          <p:attrName>style.visibility</p:attrName>
                                        </p:attrNameLst>
                                      </p:cBhvr>
                                      <p:to>
                                        <p:strVal val="visible"/>
                                      </p:to>
                                    </p:set>
                                    <p:animEffect transition="in" filter="blinds(horizontal)">
                                      <p:cBhvr>
                                        <p:cTn id="32" dur="500"/>
                                        <p:tgtEl>
                                          <p:spTgt spid="16182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1826"/>
                                        </p:tgtEl>
                                        <p:attrNameLst>
                                          <p:attrName>style.visibility</p:attrName>
                                        </p:attrNameLst>
                                      </p:cBhvr>
                                      <p:to>
                                        <p:strVal val="visible"/>
                                      </p:to>
                                    </p:set>
                                    <p:animEffect transition="in" filter="blinds(horizontal)">
                                      <p:cBhvr>
                                        <p:cTn id="37" dur="500"/>
                                        <p:tgtEl>
                                          <p:spTgt spid="161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796" name="Object 4"/>
          <p:cNvGraphicFramePr>
            <a:graphicFrameLocks noChangeAspect="1"/>
          </p:cNvGraphicFramePr>
          <p:nvPr/>
        </p:nvGraphicFramePr>
        <p:xfrm>
          <a:off x="2590800" y="838200"/>
          <a:ext cx="3352800" cy="1371600"/>
        </p:xfrm>
        <a:graphic>
          <a:graphicData uri="http://schemas.openxmlformats.org/presentationml/2006/ole">
            <p:oleObj spid="_x0000_s1127432" name="Equation" r:id="rId3" imgW="1079280" imgH="495000" progId="Equation.3">
              <p:embed/>
            </p:oleObj>
          </a:graphicData>
        </a:graphic>
      </p:graphicFrame>
      <p:grpSp>
        <p:nvGrpSpPr>
          <p:cNvPr id="3" name="Group 22"/>
          <p:cNvGrpSpPr>
            <a:grpSpLocks/>
          </p:cNvGrpSpPr>
          <p:nvPr/>
        </p:nvGrpSpPr>
        <p:grpSpPr bwMode="auto">
          <a:xfrm>
            <a:off x="381000" y="2286000"/>
            <a:ext cx="8474075" cy="1630363"/>
            <a:chOff x="326" y="1584"/>
            <a:chExt cx="5338" cy="1027"/>
          </a:xfrm>
        </p:grpSpPr>
        <p:sp>
          <p:nvSpPr>
            <p:cNvPr id="161798" name="Text Box 6"/>
            <p:cNvSpPr txBox="1">
              <a:spLocks noChangeArrowheads="1"/>
            </p:cNvSpPr>
            <p:nvPr/>
          </p:nvSpPr>
          <p:spPr bwMode="auto">
            <a:xfrm>
              <a:off x="326" y="1584"/>
              <a:ext cx="5338" cy="1027"/>
            </a:xfrm>
            <a:prstGeom prst="rect">
              <a:avLst/>
            </a:prstGeom>
            <a:noFill/>
            <a:ln w="9525">
              <a:noFill/>
              <a:miter lim="800000"/>
              <a:headEnd/>
              <a:tailEnd/>
            </a:ln>
            <a:effectLst/>
          </p:spPr>
          <p:txBody>
            <a:bodyPr>
              <a:spAutoFit/>
            </a:bodyPr>
            <a:lstStyle/>
            <a:p>
              <a:pPr>
                <a:lnSpc>
                  <a:spcPct val="120000"/>
                </a:lnSpc>
              </a:pPr>
              <a:r>
                <a:rPr lang="zh-CN" altLang="en-US" sz="2800">
                  <a:solidFill>
                    <a:srgbClr val="1C1C1C"/>
                  </a:solidFill>
                </a:rPr>
                <a:t>         即在真空的稳恒磁场中，磁感应强度      沿任一闭合路径的积分的值，等于       乘以该闭合路径所包围的各电流的代数和.</a:t>
              </a:r>
            </a:p>
          </p:txBody>
        </p:sp>
        <p:graphicFrame>
          <p:nvGraphicFramePr>
            <p:cNvPr id="161799" name="Object 7"/>
            <p:cNvGraphicFramePr>
              <a:graphicFrameLocks noChangeAspect="1"/>
            </p:cNvGraphicFramePr>
            <p:nvPr/>
          </p:nvGraphicFramePr>
          <p:xfrm>
            <a:off x="4512" y="1584"/>
            <a:ext cx="292" cy="335"/>
          </p:xfrm>
          <a:graphic>
            <a:graphicData uri="http://schemas.openxmlformats.org/presentationml/2006/ole">
              <p:oleObj spid="_x0000_s1127430" name="Equation" r:id="rId4" imgW="152280" imgH="190440" progId="Equation.3">
                <p:embed/>
              </p:oleObj>
            </a:graphicData>
          </a:graphic>
        </p:graphicFrame>
        <p:graphicFrame>
          <p:nvGraphicFramePr>
            <p:cNvPr id="161800" name="Object 8"/>
            <p:cNvGraphicFramePr>
              <a:graphicFrameLocks noChangeAspect="1"/>
            </p:cNvGraphicFramePr>
            <p:nvPr/>
          </p:nvGraphicFramePr>
          <p:xfrm>
            <a:off x="3120" y="1872"/>
            <a:ext cx="365" cy="436"/>
          </p:xfrm>
          <a:graphic>
            <a:graphicData uri="http://schemas.openxmlformats.org/presentationml/2006/ole">
              <p:oleObj spid="_x0000_s1127431" name="Equation" r:id="rId5" imgW="190440" imgH="228600" progId="Equation.3">
                <p:embed/>
              </p:oleObj>
            </a:graphicData>
          </a:graphic>
        </p:graphicFrame>
      </p:grpSp>
      <p:grpSp>
        <p:nvGrpSpPr>
          <p:cNvPr id="4" name="Group 25"/>
          <p:cNvGrpSpPr>
            <a:grpSpLocks/>
          </p:cNvGrpSpPr>
          <p:nvPr/>
        </p:nvGrpSpPr>
        <p:grpSpPr bwMode="auto">
          <a:xfrm>
            <a:off x="457200" y="3962400"/>
            <a:ext cx="8304213" cy="2286000"/>
            <a:chOff x="288" y="2496"/>
            <a:chExt cx="5231" cy="1440"/>
          </a:xfrm>
        </p:grpSpPr>
        <p:grpSp>
          <p:nvGrpSpPr>
            <p:cNvPr id="5" name="Group 23"/>
            <p:cNvGrpSpPr>
              <a:grpSpLocks/>
            </p:cNvGrpSpPr>
            <p:nvPr/>
          </p:nvGrpSpPr>
          <p:grpSpPr bwMode="auto">
            <a:xfrm>
              <a:off x="576" y="3264"/>
              <a:ext cx="4943" cy="672"/>
              <a:chOff x="576" y="3264"/>
              <a:chExt cx="4943" cy="672"/>
            </a:xfrm>
          </p:grpSpPr>
          <p:sp>
            <p:nvSpPr>
              <p:cNvPr id="161803" name="Rectangle 11"/>
              <p:cNvSpPr>
                <a:spLocks noChangeArrowheads="1"/>
              </p:cNvSpPr>
              <p:nvPr/>
            </p:nvSpPr>
            <p:spPr bwMode="auto">
              <a:xfrm>
                <a:off x="576" y="3264"/>
                <a:ext cx="4848" cy="672"/>
              </a:xfrm>
              <a:prstGeom prst="rect">
                <a:avLst/>
              </a:prstGeom>
              <a:gradFill rotWithShape="0">
                <a:gsLst>
                  <a:gs pos="0">
                    <a:srgbClr val="FDEFFA"/>
                  </a:gs>
                  <a:gs pos="50000">
                    <a:schemeClr val="bg1"/>
                  </a:gs>
                  <a:gs pos="100000">
                    <a:srgbClr val="FDEFFA"/>
                  </a:gs>
                </a:gsLst>
                <a:lin ang="5400000" scaled="1"/>
              </a:gradFill>
              <a:ln w="9525">
                <a:solidFill>
                  <a:srgbClr val="CC3399"/>
                </a:solidFill>
                <a:miter lim="800000"/>
                <a:headEnd/>
                <a:tailEnd/>
              </a:ln>
              <a:effectLst/>
            </p:spPr>
            <p:txBody>
              <a:bodyPr wrap="none" anchor="ctr"/>
              <a:lstStyle/>
              <a:p>
                <a:endParaRPr lang="zh-CN" altLang="en-US" sz="2800"/>
              </a:p>
            </p:txBody>
          </p:sp>
          <p:grpSp>
            <p:nvGrpSpPr>
              <p:cNvPr id="6" name="Group 12"/>
              <p:cNvGrpSpPr>
                <a:grpSpLocks/>
              </p:cNvGrpSpPr>
              <p:nvPr/>
            </p:nvGrpSpPr>
            <p:grpSpPr bwMode="auto">
              <a:xfrm>
                <a:off x="672" y="3292"/>
                <a:ext cx="4847" cy="596"/>
                <a:chOff x="529" y="3312"/>
                <a:chExt cx="4847" cy="596"/>
              </a:xfrm>
            </p:grpSpPr>
            <p:sp>
              <p:nvSpPr>
                <p:cNvPr id="161805" name="Text Box 13"/>
                <p:cNvSpPr txBox="1">
                  <a:spLocks noChangeArrowheads="1"/>
                </p:cNvSpPr>
                <p:nvPr/>
              </p:nvSpPr>
              <p:spPr bwMode="auto">
                <a:xfrm>
                  <a:off x="720" y="3312"/>
                  <a:ext cx="4656" cy="596"/>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    </a:t>
                  </a:r>
                  <a:r>
                    <a:rPr lang="zh-CN" altLang="zh-CN" sz="2800">
                      <a:solidFill>
                        <a:schemeClr val="tx1"/>
                      </a:solidFill>
                    </a:rPr>
                    <a:t>电流</a:t>
                  </a:r>
                  <a:r>
                    <a:rPr lang="zh-CN" altLang="zh-CN" sz="2800">
                      <a:solidFill>
                        <a:srgbClr val="CC0000"/>
                      </a:solidFill>
                    </a:rPr>
                    <a:t> </a:t>
                  </a:r>
                  <a:r>
                    <a:rPr lang="zh-CN" altLang="en-US" sz="2800">
                      <a:solidFill>
                        <a:srgbClr val="CC0000"/>
                      </a:solidFill>
                    </a:rPr>
                    <a:t>    正负</a:t>
                  </a:r>
                  <a:r>
                    <a:rPr lang="zh-CN" altLang="en-US" sz="2800">
                      <a:solidFill>
                        <a:schemeClr val="tx1"/>
                      </a:solidFill>
                    </a:rPr>
                    <a:t>的规定 ：    与      成</a:t>
                  </a:r>
                  <a:r>
                    <a:rPr lang="zh-CN" altLang="en-US" sz="2800">
                      <a:solidFill>
                        <a:srgbClr val="CC0000"/>
                      </a:solidFill>
                    </a:rPr>
                    <a:t>右</a:t>
                  </a:r>
                  <a:r>
                    <a:rPr lang="zh-CN" altLang="en-US" sz="2800">
                      <a:solidFill>
                        <a:schemeClr val="tx1"/>
                      </a:solidFill>
                    </a:rPr>
                    <a:t>螺旋时，  为</a:t>
                  </a:r>
                  <a:r>
                    <a:rPr lang="zh-CN" altLang="en-US" sz="2800">
                      <a:solidFill>
                        <a:srgbClr val="CC0000"/>
                      </a:solidFill>
                    </a:rPr>
                    <a:t>正</a:t>
                  </a:r>
                  <a:r>
                    <a:rPr lang="zh-CN" altLang="en-US" sz="2800">
                      <a:solidFill>
                        <a:schemeClr val="tx1"/>
                      </a:solidFill>
                    </a:rPr>
                    <a:t>；</a:t>
                  </a:r>
                  <a:r>
                    <a:rPr lang="zh-CN" altLang="en-US" sz="2800">
                      <a:solidFill>
                        <a:srgbClr val="CC0000"/>
                      </a:solidFill>
                    </a:rPr>
                    <a:t>反</a:t>
                  </a:r>
                  <a:r>
                    <a:rPr lang="zh-CN" altLang="en-US" sz="2800">
                      <a:solidFill>
                        <a:schemeClr val="tx1"/>
                      </a:solidFill>
                    </a:rPr>
                    <a:t>之为</a:t>
                  </a:r>
                  <a:r>
                    <a:rPr lang="zh-CN" altLang="en-US" sz="2800">
                      <a:solidFill>
                        <a:srgbClr val="0000FF"/>
                      </a:solidFill>
                    </a:rPr>
                    <a:t>负</a:t>
                  </a:r>
                  <a:r>
                    <a:rPr lang="zh-CN" altLang="en-US" sz="2800">
                      <a:solidFill>
                        <a:schemeClr val="tx1"/>
                      </a:solidFill>
                    </a:rPr>
                    <a:t>.</a:t>
                  </a:r>
                </a:p>
              </p:txBody>
            </p:sp>
            <p:graphicFrame>
              <p:nvGraphicFramePr>
                <p:cNvPr id="161806" name="Object 14"/>
                <p:cNvGraphicFramePr>
                  <a:graphicFrameLocks noChangeAspect="1"/>
                </p:cNvGraphicFramePr>
                <p:nvPr/>
              </p:nvGraphicFramePr>
              <p:xfrm>
                <a:off x="529" y="3600"/>
                <a:ext cx="191" cy="264"/>
              </p:xfrm>
              <a:graphic>
                <a:graphicData uri="http://schemas.openxmlformats.org/presentationml/2006/ole">
                  <p:oleObj spid="_x0000_s1127426" name="Equation" r:id="rId6" imgW="164880" imgH="228600" progId="Equation.3">
                    <p:embed/>
                  </p:oleObj>
                </a:graphicData>
              </a:graphic>
            </p:graphicFrame>
            <p:graphicFrame>
              <p:nvGraphicFramePr>
                <p:cNvPr id="161807" name="Object 15"/>
                <p:cNvGraphicFramePr>
                  <a:graphicFrameLocks noChangeAspect="1"/>
                </p:cNvGraphicFramePr>
                <p:nvPr/>
              </p:nvGraphicFramePr>
              <p:xfrm>
                <a:off x="3073" y="3336"/>
                <a:ext cx="191" cy="264"/>
              </p:xfrm>
              <a:graphic>
                <a:graphicData uri="http://schemas.openxmlformats.org/presentationml/2006/ole">
                  <p:oleObj spid="_x0000_s1127427" name="Equation" r:id="rId7" imgW="164880" imgH="228600" progId="Equation.3">
                    <p:embed/>
                  </p:oleObj>
                </a:graphicData>
              </a:graphic>
            </p:graphicFrame>
            <p:graphicFrame>
              <p:nvGraphicFramePr>
                <p:cNvPr id="161808" name="Object 16"/>
                <p:cNvGraphicFramePr>
                  <a:graphicFrameLocks noChangeAspect="1"/>
                </p:cNvGraphicFramePr>
                <p:nvPr/>
              </p:nvGraphicFramePr>
              <p:xfrm>
                <a:off x="3668" y="3336"/>
                <a:ext cx="220" cy="264"/>
              </p:xfrm>
              <a:graphic>
                <a:graphicData uri="http://schemas.openxmlformats.org/presentationml/2006/ole">
                  <p:oleObj spid="_x0000_s1127428" name="Equation" r:id="rId8" imgW="190440" imgH="228600" progId="Equation.3">
                    <p:embed/>
                  </p:oleObj>
                </a:graphicData>
              </a:graphic>
            </p:graphicFrame>
            <p:graphicFrame>
              <p:nvGraphicFramePr>
                <p:cNvPr id="161809" name="Object 17"/>
                <p:cNvGraphicFramePr>
                  <a:graphicFrameLocks noChangeAspect="1"/>
                </p:cNvGraphicFramePr>
                <p:nvPr/>
              </p:nvGraphicFramePr>
              <p:xfrm>
                <a:off x="1537" y="3336"/>
                <a:ext cx="191" cy="264"/>
              </p:xfrm>
              <a:graphic>
                <a:graphicData uri="http://schemas.openxmlformats.org/presentationml/2006/ole">
                  <p:oleObj spid="_x0000_s1127429" name="Equation" r:id="rId9" imgW="164880" imgH="228600" progId="Equation.3">
                    <p:embed/>
                  </p:oleObj>
                </a:graphicData>
              </a:graphic>
            </p:graphicFrame>
          </p:grpSp>
        </p:grpSp>
        <p:grpSp>
          <p:nvGrpSpPr>
            <p:cNvPr id="7" name="Group 24"/>
            <p:cNvGrpSpPr>
              <a:grpSpLocks/>
            </p:cNvGrpSpPr>
            <p:nvPr/>
          </p:nvGrpSpPr>
          <p:grpSpPr bwMode="auto">
            <a:xfrm>
              <a:off x="288" y="2496"/>
              <a:ext cx="1536" cy="672"/>
              <a:chOff x="288" y="2496"/>
              <a:chExt cx="1536" cy="672"/>
            </a:xfrm>
          </p:grpSpPr>
          <p:sp>
            <p:nvSpPr>
              <p:cNvPr id="161811" name="AutoShape 19"/>
              <p:cNvSpPr>
                <a:spLocks noChangeArrowheads="1"/>
              </p:cNvSpPr>
              <p:nvPr/>
            </p:nvSpPr>
            <p:spPr bwMode="auto">
              <a:xfrm>
                <a:off x="288" y="2496"/>
                <a:ext cx="1536" cy="672"/>
              </a:xfrm>
              <a:prstGeom prst="irregularSeal1">
                <a:avLst/>
              </a:prstGeom>
              <a:gradFill rotWithShape="0">
                <a:gsLst>
                  <a:gs pos="0">
                    <a:srgbClr val="FFFFFF"/>
                  </a:gs>
                  <a:gs pos="100000">
                    <a:srgbClr val="FEF2F6"/>
                  </a:gs>
                </a:gsLst>
                <a:path path="shape">
                  <a:fillToRect l="50000" t="50000" r="50000" b="50000"/>
                </a:path>
              </a:gradFill>
              <a:ln w="19050">
                <a:solidFill>
                  <a:srgbClr val="FF0000"/>
                </a:solidFill>
                <a:miter lim="800000"/>
                <a:headEnd/>
                <a:tailEnd/>
              </a:ln>
              <a:effectLst/>
            </p:spPr>
            <p:txBody>
              <a:bodyPr wrap="none" anchor="ctr"/>
              <a:lstStyle/>
              <a:p>
                <a:endParaRPr lang="zh-CN" altLang="en-US" sz="2800"/>
              </a:p>
            </p:txBody>
          </p:sp>
          <p:sp>
            <p:nvSpPr>
              <p:cNvPr id="161812" name="Text Box 20"/>
              <p:cNvSpPr txBox="1">
                <a:spLocks noChangeArrowheads="1"/>
              </p:cNvSpPr>
              <p:nvPr/>
            </p:nvSpPr>
            <p:spPr bwMode="auto">
              <a:xfrm>
                <a:off x="804" y="2640"/>
                <a:ext cx="780"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1C1C1C"/>
                    </a:solidFill>
                  </a:rPr>
                  <a:t>注意</a:t>
                </a:r>
              </a:p>
            </p:txBody>
          </p:sp>
        </p:grpSp>
      </p:grpSp>
      <p:sp>
        <p:nvSpPr>
          <p:cNvPr id="22" name="Rectangle 16"/>
          <p:cNvSpPr>
            <a:spLocks noChangeArrowheads="1"/>
          </p:cNvSpPr>
          <p:nvPr/>
        </p:nvSpPr>
        <p:spPr bwMode="auto">
          <a:xfrm>
            <a:off x="0" y="0"/>
            <a:ext cx="51816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-6 </a:t>
            </a:r>
            <a:r>
              <a:rPr lang="zh-CN" altLang="en-US" sz="3600" b="1" dirty="0" smtClean="0">
                <a:solidFill>
                  <a:srgbClr val="000066"/>
                </a:solidFill>
                <a:latin typeface="+mj-ea"/>
                <a:ea typeface="+mj-ea"/>
              </a:rPr>
              <a:t>安培环路定理</a:t>
            </a:r>
            <a:endParaRPr lang="en-US" altLang="zh-CN" sz="3600" b="1" dirty="0">
              <a:solidFill>
                <a:srgbClr val="000066"/>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5257800" y="2419350"/>
            <a:ext cx="3352800" cy="3581400"/>
            <a:chOff x="3216" y="1584"/>
            <a:chExt cx="2112" cy="2256"/>
          </a:xfrm>
        </p:grpSpPr>
        <p:sp>
          <p:nvSpPr>
            <p:cNvPr id="157734" name="Rectangle 38"/>
            <p:cNvSpPr>
              <a:spLocks noChangeArrowheads="1"/>
            </p:cNvSpPr>
            <p:nvPr/>
          </p:nvSpPr>
          <p:spPr bwMode="auto">
            <a:xfrm>
              <a:off x="3216" y="1584"/>
              <a:ext cx="2112" cy="225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57735" name="AutoShape 39"/>
            <p:cNvSpPr>
              <a:spLocks noChangeArrowheads="1"/>
            </p:cNvSpPr>
            <p:nvPr/>
          </p:nvSpPr>
          <p:spPr bwMode="auto">
            <a:xfrm>
              <a:off x="4224" y="2688"/>
              <a:ext cx="96" cy="960"/>
            </a:xfrm>
            <a:prstGeom prst="can">
              <a:avLst>
                <a:gd name="adj" fmla="val 40972"/>
              </a:avLst>
            </a:prstGeom>
            <a:gradFill rotWithShape="0">
              <a:gsLst>
                <a:gs pos="0">
                  <a:srgbClr val="FFFFCC">
                    <a:gamma/>
                    <a:shade val="56078"/>
                    <a:invGamma/>
                  </a:srgbClr>
                </a:gs>
                <a:gs pos="50000">
                  <a:srgbClr val="FFFFCC"/>
                </a:gs>
                <a:gs pos="100000">
                  <a:srgbClr val="FFFFCC">
                    <a:gamma/>
                    <a:shade val="56078"/>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57736" name="Oval 40"/>
            <p:cNvSpPr>
              <a:spLocks noChangeArrowheads="1"/>
            </p:cNvSpPr>
            <p:nvPr/>
          </p:nvSpPr>
          <p:spPr bwMode="auto">
            <a:xfrm>
              <a:off x="3504" y="2400"/>
              <a:ext cx="1488" cy="768"/>
            </a:xfrm>
            <a:prstGeom prst="ellipse">
              <a:avLst/>
            </a:prstGeom>
            <a:solidFill>
              <a:schemeClr val="folHlink">
                <a:alpha val="50000"/>
              </a:schemeClr>
            </a:solidFill>
            <a:ln w="38100">
              <a:solidFill>
                <a:srgbClr val="CC00CC"/>
              </a:solidFill>
              <a:round/>
              <a:headEnd/>
              <a:tailEnd/>
            </a:ln>
            <a:effectLst/>
          </p:spPr>
          <p:txBody>
            <a:bodyPr wrap="none" anchor="ctr"/>
            <a:lstStyle/>
            <a:p>
              <a:endParaRPr lang="zh-CN" altLang="en-US" sz="2800"/>
            </a:p>
          </p:txBody>
        </p:sp>
        <p:sp>
          <p:nvSpPr>
            <p:cNvPr id="157737" name="AutoShape 41"/>
            <p:cNvSpPr>
              <a:spLocks noChangeArrowheads="1"/>
            </p:cNvSpPr>
            <p:nvPr/>
          </p:nvSpPr>
          <p:spPr bwMode="auto">
            <a:xfrm>
              <a:off x="4224" y="1824"/>
              <a:ext cx="96" cy="960"/>
            </a:xfrm>
            <a:prstGeom prst="can">
              <a:avLst>
                <a:gd name="adj" fmla="val 40972"/>
              </a:avLst>
            </a:prstGeom>
            <a:gradFill rotWithShape="0">
              <a:gsLst>
                <a:gs pos="0">
                  <a:srgbClr val="FFFFCC">
                    <a:gamma/>
                    <a:shade val="56078"/>
                    <a:invGamma/>
                  </a:srgbClr>
                </a:gs>
                <a:gs pos="50000">
                  <a:srgbClr val="FFFFCC"/>
                </a:gs>
                <a:gs pos="100000">
                  <a:srgbClr val="FFFFCC">
                    <a:gamma/>
                    <a:shade val="56078"/>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57738" name="Line 42"/>
            <p:cNvSpPr>
              <a:spLocks noChangeShapeType="1"/>
            </p:cNvSpPr>
            <p:nvPr/>
          </p:nvSpPr>
          <p:spPr bwMode="auto">
            <a:xfrm flipV="1">
              <a:off x="4529" y="3089"/>
              <a:ext cx="144" cy="48"/>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57739" name="Line 43"/>
            <p:cNvSpPr>
              <a:spLocks noChangeShapeType="1"/>
            </p:cNvSpPr>
            <p:nvPr/>
          </p:nvSpPr>
          <p:spPr bwMode="auto">
            <a:xfrm flipV="1">
              <a:off x="4128" y="1776"/>
              <a:ext cx="1" cy="384"/>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57740" name="Text Box 44"/>
            <p:cNvSpPr txBox="1">
              <a:spLocks noChangeArrowheads="1"/>
            </p:cNvSpPr>
            <p:nvPr/>
          </p:nvSpPr>
          <p:spPr bwMode="auto">
            <a:xfrm>
              <a:off x="4032" y="2592"/>
              <a:ext cx="232"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chemeClr val="tx1"/>
                  </a:solidFill>
                </a:rPr>
                <a:t>o</a:t>
              </a:r>
            </a:p>
          </p:txBody>
        </p:sp>
        <p:sp>
          <p:nvSpPr>
            <p:cNvPr id="157741" name="Line 45"/>
            <p:cNvSpPr>
              <a:spLocks noChangeShapeType="1"/>
            </p:cNvSpPr>
            <p:nvPr/>
          </p:nvSpPr>
          <p:spPr bwMode="auto">
            <a:xfrm flipV="1">
              <a:off x="4272" y="2640"/>
              <a:ext cx="672" cy="144"/>
            </a:xfrm>
            <a:prstGeom prst="line">
              <a:avLst/>
            </a:prstGeom>
            <a:noFill/>
            <a:ln w="25400">
              <a:solidFill>
                <a:srgbClr val="0000FF"/>
              </a:solidFill>
              <a:round/>
              <a:headEnd/>
              <a:tailEnd type="triangle" w="sm" len="lg"/>
            </a:ln>
            <a:effectLst/>
          </p:spPr>
          <p:txBody>
            <a:bodyPr wrap="none" anchor="ctr"/>
            <a:lstStyle/>
            <a:p>
              <a:endParaRPr lang="zh-CN" altLang="en-US" sz="2800"/>
            </a:p>
          </p:txBody>
        </p:sp>
        <p:graphicFrame>
          <p:nvGraphicFramePr>
            <p:cNvPr id="157742" name="Object 46"/>
            <p:cNvGraphicFramePr>
              <a:graphicFrameLocks noChangeAspect="1"/>
            </p:cNvGraphicFramePr>
            <p:nvPr/>
          </p:nvGraphicFramePr>
          <p:xfrm>
            <a:off x="3888" y="1872"/>
            <a:ext cx="195" cy="240"/>
          </p:xfrm>
          <a:graphic>
            <a:graphicData uri="http://schemas.openxmlformats.org/presentationml/2006/ole">
              <p:oleObj spid="_x0000_s1049614" name="Equation" r:id="rId3" imgW="164880" imgH="228600" progId="Equation.3">
                <p:embed/>
              </p:oleObj>
            </a:graphicData>
          </a:graphic>
        </p:graphicFrame>
        <p:graphicFrame>
          <p:nvGraphicFramePr>
            <p:cNvPr id="157743" name="Object 47"/>
            <p:cNvGraphicFramePr>
              <a:graphicFrameLocks noChangeAspect="1"/>
            </p:cNvGraphicFramePr>
            <p:nvPr/>
          </p:nvGraphicFramePr>
          <p:xfrm>
            <a:off x="4464" y="2712"/>
            <a:ext cx="204" cy="216"/>
          </p:xfrm>
          <a:graphic>
            <a:graphicData uri="http://schemas.openxmlformats.org/presentationml/2006/ole">
              <p:oleObj spid="_x0000_s1049615" name="Equation" r:id="rId4" imgW="215640" imgH="228600" progId="Equation.3">
                <p:embed/>
              </p:oleObj>
            </a:graphicData>
          </a:graphic>
        </p:graphicFrame>
        <p:graphicFrame>
          <p:nvGraphicFramePr>
            <p:cNvPr id="157744" name="Object 48"/>
            <p:cNvGraphicFramePr>
              <a:graphicFrameLocks noChangeAspect="1"/>
            </p:cNvGraphicFramePr>
            <p:nvPr/>
          </p:nvGraphicFramePr>
          <p:xfrm>
            <a:off x="4368" y="3024"/>
            <a:ext cx="135" cy="266"/>
          </p:xfrm>
          <a:graphic>
            <a:graphicData uri="http://schemas.openxmlformats.org/presentationml/2006/ole">
              <p:oleObj spid="_x0000_s1049616" name="Equation" r:id="rId5" imgW="114120" imgH="253800" progId="Equation.3">
                <p:embed/>
              </p:oleObj>
            </a:graphicData>
          </a:graphic>
        </p:graphicFrame>
      </p:grpSp>
      <p:grpSp>
        <p:nvGrpSpPr>
          <p:cNvPr id="3" name="Group 49"/>
          <p:cNvGrpSpPr>
            <a:grpSpLocks/>
          </p:cNvGrpSpPr>
          <p:nvPr/>
        </p:nvGrpSpPr>
        <p:grpSpPr bwMode="auto">
          <a:xfrm>
            <a:off x="5257800" y="2419350"/>
            <a:ext cx="3352800" cy="3581400"/>
            <a:chOff x="3312" y="816"/>
            <a:chExt cx="2112" cy="2256"/>
          </a:xfrm>
        </p:grpSpPr>
        <p:grpSp>
          <p:nvGrpSpPr>
            <p:cNvPr id="4" name="Group 4"/>
            <p:cNvGrpSpPr>
              <a:grpSpLocks/>
            </p:cNvGrpSpPr>
            <p:nvPr/>
          </p:nvGrpSpPr>
          <p:grpSpPr bwMode="auto">
            <a:xfrm>
              <a:off x="3312" y="816"/>
              <a:ext cx="2112" cy="2256"/>
              <a:chOff x="3216" y="1584"/>
              <a:chExt cx="2112" cy="2256"/>
            </a:xfrm>
          </p:grpSpPr>
          <p:sp>
            <p:nvSpPr>
              <p:cNvPr id="157701" name="Rectangle 5"/>
              <p:cNvSpPr>
                <a:spLocks noChangeArrowheads="1"/>
              </p:cNvSpPr>
              <p:nvPr/>
            </p:nvSpPr>
            <p:spPr bwMode="auto">
              <a:xfrm>
                <a:off x="3216" y="1584"/>
                <a:ext cx="2112" cy="225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57702" name="AutoShape 6"/>
              <p:cNvSpPr>
                <a:spLocks noChangeArrowheads="1"/>
              </p:cNvSpPr>
              <p:nvPr/>
            </p:nvSpPr>
            <p:spPr bwMode="auto">
              <a:xfrm>
                <a:off x="4224" y="2688"/>
                <a:ext cx="96" cy="960"/>
              </a:xfrm>
              <a:prstGeom prst="can">
                <a:avLst>
                  <a:gd name="adj" fmla="val 40972"/>
                </a:avLst>
              </a:prstGeom>
              <a:gradFill rotWithShape="0">
                <a:gsLst>
                  <a:gs pos="0">
                    <a:srgbClr val="FFFFCC">
                      <a:gamma/>
                      <a:shade val="56078"/>
                      <a:invGamma/>
                    </a:srgbClr>
                  </a:gs>
                  <a:gs pos="50000">
                    <a:srgbClr val="FFFFCC"/>
                  </a:gs>
                  <a:gs pos="100000">
                    <a:srgbClr val="FFFFCC">
                      <a:gamma/>
                      <a:shade val="56078"/>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57703" name="Oval 7"/>
              <p:cNvSpPr>
                <a:spLocks noChangeArrowheads="1"/>
              </p:cNvSpPr>
              <p:nvPr/>
            </p:nvSpPr>
            <p:spPr bwMode="auto">
              <a:xfrm>
                <a:off x="3504" y="2400"/>
                <a:ext cx="1488" cy="768"/>
              </a:xfrm>
              <a:prstGeom prst="ellipse">
                <a:avLst/>
              </a:prstGeom>
              <a:solidFill>
                <a:schemeClr val="folHlink">
                  <a:alpha val="50000"/>
                </a:schemeClr>
              </a:solidFill>
              <a:ln w="38100">
                <a:solidFill>
                  <a:srgbClr val="CC00CC"/>
                </a:solidFill>
                <a:round/>
                <a:headEnd/>
                <a:tailEnd/>
              </a:ln>
              <a:effectLst/>
            </p:spPr>
            <p:txBody>
              <a:bodyPr wrap="none" anchor="ctr"/>
              <a:lstStyle/>
              <a:p>
                <a:endParaRPr lang="zh-CN" altLang="en-US" sz="2800"/>
              </a:p>
            </p:txBody>
          </p:sp>
          <p:sp>
            <p:nvSpPr>
              <p:cNvPr id="157704" name="AutoShape 8"/>
              <p:cNvSpPr>
                <a:spLocks noChangeArrowheads="1"/>
              </p:cNvSpPr>
              <p:nvPr/>
            </p:nvSpPr>
            <p:spPr bwMode="auto">
              <a:xfrm>
                <a:off x="4224" y="1824"/>
                <a:ext cx="96" cy="960"/>
              </a:xfrm>
              <a:prstGeom prst="can">
                <a:avLst>
                  <a:gd name="adj" fmla="val 40972"/>
                </a:avLst>
              </a:prstGeom>
              <a:gradFill rotWithShape="0">
                <a:gsLst>
                  <a:gs pos="0">
                    <a:srgbClr val="FFFFCC">
                      <a:gamma/>
                      <a:shade val="56078"/>
                      <a:invGamma/>
                    </a:srgbClr>
                  </a:gs>
                  <a:gs pos="50000">
                    <a:srgbClr val="FFFFCC"/>
                  </a:gs>
                  <a:gs pos="100000">
                    <a:srgbClr val="FFFFCC">
                      <a:gamma/>
                      <a:shade val="56078"/>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57705" name="Line 9"/>
              <p:cNvSpPr>
                <a:spLocks noChangeShapeType="1"/>
              </p:cNvSpPr>
              <p:nvPr/>
            </p:nvSpPr>
            <p:spPr bwMode="auto">
              <a:xfrm flipV="1">
                <a:off x="4529" y="3089"/>
                <a:ext cx="144" cy="48"/>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57706" name="Line 10"/>
              <p:cNvSpPr>
                <a:spLocks noChangeShapeType="1"/>
              </p:cNvSpPr>
              <p:nvPr/>
            </p:nvSpPr>
            <p:spPr bwMode="auto">
              <a:xfrm flipV="1">
                <a:off x="4128" y="1776"/>
                <a:ext cx="1" cy="384"/>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57707" name="Text Box 11"/>
              <p:cNvSpPr txBox="1">
                <a:spLocks noChangeArrowheads="1"/>
              </p:cNvSpPr>
              <p:nvPr/>
            </p:nvSpPr>
            <p:spPr bwMode="auto">
              <a:xfrm>
                <a:off x="4032" y="2592"/>
                <a:ext cx="232"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chemeClr val="tx1"/>
                    </a:solidFill>
                  </a:rPr>
                  <a:t>o</a:t>
                </a:r>
              </a:p>
            </p:txBody>
          </p:sp>
          <p:sp>
            <p:nvSpPr>
              <p:cNvPr id="157708" name="Line 12"/>
              <p:cNvSpPr>
                <a:spLocks noChangeShapeType="1"/>
              </p:cNvSpPr>
              <p:nvPr/>
            </p:nvSpPr>
            <p:spPr bwMode="auto">
              <a:xfrm flipV="1">
                <a:off x="4272" y="2640"/>
                <a:ext cx="672" cy="144"/>
              </a:xfrm>
              <a:prstGeom prst="line">
                <a:avLst/>
              </a:prstGeom>
              <a:noFill/>
              <a:ln w="25400">
                <a:solidFill>
                  <a:srgbClr val="0000FF"/>
                </a:solidFill>
                <a:round/>
                <a:headEnd/>
                <a:tailEnd type="triangle" w="sm" len="lg"/>
              </a:ln>
              <a:effectLst/>
            </p:spPr>
            <p:txBody>
              <a:bodyPr wrap="none" anchor="ctr"/>
              <a:lstStyle/>
              <a:p>
                <a:endParaRPr lang="zh-CN" altLang="en-US" sz="2800"/>
              </a:p>
            </p:txBody>
          </p:sp>
          <p:graphicFrame>
            <p:nvGraphicFramePr>
              <p:cNvPr id="157709" name="Object 13"/>
              <p:cNvGraphicFramePr>
                <a:graphicFrameLocks noChangeAspect="1"/>
              </p:cNvGraphicFramePr>
              <p:nvPr/>
            </p:nvGraphicFramePr>
            <p:xfrm>
              <a:off x="3888" y="1872"/>
              <a:ext cx="195" cy="240"/>
            </p:xfrm>
            <a:graphic>
              <a:graphicData uri="http://schemas.openxmlformats.org/presentationml/2006/ole">
                <p:oleObj spid="_x0000_s1049611" name="Equation" r:id="rId6" imgW="164880" imgH="228600" progId="Equation.3">
                  <p:embed/>
                </p:oleObj>
              </a:graphicData>
            </a:graphic>
          </p:graphicFrame>
          <p:graphicFrame>
            <p:nvGraphicFramePr>
              <p:cNvPr id="157710" name="Object 14"/>
              <p:cNvGraphicFramePr>
                <a:graphicFrameLocks noChangeAspect="1"/>
              </p:cNvGraphicFramePr>
              <p:nvPr/>
            </p:nvGraphicFramePr>
            <p:xfrm>
              <a:off x="4464" y="2712"/>
              <a:ext cx="204" cy="216"/>
            </p:xfrm>
            <a:graphic>
              <a:graphicData uri="http://schemas.openxmlformats.org/presentationml/2006/ole">
                <p:oleObj spid="_x0000_s1049612" name="Equation" r:id="rId7" imgW="215640" imgH="228600" progId="Equation.3">
                  <p:embed/>
                </p:oleObj>
              </a:graphicData>
            </a:graphic>
          </p:graphicFrame>
          <p:graphicFrame>
            <p:nvGraphicFramePr>
              <p:cNvPr id="157711" name="Object 15"/>
              <p:cNvGraphicFramePr>
                <a:graphicFrameLocks noChangeAspect="1"/>
              </p:cNvGraphicFramePr>
              <p:nvPr/>
            </p:nvGraphicFramePr>
            <p:xfrm>
              <a:off x="4368" y="3024"/>
              <a:ext cx="135" cy="266"/>
            </p:xfrm>
            <a:graphic>
              <a:graphicData uri="http://schemas.openxmlformats.org/presentationml/2006/ole">
                <p:oleObj spid="_x0000_s1049613" name="Equation" r:id="rId8" imgW="114120" imgH="253800" progId="Equation.3">
                  <p:embed/>
                </p:oleObj>
              </a:graphicData>
            </a:graphic>
          </p:graphicFrame>
        </p:grpSp>
        <p:sp>
          <p:nvSpPr>
            <p:cNvPr id="157729" name="Line 33"/>
            <p:cNvSpPr>
              <a:spLocks noChangeShapeType="1"/>
            </p:cNvSpPr>
            <p:nvPr/>
          </p:nvSpPr>
          <p:spPr bwMode="auto">
            <a:xfrm>
              <a:off x="4320" y="864"/>
              <a:ext cx="0" cy="240"/>
            </a:xfrm>
            <a:prstGeom prst="line">
              <a:avLst/>
            </a:prstGeom>
            <a:noFill/>
            <a:ln w="9525">
              <a:solidFill>
                <a:schemeClr val="tx1"/>
              </a:solidFill>
              <a:prstDash val="dash"/>
              <a:round/>
              <a:headEnd/>
              <a:tailEnd type="none" w="sm" len="lg"/>
            </a:ln>
            <a:effectLst/>
          </p:spPr>
          <p:txBody>
            <a:bodyPr/>
            <a:lstStyle/>
            <a:p>
              <a:endParaRPr lang="zh-CN" altLang="en-US" sz="2800"/>
            </a:p>
          </p:txBody>
        </p:sp>
        <p:sp>
          <p:nvSpPr>
            <p:cNvPr id="157730" name="Line 34"/>
            <p:cNvSpPr>
              <a:spLocks noChangeShapeType="1"/>
            </p:cNvSpPr>
            <p:nvPr/>
          </p:nvSpPr>
          <p:spPr bwMode="auto">
            <a:xfrm>
              <a:off x="4416" y="864"/>
              <a:ext cx="0" cy="240"/>
            </a:xfrm>
            <a:prstGeom prst="line">
              <a:avLst/>
            </a:prstGeom>
            <a:noFill/>
            <a:ln w="9525">
              <a:solidFill>
                <a:schemeClr val="tx1"/>
              </a:solidFill>
              <a:prstDash val="dash"/>
              <a:round/>
              <a:headEnd/>
              <a:tailEnd type="none" w="sm" len="lg"/>
            </a:ln>
            <a:effectLst/>
          </p:spPr>
          <p:txBody>
            <a:bodyPr/>
            <a:lstStyle/>
            <a:p>
              <a:endParaRPr lang="zh-CN" altLang="en-US" sz="2800"/>
            </a:p>
          </p:txBody>
        </p:sp>
        <p:sp>
          <p:nvSpPr>
            <p:cNvPr id="157731" name="Line 35"/>
            <p:cNvSpPr>
              <a:spLocks noChangeShapeType="1"/>
            </p:cNvSpPr>
            <p:nvPr/>
          </p:nvSpPr>
          <p:spPr bwMode="auto">
            <a:xfrm>
              <a:off x="4320" y="2832"/>
              <a:ext cx="0" cy="240"/>
            </a:xfrm>
            <a:prstGeom prst="line">
              <a:avLst/>
            </a:prstGeom>
            <a:noFill/>
            <a:ln w="9525">
              <a:solidFill>
                <a:schemeClr val="tx1"/>
              </a:solidFill>
              <a:prstDash val="dash"/>
              <a:round/>
              <a:headEnd/>
              <a:tailEnd type="none" w="sm" len="lg"/>
            </a:ln>
            <a:effectLst/>
          </p:spPr>
          <p:txBody>
            <a:bodyPr/>
            <a:lstStyle/>
            <a:p>
              <a:endParaRPr lang="zh-CN" altLang="en-US" sz="2800"/>
            </a:p>
          </p:txBody>
        </p:sp>
        <p:sp>
          <p:nvSpPr>
            <p:cNvPr id="157732" name="Line 36"/>
            <p:cNvSpPr>
              <a:spLocks noChangeShapeType="1"/>
            </p:cNvSpPr>
            <p:nvPr/>
          </p:nvSpPr>
          <p:spPr bwMode="auto">
            <a:xfrm>
              <a:off x="4416" y="2832"/>
              <a:ext cx="0" cy="240"/>
            </a:xfrm>
            <a:prstGeom prst="line">
              <a:avLst/>
            </a:prstGeom>
            <a:noFill/>
            <a:ln w="9525">
              <a:solidFill>
                <a:schemeClr val="tx1"/>
              </a:solidFill>
              <a:prstDash val="dash"/>
              <a:round/>
              <a:headEnd/>
              <a:tailEnd type="none" w="sm" len="lg"/>
            </a:ln>
            <a:effectLst/>
          </p:spPr>
          <p:txBody>
            <a:bodyPr/>
            <a:lstStyle/>
            <a:p>
              <a:endParaRPr lang="zh-CN" altLang="en-US" sz="2800"/>
            </a:p>
          </p:txBody>
        </p:sp>
      </p:grpSp>
      <p:sp>
        <p:nvSpPr>
          <p:cNvPr id="157698" name="Text Box 2"/>
          <p:cNvSpPr txBox="1">
            <a:spLocks noChangeArrowheads="1"/>
          </p:cNvSpPr>
          <p:nvPr/>
        </p:nvSpPr>
        <p:spPr bwMode="auto">
          <a:xfrm>
            <a:off x="228600" y="65087"/>
            <a:ext cx="4876800" cy="523220"/>
          </a:xfrm>
          <a:prstGeom prst="rect">
            <a:avLst/>
          </a:prstGeom>
          <a:noFill/>
          <a:ln w="9525">
            <a:noFill/>
            <a:miter lim="800000"/>
            <a:headEnd/>
            <a:tailEnd/>
          </a:ln>
          <a:effectLst/>
        </p:spPr>
        <p:txBody>
          <a:bodyPr wrap="square">
            <a:spAutoFit/>
          </a:bodyPr>
          <a:lstStyle/>
          <a:p>
            <a:pPr>
              <a:spcBef>
                <a:spcPct val="50000"/>
              </a:spcBef>
            </a:pPr>
            <a:r>
              <a:rPr lang="zh-CN" altLang="en-US" sz="2800" b="1" dirty="0">
                <a:solidFill>
                  <a:srgbClr val="C00000"/>
                </a:solidFill>
              </a:rPr>
              <a:t>一     安培环路定</a:t>
            </a:r>
            <a:r>
              <a:rPr lang="zh-CN" altLang="en-US" sz="2800" b="1" dirty="0" smtClean="0">
                <a:solidFill>
                  <a:srgbClr val="C00000"/>
                </a:solidFill>
              </a:rPr>
              <a:t>理的证明</a:t>
            </a:r>
            <a:endParaRPr lang="zh-CN" altLang="en-US" sz="2800" b="1" dirty="0">
              <a:solidFill>
                <a:srgbClr val="C00000"/>
              </a:solidFill>
            </a:endParaRPr>
          </a:p>
        </p:txBody>
      </p:sp>
      <p:graphicFrame>
        <p:nvGraphicFramePr>
          <p:cNvPr id="157699" name="Object 3"/>
          <p:cNvGraphicFramePr>
            <a:graphicFrameLocks noChangeAspect="1"/>
          </p:cNvGraphicFramePr>
          <p:nvPr/>
        </p:nvGraphicFramePr>
        <p:xfrm>
          <a:off x="838200" y="2865437"/>
          <a:ext cx="3505200" cy="1325563"/>
        </p:xfrm>
        <a:graphic>
          <a:graphicData uri="http://schemas.openxmlformats.org/presentationml/2006/ole">
            <p:oleObj spid="_x0000_s1049602" name="Equation" r:id="rId9" imgW="1155600" imgH="457200" progId="Equation.3">
              <p:embed/>
            </p:oleObj>
          </a:graphicData>
        </a:graphic>
      </p:graphicFrame>
      <p:graphicFrame>
        <p:nvGraphicFramePr>
          <p:cNvPr id="157717" name="Object 21"/>
          <p:cNvGraphicFramePr>
            <a:graphicFrameLocks noChangeAspect="1"/>
          </p:cNvGraphicFramePr>
          <p:nvPr/>
        </p:nvGraphicFramePr>
        <p:xfrm>
          <a:off x="762000" y="3951287"/>
          <a:ext cx="3733800" cy="1154113"/>
        </p:xfrm>
        <a:graphic>
          <a:graphicData uri="http://schemas.openxmlformats.org/presentationml/2006/ole">
            <p:oleObj spid="_x0000_s1049603" name="Equation" r:id="rId10" imgW="1180800" imgH="393480" progId="Equation.3">
              <p:embed/>
            </p:oleObj>
          </a:graphicData>
        </a:graphic>
      </p:graphicFrame>
      <p:graphicFrame>
        <p:nvGraphicFramePr>
          <p:cNvPr id="157718" name="Object 22"/>
          <p:cNvGraphicFramePr>
            <a:graphicFrameLocks noChangeAspect="1"/>
          </p:cNvGraphicFramePr>
          <p:nvPr/>
        </p:nvGraphicFramePr>
        <p:xfrm>
          <a:off x="914400" y="5238750"/>
          <a:ext cx="2438400" cy="857250"/>
        </p:xfrm>
        <a:graphic>
          <a:graphicData uri="http://schemas.openxmlformats.org/presentationml/2006/ole">
            <p:oleObj spid="_x0000_s1049604" name="Equation" r:id="rId11" imgW="838080" imgH="291960" progId="Equation.3">
              <p:embed/>
            </p:oleObj>
          </a:graphicData>
        </a:graphic>
      </p:graphicFrame>
      <p:grpSp>
        <p:nvGrpSpPr>
          <p:cNvPr id="6" name="Group 23"/>
          <p:cNvGrpSpPr>
            <a:grpSpLocks/>
          </p:cNvGrpSpPr>
          <p:nvPr/>
        </p:nvGrpSpPr>
        <p:grpSpPr bwMode="auto">
          <a:xfrm>
            <a:off x="7264400" y="2876550"/>
            <a:ext cx="736600" cy="1219200"/>
            <a:chOff x="4480" y="1872"/>
            <a:chExt cx="464" cy="768"/>
          </a:xfrm>
        </p:grpSpPr>
        <p:sp>
          <p:nvSpPr>
            <p:cNvPr id="157720" name="Freeform 24"/>
            <p:cNvSpPr>
              <a:spLocks/>
            </p:cNvSpPr>
            <p:nvPr/>
          </p:nvSpPr>
          <p:spPr bwMode="auto">
            <a:xfrm>
              <a:off x="4480" y="2085"/>
              <a:ext cx="464" cy="555"/>
            </a:xfrm>
            <a:custGeom>
              <a:avLst/>
              <a:gdLst/>
              <a:ahLst/>
              <a:cxnLst>
                <a:cxn ang="0">
                  <a:pos x="464" y="555"/>
                </a:cxn>
                <a:cxn ang="0">
                  <a:pos x="0" y="0"/>
                </a:cxn>
              </a:cxnLst>
              <a:rect l="0" t="0" r="r" b="b"/>
              <a:pathLst>
                <a:path w="464" h="555">
                  <a:moveTo>
                    <a:pt x="464" y="555"/>
                  </a:moveTo>
                  <a:lnTo>
                    <a:pt x="0" y="0"/>
                  </a:lnTo>
                </a:path>
              </a:pathLst>
            </a:custGeom>
            <a:noFill/>
            <a:ln w="38100">
              <a:solidFill>
                <a:srgbClr val="0000FF"/>
              </a:solidFill>
              <a:round/>
              <a:headEnd/>
              <a:tailEnd type="triangle" w="sm" len="lg"/>
            </a:ln>
            <a:effectLst/>
          </p:spPr>
          <p:txBody>
            <a:bodyPr wrap="none" anchor="ctr"/>
            <a:lstStyle/>
            <a:p>
              <a:endParaRPr lang="zh-CN" altLang="en-US" sz="2800"/>
            </a:p>
          </p:txBody>
        </p:sp>
        <p:graphicFrame>
          <p:nvGraphicFramePr>
            <p:cNvPr id="157721" name="Object 25"/>
            <p:cNvGraphicFramePr>
              <a:graphicFrameLocks noChangeAspect="1"/>
            </p:cNvGraphicFramePr>
            <p:nvPr/>
          </p:nvGraphicFramePr>
          <p:xfrm>
            <a:off x="4608" y="1872"/>
            <a:ext cx="263" cy="324"/>
          </p:xfrm>
          <a:graphic>
            <a:graphicData uri="http://schemas.openxmlformats.org/presentationml/2006/ole">
              <p:oleObj spid="_x0000_s1049607" name="Equation" r:id="rId12" imgW="215640" imgH="266400" progId="Equation.3">
                <p:embed/>
              </p:oleObj>
            </a:graphicData>
          </a:graphic>
        </p:graphicFrame>
      </p:grpSp>
      <p:grpSp>
        <p:nvGrpSpPr>
          <p:cNvPr id="7" name="Group 26"/>
          <p:cNvGrpSpPr>
            <a:grpSpLocks/>
          </p:cNvGrpSpPr>
          <p:nvPr/>
        </p:nvGrpSpPr>
        <p:grpSpPr bwMode="auto">
          <a:xfrm>
            <a:off x="7804150" y="3571875"/>
            <a:ext cx="730250" cy="538163"/>
            <a:chOff x="4827" y="2310"/>
            <a:chExt cx="460" cy="339"/>
          </a:xfrm>
        </p:grpSpPr>
        <p:sp>
          <p:nvSpPr>
            <p:cNvPr id="157723" name="Freeform 27"/>
            <p:cNvSpPr>
              <a:spLocks/>
            </p:cNvSpPr>
            <p:nvPr/>
          </p:nvSpPr>
          <p:spPr bwMode="auto">
            <a:xfrm>
              <a:off x="4827" y="2505"/>
              <a:ext cx="124" cy="144"/>
            </a:xfrm>
            <a:custGeom>
              <a:avLst/>
              <a:gdLst/>
              <a:ahLst/>
              <a:cxnLst>
                <a:cxn ang="0">
                  <a:pos x="124" y="144"/>
                </a:cxn>
                <a:cxn ang="0">
                  <a:pos x="0" y="0"/>
                </a:cxn>
              </a:cxnLst>
              <a:rect l="0" t="0" r="r" b="b"/>
              <a:pathLst>
                <a:path w="124" h="144">
                  <a:moveTo>
                    <a:pt x="124" y="144"/>
                  </a:moveTo>
                  <a:lnTo>
                    <a:pt x="0" y="0"/>
                  </a:lnTo>
                </a:path>
              </a:pathLst>
            </a:custGeom>
            <a:noFill/>
            <a:ln w="38100">
              <a:solidFill>
                <a:srgbClr val="FF0000"/>
              </a:solidFill>
              <a:round/>
              <a:headEnd/>
              <a:tailEnd type="triangle" w="sm" len="lg"/>
            </a:ln>
            <a:effectLst/>
          </p:spPr>
          <p:txBody>
            <a:bodyPr wrap="none" anchor="ctr"/>
            <a:lstStyle/>
            <a:p>
              <a:endParaRPr lang="zh-CN" altLang="en-US" sz="2800"/>
            </a:p>
          </p:txBody>
        </p:sp>
        <p:graphicFrame>
          <p:nvGraphicFramePr>
            <p:cNvPr id="157724" name="Object 28"/>
            <p:cNvGraphicFramePr>
              <a:graphicFrameLocks noChangeAspect="1"/>
            </p:cNvGraphicFramePr>
            <p:nvPr/>
          </p:nvGraphicFramePr>
          <p:xfrm>
            <a:off x="4951" y="2310"/>
            <a:ext cx="336" cy="336"/>
          </p:xfrm>
          <a:graphic>
            <a:graphicData uri="http://schemas.openxmlformats.org/presentationml/2006/ole">
              <p:oleObj spid="_x0000_s1049606" name="Equation" r:id="rId13" imgW="291960" imgH="291960" progId="Equation.3">
                <p:embed/>
              </p:oleObj>
            </a:graphicData>
          </a:graphic>
        </p:graphicFrame>
      </p:grpSp>
      <p:grpSp>
        <p:nvGrpSpPr>
          <p:cNvPr id="8" name="Group 32"/>
          <p:cNvGrpSpPr>
            <a:grpSpLocks/>
          </p:cNvGrpSpPr>
          <p:nvPr/>
        </p:nvGrpSpPr>
        <p:grpSpPr bwMode="auto">
          <a:xfrm>
            <a:off x="304800" y="457200"/>
            <a:ext cx="7848600" cy="1243013"/>
            <a:chOff x="192" y="631"/>
            <a:chExt cx="4944" cy="783"/>
          </a:xfrm>
        </p:grpSpPr>
        <p:graphicFrame>
          <p:nvGraphicFramePr>
            <p:cNvPr id="157726" name="Object 30"/>
            <p:cNvGraphicFramePr>
              <a:graphicFrameLocks noChangeAspect="1"/>
            </p:cNvGraphicFramePr>
            <p:nvPr/>
          </p:nvGraphicFramePr>
          <p:xfrm>
            <a:off x="3936" y="631"/>
            <a:ext cx="1187" cy="783"/>
          </p:xfrm>
          <a:graphic>
            <a:graphicData uri="http://schemas.openxmlformats.org/presentationml/2006/ole">
              <p:oleObj spid="_x0000_s1049605" name="Equation" r:id="rId14" imgW="634680" imgH="393480" progId="Equation.3">
                <p:embed/>
              </p:oleObj>
            </a:graphicData>
          </a:graphic>
        </p:graphicFrame>
        <p:sp>
          <p:nvSpPr>
            <p:cNvPr id="157727" name="Text Box 31"/>
            <p:cNvSpPr txBox="1">
              <a:spLocks noChangeArrowheads="1"/>
            </p:cNvSpPr>
            <p:nvPr/>
          </p:nvSpPr>
          <p:spPr bwMode="auto">
            <a:xfrm>
              <a:off x="192" y="823"/>
              <a:ext cx="4944" cy="384"/>
            </a:xfrm>
            <a:prstGeom prst="rect">
              <a:avLst/>
            </a:prstGeom>
            <a:noFill/>
            <a:ln w="28575">
              <a:noFill/>
              <a:prstDash val="dash"/>
              <a:miter lim="800000"/>
              <a:headEnd/>
              <a:tailEnd type="none" w="sm" len="lg"/>
            </a:ln>
            <a:effectLst/>
          </p:spPr>
          <p:txBody>
            <a:bodyPr wrap="square">
              <a:spAutoFit/>
            </a:bodyPr>
            <a:lstStyle/>
            <a:p>
              <a:pPr>
                <a:lnSpc>
                  <a:spcPct val="120000"/>
                </a:lnSpc>
                <a:spcBef>
                  <a:spcPct val="50000"/>
                </a:spcBef>
              </a:pPr>
              <a:r>
                <a:rPr lang="zh-CN" altLang="en-US" sz="2800" dirty="0" smtClean="0">
                  <a:solidFill>
                    <a:schemeClr val="tx1"/>
                  </a:solidFill>
                </a:rPr>
                <a:t>无</a:t>
              </a:r>
              <a:r>
                <a:rPr lang="zh-CN" altLang="en-US" sz="2800" dirty="0">
                  <a:solidFill>
                    <a:schemeClr val="tx1"/>
                  </a:solidFill>
                </a:rPr>
                <a:t>限长载流长直导线的磁感强度为</a:t>
              </a:r>
            </a:p>
          </p:txBody>
        </p:sp>
      </p:grpSp>
      <p:grpSp>
        <p:nvGrpSpPr>
          <p:cNvPr id="50" name="Group 16"/>
          <p:cNvGrpSpPr>
            <a:grpSpLocks/>
          </p:cNvGrpSpPr>
          <p:nvPr/>
        </p:nvGrpSpPr>
        <p:grpSpPr bwMode="auto">
          <a:xfrm>
            <a:off x="381000" y="1371600"/>
            <a:ext cx="5257800" cy="1384300"/>
            <a:chOff x="2880" y="796"/>
            <a:chExt cx="2714" cy="872"/>
          </a:xfrm>
        </p:grpSpPr>
        <p:sp>
          <p:nvSpPr>
            <p:cNvPr id="51" name="Text Box 17"/>
            <p:cNvSpPr txBox="1">
              <a:spLocks noChangeArrowheads="1"/>
            </p:cNvSpPr>
            <p:nvPr/>
          </p:nvSpPr>
          <p:spPr bwMode="auto">
            <a:xfrm>
              <a:off x="2880" y="796"/>
              <a:ext cx="2714" cy="872"/>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zh-CN" sz="2800" b="1" dirty="0">
                  <a:solidFill>
                    <a:srgbClr val="C00000"/>
                  </a:solidFill>
                </a:rPr>
                <a:t> </a:t>
              </a:r>
              <a:r>
                <a:rPr lang="en-US" altLang="zh-CN" sz="2800" b="1" dirty="0" smtClean="0">
                  <a:solidFill>
                    <a:srgbClr val="C00000"/>
                  </a:solidFill>
                </a:rPr>
                <a:t>1.  </a:t>
              </a:r>
              <a:r>
                <a:rPr lang="zh-CN" altLang="en-US" sz="2800" dirty="0" smtClean="0">
                  <a:solidFill>
                    <a:schemeClr val="tx1"/>
                  </a:solidFill>
                </a:rPr>
                <a:t>设</a:t>
              </a:r>
              <a:r>
                <a:rPr lang="zh-CN" altLang="en-US" sz="2800" dirty="0">
                  <a:solidFill>
                    <a:schemeClr val="tx1"/>
                  </a:solidFill>
                </a:rPr>
                <a:t>闭合回路</a:t>
              </a:r>
              <a:r>
                <a:rPr lang="zh-CN" altLang="en-US" sz="2800" dirty="0">
                  <a:solidFill>
                    <a:srgbClr val="CC0000"/>
                  </a:solidFill>
                </a:rPr>
                <a:t>      为圆形回</a:t>
              </a:r>
              <a:r>
                <a:rPr lang="zh-CN" altLang="en-US" sz="2800" dirty="0" smtClean="0">
                  <a:solidFill>
                    <a:srgbClr val="CC0000"/>
                  </a:solidFill>
                </a:rPr>
                <a:t>路，</a:t>
              </a:r>
              <a:r>
                <a:rPr lang="zh-CN" altLang="en-US" sz="2800" dirty="0" smtClean="0"/>
                <a:t>且</a:t>
              </a:r>
              <a:r>
                <a:rPr lang="zh-CN" altLang="en-US" sz="2800" dirty="0" smtClean="0">
                  <a:solidFill>
                    <a:schemeClr val="tx1"/>
                  </a:solidFill>
                </a:rPr>
                <a:t>    </a:t>
              </a:r>
              <a:r>
                <a:rPr lang="zh-CN" altLang="en-US" sz="2800" dirty="0">
                  <a:solidFill>
                    <a:schemeClr val="tx1"/>
                  </a:solidFill>
                </a:rPr>
                <a:t>与    成</a:t>
              </a:r>
              <a:r>
                <a:rPr lang="zh-CN" altLang="en-US" sz="2800" b="1" dirty="0">
                  <a:solidFill>
                    <a:srgbClr val="C00000"/>
                  </a:solidFill>
                </a:rPr>
                <a:t>右</a:t>
              </a:r>
              <a:r>
                <a:rPr lang="zh-CN" altLang="en-US" sz="2800" dirty="0">
                  <a:solidFill>
                    <a:schemeClr val="tx1"/>
                  </a:solidFill>
                </a:rPr>
                <a:t>螺</a:t>
              </a:r>
              <a:r>
                <a:rPr lang="zh-CN" altLang="en-US" sz="2800" dirty="0" smtClean="0">
                  <a:solidFill>
                    <a:schemeClr val="tx1"/>
                  </a:solidFill>
                </a:rPr>
                <a:t>旋</a:t>
              </a:r>
              <a:endParaRPr lang="zh-CN" altLang="en-US" sz="2800" dirty="0">
                <a:solidFill>
                  <a:schemeClr val="tx1"/>
                </a:solidFill>
              </a:endParaRPr>
            </a:p>
          </p:txBody>
        </p:sp>
        <p:graphicFrame>
          <p:nvGraphicFramePr>
            <p:cNvPr id="52" name="Object 18"/>
            <p:cNvGraphicFramePr>
              <a:graphicFrameLocks noChangeAspect="1"/>
            </p:cNvGraphicFramePr>
            <p:nvPr/>
          </p:nvGraphicFramePr>
          <p:xfrm>
            <a:off x="3444" y="1326"/>
            <a:ext cx="301" cy="238"/>
          </p:xfrm>
          <a:graphic>
            <a:graphicData uri="http://schemas.openxmlformats.org/presentationml/2006/ole">
              <p:oleObj spid="_x0000_s1049617" name="Equation" r:id="rId15" imgW="164880" imgH="228600" progId="Equation.3">
                <p:embed/>
              </p:oleObj>
            </a:graphicData>
          </a:graphic>
        </p:graphicFrame>
        <p:graphicFrame>
          <p:nvGraphicFramePr>
            <p:cNvPr id="53" name="Object 19"/>
            <p:cNvGraphicFramePr>
              <a:graphicFrameLocks noChangeAspect="1"/>
            </p:cNvGraphicFramePr>
            <p:nvPr/>
          </p:nvGraphicFramePr>
          <p:xfrm>
            <a:off x="4178" y="892"/>
            <a:ext cx="158" cy="288"/>
          </p:xfrm>
          <a:graphic>
            <a:graphicData uri="http://schemas.openxmlformats.org/presentationml/2006/ole">
              <p:oleObj spid="_x0000_s1049618" name="Equation" r:id="rId16" imgW="114120" imgH="253800" progId="Equation.3">
                <p:embed/>
              </p:oleObj>
            </a:graphicData>
          </a:graphic>
        </p:graphicFrame>
        <p:graphicFrame>
          <p:nvGraphicFramePr>
            <p:cNvPr id="54" name="Object 20"/>
            <p:cNvGraphicFramePr>
              <a:graphicFrameLocks noChangeAspect="1"/>
            </p:cNvGraphicFramePr>
            <p:nvPr/>
          </p:nvGraphicFramePr>
          <p:xfrm>
            <a:off x="3129" y="1324"/>
            <a:ext cx="184" cy="288"/>
          </p:xfrm>
          <a:graphic>
            <a:graphicData uri="http://schemas.openxmlformats.org/presentationml/2006/ole">
              <p:oleObj spid="_x0000_s1049619" name="Equation" r:id="rId17" imgW="114120" imgH="253800" progId="Equation.3">
                <p:embed/>
              </p:oleObj>
            </a:graphicData>
          </a:graphic>
        </p:graphicFrame>
      </p:grpSp>
      <p:sp>
        <p:nvSpPr>
          <p:cNvPr id="49" name="Rectangle 2"/>
          <p:cNvSpPr>
            <a:spLocks noChangeArrowheads="1"/>
          </p:cNvSpPr>
          <p:nvPr/>
        </p:nvSpPr>
        <p:spPr bwMode="auto">
          <a:xfrm>
            <a:off x="5029200" y="1447800"/>
            <a:ext cx="4114800" cy="646331"/>
          </a:xfrm>
          <a:prstGeom prst="rect">
            <a:avLst/>
          </a:prstGeom>
          <a:noFill/>
          <a:ln w="9525">
            <a:noFill/>
            <a:miter lim="800000"/>
            <a:headEnd/>
            <a:tailEnd/>
          </a:ln>
        </p:spPr>
        <p:txBody>
          <a:bodyPr wrap="square">
            <a:spAutoFit/>
          </a:bodyPr>
          <a:lstStyle/>
          <a:p>
            <a:pPr marL="514350" indent="-514350">
              <a:spcBef>
                <a:spcPct val="50000"/>
              </a:spcBef>
            </a:pPr>
            <a:r>
              <a:rPr kumimoji="1" lang="zh-CN" altLang="en-US" dirty="0" smtClean="0">
                <a:solidFill>
                  <a:srgbClr val="00B050"/>
                </a:solidFill>
              </a:rPr>
              <a:t>先说</a:t>
            </a:r>
            <a:r>
              <a:rPr kumimoji="1" lang="zh-CN" altLang="en-US" dirty="0" smtClean="0">
                <a:solidFill>
                  <a:srgbClr val="00B050"/>
                </a:solidFill>
              </a:rPr>
              <a:t>明积分的预期结果（按照安培回路定理），再证明之。</a:t>
            </a:r>
            <a:r>
              <a:rPr kumimoji="1" lang="en-US" altLang="zh-CN" dirty="0" smtClean="0">
                <a:solidFill>
                  <a:srgbClr val="00B050"/>
                </a:solidFill>
              </a:rPr>
              <a:t>1-5</a:t>
            </a:r>
            <a:r>
              <a:rPr kumimoji="1" lang="zh-CN" altLang="en-US" dirty="0" smtClean="0">
                <a:solidFill>
                  <a:srgbClr val="00B050"/>
                </a:solidFill>
              </a:rPr>
              <a:t>步均如此。</a:t>
            </a:r>
            <a:endParaRPr kumimoji="1" lang="en-US" altLang="zh-CN" dirty="0" smtClean="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up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blinds(horizontal)">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9"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up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57699"/>
                                        </p:tgtEl>
                                        <p:attrNameLst>
                                          <p:attrName>style.visibility</p:attrName>
                                        </p:attrNameLst>
                                      </p:cBhvr>
                                      <p:to>
                                        <p:strVal val="visible"/>
                                      </p:to>
                                    </p:set>
                                    <p:animEffect transition="in" filter="blinds(vertical)">
                                      <p:cBhvr>
                                        <p:cTn id="27" dur="500"/>
                                        <p:tgtEl>
                                          <p:spTgt spid="15769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57717"/>
                                        </p:tgtEl>
                                        <p:attrNameLst>
                                          <p:attrName>style.visibility</p:attrName>
                                        </p:attrNameLst>
                                      </p:cBhvr>
                                      <p:to>
                                        <p:strVal val="visible"/>
                                      </p:to>
                                    </p:set>
                                    <p:animEffect transition="in" filter="blinds(vertical)">
                                      <p:cBhvr>
                                        <p:cTn id="32" dur="500"/>
                                        <p:tgtEl>
                                          <p:spTgt spid="1577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157718"/>
                                        </p:tgtEl>
                                        <p:attrNameLst>
                                          <p:attrName>style.visibility</p:attrName>
                                        </p:attrNameLst>
                                      </p:cBhvr>
                                      <p:to>
                                        <p:strVal val="visible"/>
                                      </p:to>
                                    </p:set>
                                    <p:animEffect transition="in" filter="blinds(vertical)">
                                      <p:cBhvr>
                                        <p:cTn id="37" dur="500"/>
                                        <p:tgtEl>
                                          <p:spTgt spid="15771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blinds(horizontal)">
                                      <p:cBhvr>
                                        <p:cTn id="4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4"/>
          <p:cNvGrpSpPr>
            <a:grpSpLocks/>
          </p:cNvGrpSpPr>
          <p:nvPr/>
        </p:nvGrpSpPr>
        <p:grpSpPr bwMode="auto">
          <a:xfrm>
            <a:off x="381000" y="533400"/>
            <a:ext cx="3124200" cy="5486400"/>
            <a:chOff x="240" y="576"/>
            <a:chExt cx="1968" cy="3456"/>
          </a:xfrm>
        </p:grpSpPr>
        <p:grpSp>
          <p:nvGrpSpPr>
            <p:cNvPr id="3" name="Group 2"/>
            <p:cNvGrpSpPr>
              <a:grpSpLocks/>
            </p:cNvGrpSpPr>
            <p:nvPr/>
          </p:nvGrpSpPr>
          <p:grpSpPr bwMode="auto">
            <a:xfrm>
              <a:off x="240" y="576"/>
              <a:ext cx="1968" cy="3456"/>
              <a:chOff x="240" y="576"/>
              <a:chExt cx="1968" cy="3456"/>
            </a:xfrm>
          </p:grpSpPr>
          <p:sp>
            <p:nvSpPr>
              <p:cNvPr id="158723" name="Rectangle 3"/>
              <p:cNvSpPr>
                <a:spLocks noChangeArrowheads="1"/>
              </p:cNvSpPr>
              <p:nvPr/>
            </p:nvSpPr>
            <p:spPr bwMode="auto">
              <a:xfrm>
                <a:off x="240" y="576"/>
                <a:ext cx="1968" cy="345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58724" name="AutoShape 4"/>
              <p:cNvSpPr>
                <a:spLocks noChangeArrowheads="1"/>
              </p:cNvSpPr>
              <p:nvPr/>
            </p:nvSpPr>
            <p:spPr bwMode="auto">
              <a:xfrm>
                <a:off x="1104" y="1381"/>
                <a:ext cx="96" cy="947"/>
              </a:xfrm>
              <a:prstGeom prst="can">
                <a:avLst>
                  <a:gd name="adj" fmla="val 40417"/>
                </a:avLst>
              </a:prstGeom>
              <a:gradFill rotWithShape="0">
                <a:gsLst>
                  <a:gs pos="0">
                    <a:srgbClr val="FFFFCC">
                      <a:gamma/>
                      <a:shade val="56078"/>
                      <a:invGamma/>
                    </a:srgbClr>
                  </a:gs>
                  <a:gs pos="50000">
                    <a:srgbClr val="FFFFCC"/>
                  </a:gs>
                  <a:gs pos="100000">
                    <a:srgbClr val="FFFFCC">
                      <a:gamma/>
                      <a:shade val="56078"/>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58725" name="Oval 5"/>
              <p:cNvSpPr>
                <a:spLocks noChangeArrowheads="1"/>
              </p:cNvSpPr>
              <p:nvPr/>
            </p:nvSpPr>
            <p:spPr bwMode="auto">
              <a:xfrm>
                <a:off x="384" y="1239"/>
                <a:ext cx="1488" cy="757"/>
              </a:xfrm>
              <a:prstGeom prst="ellipse">
                <a:avLst/>
              </a:prstGeom>
              <a:solidFill>
                <a:schemeClr val="folHlink">
                  <a:alpha val="50000"/>
                </a:schemeClr>
              </a:solidFill>
              <a:ln w="38100">
                <a:solidFill>
                  <a:srgbClr val="CC00CC"/>
                </a:solidFill>
                <a:round/>
                <a:headEnd/>
                <a:tailEnd/>
              </a:ln>
              <a:effectLst/>
            </p:spPr>
            <p:txBody>
              <a:bodyPr wrap="none" anchor="ctr"/>
              <a:lstStyle/>
              <a:p>
                <a:endParaRPr lang="zh-CN" altLang="en-US" sz="2800"/>
              </a:p>
            </p:txBody>
          </p:sp>
          <p:sp>
            <p:nvSpPr>
              <p:cNvPr id="158726" name="AutoShape 6"/>
              <p:cNvSpPr>
                <a:spLocks noChangeArrowheads="1"/>
              </p:cNvSpPr>
              <p:nvPr/>
            </p:nvSpPr>
            <p:spPr bwMode="auto">
              <a:xfrm>
                <a:off x="1104" y="812"/>
                <a:ext cx="96" cy="806"/>
              </a:xfrm>
              <a:prstGeom prst="can">
                <a:avLst>
                  <a:gd name="adj" fmla="val 34400"/>
                </a:avLst>
              </a:prstGeom>
              <a:gradFill rotWithShape="0">
                <a:gsLst>
                  <a:gs pos="0">
                    <a:srgbClr val="FFFFCC">
                      <a:gamma/>
                      <a:shade val="56078"/>
                      <a:invGamma/>
                    </a:srgbClr>
                  </a:gs>
                  <a:gs pos="50000">
                    <a:srgbClr val="FFFFCC"/>
                  </a:gs>
                  <a:gs pos="100000">
                    <a:srgbClr val="FFFFCC">
                      <a:gamma/>
                      <a:shade val="56078"/>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58727" name="Line 7"/>
              <p:cNvSpPr>
                <a:spLocks noChangeShapeType="1"/>
              </p:cNvSpPr>
              <p:nvPr/>
            </p:nvSpPr>
            <p:spPr bwMode="auto">
              <a:xfrm flipV="1">
                <a:off x="1008" y="623"/>
                <a:ext cx="1" cy="379"/>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58728" name="Text Box 8"/>
              <p:cNvSpPr txBox="1">
                <a:spLocks noChangeArrowheads="1"/>
              </p:cNvSpPr>
              <p:nvPr/>
            </p:nvSpPr>
            <p:spPr bwMode="auto">
              <a:xfrm>
                <a:off x="912" y="1428"/>
                <a:ext cx="232"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chemeClr val="tx1"/>
                    </a:solidFill>
                  </a:rPr>
                  <a:t>o</a:t>
                </a:r>
              </a:p>
            </p:txBody>
          </p:sp>
          <p:sp>
            <p:nvSpPr>
              <p:cNvPr id="158729" name="Line 9"/>
              <p:cNvSpPr>
                <a:spLocks noChangeShapeType="1"/>
              </p:cNvSpPr>
              <p:nvPr/>
            </p:nvSpPr>
            <p:spPr bwMode="auto">
              <a:xfrm flipV="1">
                <a:off x="1152" y="1476"/>
                <a:ext cx="672" cy="142"/>
              </a:xfrm>
              <a:prstGeom prst="line">
                <a:avLst/>
              </a:prstGeom>
              <a:noFill/>
              <a:ln w="25400">
                <a:solidFill>
                  <a:srgbClr val="0000FF"/>
                </a:solidFill>
                <a:round/>
                <a:headEnd/>
                <a:tailEnd type="triangle" w="sm" len="lg"/>
              </a:ln>
              <a:effectLst/>
            </p:spPr>
            <p:txBody>
              <a:bodyPr wrap="none" anchor="ctr"/>
              <a:lstStyle/>
              <a:p>
                <a:endParaRPr lang="zh-CN" altLang="en-US" sz="2800"/>
              </a:p>
            </p:txBody>
          </p:sp>
          <p:graphicFrame>
            <p:nvGraphicFramePr>
              <p:cNvPr id="158730" name="Object 10"/>
              <p:cNvGraphicFramePr>
                <a:graphicFrameLocks noChangeAspect="1"/>
              </p:cNvGraphicFramePr>
              <p:nvPr/>
            </p:nvGraphicFramePr>
            <p:xfrm>
              <a:off x="768" y="718"/>
              <a:ext cx="195" cy="237"/>
            </p:xfrm>
            <a:graphic>
              <a:graphicData uri="http://schemas.openxmlformats.org/presentationml/2006/ole">
                <p:oleObj spid="_x0000_s1050637" name="Equation" r:id="rId3" imgW="164880" imgH="228600" progId="Equation.3">
                  <p:embed/>
                </p:oleObj>
              </a:graphicData>
            </a:graphic>
          </p:graphicFrame>
          <p:graphicFrame>
            <p:nvGraphicFramePr>
              <p:cNvPr id="158731" name="Object 11"/>
              <p:cNvGraphicFramePr>
                <a:graphicFrameLocks noChangeAspect="1"/>
              </p:cNvGraphicFramePr>
              <p:nvPr/>
            </p:nvGraphicFramePr>
            <p:xfrm>
              <a:off x="1344" y="1547"/>
              <a:ext cx="204" cy="213"/>
            </p:xfrm>
            <a:graphic>
              <a:graphicData uri="http://schemas.openxmlformats.org/presentationml/2006/ole">
                <p:oleObj spid="_x0000_s1050638" name="Equation" r:id="rId4" imgW="215640" imgH="228600" progId="Equation.3">
                  <p:embed/>
                </p:oleObj>
              </a:graphicData>
            </a:graphic>
          </p:graphicFrame>
          <p:grpSp>
            <p:nvGrpSpPr>
              <p:cNvPr id="4" name="Group 12"/>
              <p:cNvGrpSpPr>
                <a:grpSpLocks/>
              </p:cNvGrpSpPr>
              <p:nvPr/>
            </p:nvGrpSpPr>
            <p:grpSpPr bwMode="auto">
              <a:xfrm>
                <a:off x="1440" y="718"/>
                <a:ext cx="384" cy="758"/>
                <a:chOff x="4560" y="1728"/>
                <a:chExt cx="384" cy="768"/>
              </a:xfrm>
            </p:grpSpPr>
            <p:sp>
              <p:nvSpPr>
                <p:cNvPr id="158733" name="Line 13"/>
                <p:cNvSpPr>
                  <a:spLocks noChangeShapeType="1"/>
                </p:cNvSpPr>
                <p:nvPr/>
              </p:nvSpPr>
              <p:spPr bwMode="auto">
                <a:xfrm flipH="1" flipV="1">
                  <a:off x="4560" y="1920"/>
                  <a:ext cx="384" cy="576"/>
                </a:xfrm>
                <a:prstGeom prst="line">
                  <a:avLst/>
                </a:prstGeom>
                <a:noFill/>
                <a:ln w="38100">
                  <a:solidFill>
                    <a:srgbClr val="0000FF"/>
                  </a:solidFill>
                  <a:round/>
                  <a:headEnd/>
                  <a:tailEnd type="triangle" w="sm" len="lg"/>
                </a:ln>
                <a:effectLst/>
              </p:spPr>
              <p:txBody>
                <a:bodyPr wrap="none" anchor="ctr"/>
                <a:lstStyle/>
                <a:p>
                  <a:endParaRPr lang="zh-CN" altLang="en-US" sz="2800"/>
                </a:p>
              </p:txBody>
            </p:sp>
            <p:graphicFrame>
              <p:nvGraphicFramePr>
                <p:cNvPr id="158734" name="Object 14"/>
                <p:cNvGraphicFramePr>
                  <a:graphicFrameLocks noChangeAspect="1"/>
                </p:cNvGraphicFramePr>
                <p:nvPr/>
              </p:nvGraphicFramePr>
              <p:xfrm>
                <a:off x="4656" y="1728"/>
                <a:ext cx="263" cy="324"/>
              </p:xfrm>
              <a:graphic>
                <a:graphicData uri="http://schemas.openxmlformats.org/presentationml/2006/ole">
                  <p:oleObj spid="_x0000_s1050641" name="Equation" r:id="rId5" imgW="215640" imgH="266400" progId="Equation.3">
                    <p:embed/>
                  </p:oleObj>
                </a:graphicData>
              </a:graphic>
            </p:graphicFrame>
          </p:grpSp>
          <p:graphicFrame>
            <p:nvGraphicFramePr>
              <p:cNvPr id="158735" name="Object 15"/>
              <p:cNvGraphicFramePr>
                <a:graphicFrameLocks noChangeAspect="1"/>
              </p:cNvGraphicFramePr>
              <p:nvPr/>
            </p:nvGraphicFramePr>
            <p:xfrm>
              <a:off x="1824" y="1144"/>
              <a:ext cx="336" cy="332"/>
            </p:xfrm>
            <a:graphic>
              <a:graphicData uri="http://schemas.openxmlformats.org/presentationml/2006/ole">
                <p:oleObj spid="_x0000_s1050639" name="Equation" r:id="rId6" imgW="291960" imgH="291960" progId="Equation.3">
                  <p:embed/>
                </p:oleObj>
              </a:graphicData>
            </a:graphic>
          </p:graphicFrame>
          <p:graphicFrame>
            <p:nvGraphicFramePr>
              <p:cNvPr id="158736" name="Object 16"/>
              <p:cNvGraphicFramePr>
                <a:graphicFrameLocks noChangeAspect="1"/>
              </p:cNvGraphicFramePr>
              <p:nvPr/>
            </p:nvGraphicFramePr>
            <p:xfrm>
              <a:off x="1785" y="1760"/>
              <a:ext cx="135" cy="262"/>
            </p:xfrm>
            <a:graphic>
              <a:graphicData uri="http://schemas.openxmlformats.org/presentationml/2006/ole">
                <p:oleObj spid="_x0000_s1050640" name="Equation" r:id="rId7" imgW="114120" imgH="253800" progId="Equation.3">
                  <p:embed/>
                </p:oleObj>
              </a:graphicData>
            </a:graphic>
          </p:graphicFrame>
          <p:sp>
            <p:nvSpPr>
              <p:cNvPr id="158737" name="Line 17"/>
              <p:cNvSpPr>
                <a:spLocks noChangeShapeType="1"/>
              </p:cNvSpPr>
              <p:nvPr/>
            </p:nvSpPr>
            <p:spPr bwMode="auto">
              <a:xfrm>
                <a:off x="672" y="1921"/>
                <a:ext cx="192" cy="47"/>
              </a:xfrm>
              <a:prstGeom prst="line">
                <a:avLst/>
              </a:prstGeom>
              <a:noFill/>
              <a:ln w="44450">
                <a:solidFill>
                  <a:srgbClr val="FF3300"/>
                </a:solidFill>
                <a:round/>
                <a:headEnd type="triangle" w="sm" len="lg"/>
                <a:tailEnd type="none" w="sm" len="lg"/>
              </a:ln>
              <a:effectLst/>
            </p:spPr>
            <p:txBody>
              <a:bodyPr wrap="none" anchor="ctr"/>
              <a:lstStyle/>
              <a:p>
                <a:endParaRPr lang="zh-CN" altLang="en-US" sz="2800"/>
              </a:p>
            </p:txBody>
          </p:sp>
          <p:sp>
            <p:nvSpPr>
              <p:cNvPr id="158738" name="Line 18"/>
              <p:cNvSpPr>
                <a:spLocks noChangeShapeType="1"/>
              </p:cNvSpPr>
              <p:nvPr/>
            </p:nvSpPr>
            <p:spPr bwMode="auto">
              <a:xfrm rot="607695" flipH="1" flipV="1">
                <a:off x="1738" y="1373"/>
                <a:ext cx="144" cy="142"/>
              </a:xfrm>
              <a:prstGeom prst="line">
                <a:avLst/>
              </a:prstGeom>
              <a:noFill/>
              <a:ln w="44450">
                <a:solidFill>
                  <a:srgbClr val="FF3300"/>
                </a:solidFill>
                <a:round/>
                <a:headEnd type="triangle" w="sm" len="lg"/>
                <a:tailEnd type="none" w="sm" len="lg"/>
              </a:ln>
              <a:effectLst/>
            </p:spPr>
            <p:txBody>
              <a:bodyPr wrap="none" anchor="ctr"/>
              <a:lstStyle/>
              <a:p>
                <a:endParaRPr lang="zh-CN" altLang="en-US" sz="2800"/>
              </a:p>
            </p:txBody>
          </p:sp>
        </p:grpSp>
        <p:sp>
          <p:nvSpPr>
            <p:cNvPr id="158770" name="Line 50"/>
            <p:cNvSpPr>
              <a:spLocks noChangeShapeType="1"/>
            </p:cNvSpPr>
            <p:nvPr/>
          </p:nvSpPr>
          <p:spPr bwMode="auto">
            <a:xfrm flipV="1">
              <a:off x="1104" y="672"/>
              <a:ext cx="0" cy="192"/>
            </a:xfrm>
            <a:prstGeom prst="line">
              <a:avLst/>
            </a:prstGeom>
            <a:noFill/>
            <a:ln w="9525">
              <a:solidFill>
                <a:schemeClr val="tx1"/>
              </a:solidFill>
              <a:prstDash val="dash"/>
              <a:round/>
              <a:headEnd/>
              <a:tailEnd type="none" w="sm" len="lg"/>
            </a:ln>
            <a:effectLst/>
          </p:spPr>
          <p:txBody>
            <a:bodyPr/>
            <a:lstStyle/>
            <a:p>
              <a:endParaRPr lang="zh-CN" altLang="en-US" sz="2800"/>
            </a:p>
          </p:txBody>
        </p:sp>
        <p:sp>
          <p:nvSpPr>
            <p:cNvPr id="158771" name="Line 51"/>
            <p:cNvSpPr>
              <a:spLocks noChangeShapeType="1"/>
            </p:cNvSpPr>
            <p:nvPr/>
          </p:nvSpPr>
          <p:spPr bwMode="auto">
            <a:xfrm flipV="1">
              <a:off x="1200" y="672"/>
              <a:ext cx="0" cy="192"/>
            </a:xfrm>
            <a:prstGeom prst="line">
              <a:avLst/>
            </a:prstGeom>
            <a:noFill/>
            <a:ln w="9525">
              <a:solidFill>
                <a:schemeClr val="tx1"/>
              </a:solidFill>
              <a:prstDash val="dash"/>
              <a:round/>
              <a:headEnd/>
              <a:tailEnd type="none" w="sm" len="lg"/>
            </a:ln>
            <a:effectLst/>
          </p:spPr>
          <p:txBody>
            <a:bodyPr/>
            <a:lstStyle/>
            <a:p>
              <a:endParaRPr lang="zh-CN" altLang="en-US" sz="2800"/>
            </a:p>
          </p:txBody>
        </p:sp>
        <p:sp>
          <p:nvSpPr>
            <p:cNvPr id="158772" name="Line 52"/>
            <p:cNvSpPr>
              <a:spLocks noChangeShapeType="1"/>
            </p:cNvSpPr>
            <p:nvPr/>
          </p:nvSpPr>
          <p:spPr bwMode="auto">
            <a:xfrm flipV="1">
              <a:off x="1200" y="2256"/>
              <a:ext cx="0" cy="192"/>
            </a:xfrm>
            <a:prstGeom prst="line">
              <a:avLst/>
            </a:prstGeom>
            <a:noFill/>
            <a:ln w="9525">
              <a:solidFill>
                <a:schemeClr val="tx1"/>
              </a:solidFill>
              <a:prstDash val="dash"/>
              <a:round/>
              <a:headEnd/>
              <a:tailEnd type="none" w="sm" len="lg"/>
            </a:ln>
            <a:effectLst/>
          </p:spPr>
          <p:txBody>
            <a:bodyPr/>
            <a:lstStyle/>
            <a:p>
              <a:endParaRPr lang="zh-CN" altLang="en-US" sz="2800"/>
            </a:p>
          </p:txBody>
        </p:sp>
        <p:sp>
          <p:nvSpPr>
            <p:cNvPr id="158773" name="Line 53"/>
            <p:cNvSpPr>
              <a:spLocks noChangeShapeType="1"/>
            </p:cNvSpPr>
            <p:nvPr/>
          </p:nvSpPr>
          <p:spPr bwMode="auto">
            <a:xfrm flipV="1">
              <a:off x="1104" y="2304"/>
              <a:ext cx="0" cy="192"/>
            </a:xfrm>
            <a:prstGeom prst="line">
              <a:avLst/>
            </a:prstGeom>
            <a:noFill/>
            <a:ln w="9525">
              <a:solidFill>
                <a:schemeClr val="tx1"/>
              </a:solidFill>
              <a:prstDash val="dash"/>
              <a:round/>
              <a:headEnd/>
              <a:tailEnd type="none" w="sm" len="lg"/>
            </a:ln>
            <a:effectLst/>
          </p:spPr>
          <p:txBody>
            <a:bodyPr/>
            <a:lstStyle/>
            <a:p>
              <a:endParaRPr lang="zh-CN" altLang="en-US" sz="2800"/>
            </a:p>
          </p:txBody>
        </p:sp>
      </p:grpSp>
      <p:graphicFrame>
        <p:nvGraphicFramePr>
          <p:cNvPr id="158739" name="Object 19"/>
          <p:cNvGraphicFramePr>
            <a:graphicFrameLocks noChangeAspect="1"/>
          </p:cNvGraphicFramePr>
          <p:nvPr/>
        </p:nvGraphicFramePr>
        <p:xfrm>
          <a:off x="3733800" y="990600"/>
          <a:ext cx="4968875" cy="1158875"/>
        </p:xfrm>
        <a:graphic>
          <a:graphicData uri="http://schemas.openxmlformats.org/presentationml/2006/ole">
            <p:oleObj spid="_x0000_s1050626" name="Equation" r:id="rId8" imgW="1968480" imgH="431640" progId="Equation.3">
              <p:embed/>
            </p:oleObj>
          </a:graphicData>
        </a:graphic>
      </p:graphicFrame>
      <p:graphicFrame>
        <p:nvGraphicFramePr>
          <p:cNvPr id="158740" name="Object 20"/>
          <p:cNvGraphicFramePr>
            <a:graphicFrameLocks noChangeAspect="1"/>
          </p:cNvGraphicFramePr>
          <p:nvPr/>
        </p:nvGraphicFramePr>
        <p:xfrm>
          <a:off x="3886200" y="3962400"/>
          <a:ext cx="4724400" cy="1160463"/>
        </p:xfrm>
        <a:graphic>
          <a:graphicData uri="http://schemas.openxmlformats.org/presentationml/2006/ole">
            <p:oleObj spid="_x0000_s1050627" name="Equation" r:id="rId9" imgW="1790640" imgH="431640" progId="Equation.3">
              <p:embed/>
            </p:oleObj>
          </a:graphicData>
        </a:graphic>
      </p:graphicFrame>
      <p:sp>
        <p:nvSpPr>
          <p:cNvPr id="158741" name="Text Box 21"/>
          <p:cNvSpPr txBox="1">
            <a:spLocks noChangeArrowheads="1"/>
          </p:cNvSpPr>
          <p:nvPr/>
        </p:nvSpPr>
        <p:spPr bwMode="auto">
          <a:xfrm>
            <a:off x="3581400" y="533400"/>
            <a:ext cx="5281612" cy="523220"/>
          </a:xfrm>
          <a:prstGeom prst="rect">
            <a:avLst/>
          </a:prstGeom>
          <a:noFill/>
          <a:ln w="9525">
            <a:noFill/>
            <a:miter lim="800000"/>
            <a:headEnd/>
            <a:tailEnd/>
          </a:ln>
          <a:effectLst/>
        </p:spPr>
        <p:txBody>
          <a:bodyPr>
            <a:spAutoFit/>
          </a:bodyPr>
          <a:lstStyle/>
          <a:p>
            <a:pPr>
              <a:spcBef>
                <a:spcPct val="50000"/>
              </a:spcBef>
            </a:pPr>
            <a:r>
              <a:rPr lang="en-US" altLang="zh-CN" sz="2800" b="1" dirty="0" smtClean="0">
                <a:solidFill>
                  <a:srgbClr val="CC0000"/>
                </a:solidFill>
              </a:rPr>
              <a:t>2.  </a:t>
            </a:r>
            <a:r>
              <a:rPr lang="zh-CN" altLang="en-US" sz="2800" dirty="0" smtClean="0">
                <a:solidFill>
                  <a:srgbClr val="CC0000"/>
                </a:solidFill>
              </a:rPr>
              <a:t>若</a:t>
            </a:r>
            <a:r>
              <a:rPr lang="zh-CN" altLang="en-US" sz="2800" dirty="0">
                <a:solidFill>
                  <a:schemeClr val="tx1"/>
                </a:solidFill>
              </a:rPr>
              <a:t>回路绕向化为</a:t>
            </a:r>
            <a:r>
              <a:rPr lang="zh-CN" altLang="en-US" sz="2800" dirty="0">
                <a:solidFill>
                  <a:srgbClr val="CC0000"/>
                </a:solidFill>
              </a:rPr>
              <a:t>逆</a:t>
            </a:r>
            <a:r>
              <a:rPr lang="zh-CN" altLang="en-US" sz="2800" dirty="0">
                <a:solidFill>
                  <a:schemeClr val="tx1"/>
                </a:solidFill>
              </a:rPr>
              <a:t>时针时，</a:t>
            </a:r>
            <a:r>
              <a:rPr lang="zh-CN" altLang="en-US" sz="2800" dirty="0">
                <a:solidFill>
                  <a:srgbClr val="CC0000"/>
                </a:solidFill>
              </a:rPr>
              <a:t>则</a:t>
            </a:r>
          </a:p>
        </p:txBody>
      </p:sp>
      <p:sp>
        <p:nvSpPr>
          <p:cNvPr id="158742" name="Text Box 22"/>
          <p:cNvSpPr txBox="1">
            <a:spLocks noChangeArrowheads="1"/>
          </p:cNvSpPr>
          <p:nvPr/>
        </p:nvSpPr>
        <p:spPr bwMode="auto">
          <a:xfrm>
            <a:off x="3505200" y="3429000"/>
            <a:ext cx="3657600" cy="528638"/>
          </a:xfrm>
          <a:prstGeom prst="rect">
            <a:avLst/>
          </a:prstGeom>
          <a:noFill/>
          <a:ln w="9525">
            <a:noFill/>
            <a:miter lim="800000"/>
            <a:headEnd/>
            <a:tailEnd/>
          </a:ln>
          <a:effectLst/>
        </p:spPr>
        <p:txBody>
          <a:bodyPr>
            <a:spAutoFit/>
          </a:bodyPr>
          <a:lstStyle/>
          <a:p>
            <a:pPr algn="ctr">
              <a:spcBef>
                <a:spcPct val="50000"/>
              </a:spcBef>
            </a:pPr>
            <a:r>
              <a:rPr lang="en-US" altLang="zh-CN" sz="2800" b="1" dirty="0" smtClean="0">
                <a:solidFill>
                  <a:srgbClr val="C00000"/>
                </a:solidFill>
              </a:rPr>
              <a:t>3.  </a:t>
            </a:r>
            <a:r>
              <a:rPr lang="zh-CN" altLang="en-US" sz="2800" dirty="0" smtClean="0">
                <a:solidFill>
                  <a:schemeClr val="tx1"/>
                </a:solidFill>
              </a:rPr>
              <a:t>对</a:t>
            </a:r>
            <a:r>
              <a:rPr lang="zh-CN" altLang="en-US" sz="2800" dirty="0">
                <a:solidFill>
                  <a:schemeClr val="tx1"/>
                </a:solidFill>
              </a:rPr>
              <a:t>任意形状的回路</a:t>
            </a:r>
          </a:p>
        </p:txBody>
      </p:sp>
      <p:graphicFrame>
        <p:nvGraphicFramePr>
          <p:cNvPr id="158743" name="Object 23"/>
          <p:cNvGraphicFramePr>
            <a:graphicFrameLocks noChangeAspect="1"/>
          </p:cNvGraphicFramePr>
          <p:nvPr/>
        </p:nvGraphicFramePr>
        <p:xfrm>
          <a:off x="4876800" y="5410200"/>
          <a:ext cx="2438400" cy="838200"/>
        </p:xfrm>
        <a:graphic>
          <a:graphicData uri="http://schemas.openxmlformats.org/presentationml/2006/ole">
            <p:oleObj spid="_x0000_s1050628" name="Equation" r:id="rId10" imgW="838080" imgH="291960" progId="Equation.3">
              <p:embed/>
            </p:oleObj>
          </a:graphicData>
        </a:graphic>
      </p:graphicFrame>
      <p:grpSp>
        <p:nvGrpSpPr>
          <p:cNvPr id="5" name="Group 24"/>
          <p:cNvGrpSpPr>
            <a:grpSpLocks/>
          </p:cNvGrpSpPr>
          <p:nvPr/>
        </p:nvGrpSpPr>
        <p:grpSpPr bwMode="auto">
          <a:xfrm>
            <a:off x="1600200" y="4114800"/>
            <a:ext cx="1498600" cy="762000"/>
            <a:chOff x="1008" y="2832"/>
            <a:chExt cx="944" cy="480"/>
          </a:xfrm>
        </p:grpSpPr>
        <p:sp>
          <p:nvSpPr>
            <p:cNvPr id="158745" name="Freeform 25"/>
            <p:cNvSpPr>
              <a:spLocks/>
            </p:cNvSpPr>
            <p:nvPr/>
          </p:nvSpPr>
          <p:spPr bwMode="auto">
            <a:xfrm>
              <a:off x="1064" y="3060"/>
              <a:ext cx="888" cy="4"/>
            </a:xfrm>
            <a:custGeom>
              <a:avLst/>
              <a:gdLst/>
              <a:ahLst/>
              <a:cxnLst>
                <a:cxn ang="0">
                  <a:pos x="0" y="4"/>
                </a:cxn>
                <a:cxn ang="0">
                  <a:pos x="888" y="0"/>
                </a:cxn>
              </a:cxnLst>
              <a:rect l="0" t="0" r="r" b="b"/>
              <a:pathLst>
                <a:path w="888" h="4">
                  <a:moveTo>
                    <a:pt x="0" y="4"/>
                  </a:moveTo>
                  <a:lnTo>
                    <a:pt x="888" y="0"/>
                  </a:lnTo>
                </a:path>
              </a:pathLst>
            </a:custGeom>
            <a:noFill/>
            <a:ln w="28575">
              <a:solidFill>
                <a:srgbClr val="008000"/>
              </a:solidFill>
              <a:round/>
              <a:headEnd/>
              <a:tailEnd type="triangle" w="sm" len="lg"/>
            </a:ln>
            <a:effectLst/>
          </p:spPr>
          <p:txBody>
            <a:bodyPr wrap="none" anchor="ctr"/>
            <a:lstStyle/>
            <a:p>
              <a:endParaRPr lang="zh-CN" altLang="en-US" sz="2800"/>
            </a:p>
          </p:txBody>
        </p:sp>
        <p:graphicFrame>
          <p:nvGraphicFramePr>
            <p:cNvPr id="158746" name="Object 26"/>
            <p:cNvGraphicFramePr>
              <a:graphicFrameLocks noChangeAspect="1"/>
            </p:cNvGraphicFramePr>
            <p:nvPr/>
          </p:nvGraphicFramePr>
          <p:xfrm>
            <a:off x="1334" y="3024"/>
            <a:ext cx="243" cy="288"/>
          </p:xfrm>
          <a:graphic>
            <a:graphicData uri="http://schemas.openxmlformats.org/presentationml/2006/ole">
              <p:oleObj spid="_x0000_s1050636" name="公式" r:id="rId11" imgW="114120" imgH="126720" progId="Equation.3">
                <p:embed/>
              </p:oleObj>
            </a:graphicData>
          </a:graphic>
        </p:graphicFrame>
        <p:sp>
          <p:nvSpPr>
            <p:cNvPr id="158747" name="Line 27"/>
            <p:cNvSpPr>
              <a:spLocks noChangeShapeType="1"/>
            </p:cNvSpPr>
            <p:nvPr/>
          </p:nvSpPr>
          <p:spPr bwMode="auto">
            <a:xfrm flipV="1">
              <a:off x="1008" y="2832"/>
              <a:ext cx="816" cy="240"/>
            </a:xfrm>
            <a:prstGeom prst="line">
              <a:avLst/>
            </a:prstGeom>
            <a:noFill/>
            <a:ln w="28575">
              <a:solidFill>
                <a:srgbClr val="008000"/>
              </a:solidFill>
              <a:prstDash val="dash"/>
              <a:round/>
              <a:headEnd/>
              <a:tailEnd type="triangle" w="sm" len="lg"/>
            </a:ln>
            <a:effectLst/>
          </p:spPr>
          <p:txBody>
            <a:bodyPr wrap="none" anchor="ctr"/>
            <a:lstStyle/>
            <a:p>
              <a:endParaRPr lang="zh-CN" altLang="en-US" sz="2800"/>
            </a:p>
          </p:txBody>
        </p:sp>
      </p:grpSp>
      <p:grpSp>
        <p:nvGrpSpPr>
          <p:cNvPr id="6" name="Group 28"/>
          <p:cNvGrpSpPr>
            <a:grpSpLocks/>
          </p:cNvGrpSpPr>
          <p:nvPr/>
        </p:nvGrpSpPr>
        <p:grpSpPr bwMode="auto">
          <a:xfrm>
            <a:off x="2590800" y="3657600"/>
            <a:ext cx="504825" cy="790575"/>
            <a:chOff x="1632" y="2544"/>
            <a:chExt cx="318" cy="498"/>
          </a:xfrm>
        </p:grpSpPr>
        <p:graphicFrame>
          <p:nvGraphicFramePr>
            <p:cNvPr id="158749" name="Object 29"/>
            <p:cNvGraphicFramePr>
              <a:graphicFrameLocks noChangeAspect="1"/>
            </p:cNvGraphicFramePr>
            <p:nvPr/>
          </p:nvGraphicFramePr>
          <p:xfrm>
            <a:off x="1632" y="2544"/>
            <a:ext cx="288" cy="288"/>
          </p:xfrm>
          <a:graphic>
            <a:graphicData uri="http://schemas.openxmlformats.org/presentationml/2006/ole">
              <p:oleObj spid="_x0000_s1050635" name="Equation" r:id="rId12" imgW="291960" imgH="291960" progId="Equation.3">
                <p:embed/>
              </p:oleObj>
            </a:graphicData>
          </a:graphic>
        </p:graphicFrame>
        <p:sp>
          <p:nvSpPr>
            <p:cNvPr id="158750" name="Freeform 30"/>
            <p:cNvSpPr>
              <a:spLocks/>
            </p:cNvSpPr>
            <p:nvPr/>
          </p:nvSpPr>
          <p:spPr bwMode="auto">
            <a:xfrm>
              <a:off x="1800" y="2814"/>
              <a:ext cx="150" cy="228"/>
            </a:xfrm>
            <a:custGeom>
              <a:avLst/>
              <a:gdLst/>
              <a:ahLst/>
              <a:cxnLst>
                <a:cxn ang="0">
                  <a:pos x="150" y="228"/>
                </a:cxn>
                <a:cxn ang="0">
                  <a:pos x="0" y="0"/>
                </a:cxn>
              </a:cxnLst>
              <a:rect l="0" t="0" r="r" b="b"/>
              <a:pathLst>
                <a:path w="150" h="228">
                  <a:moveTo>
                    <a:pt x="150" y="228"/>
                  </a:moveTo>
                  <a:lnTo>
                    <a:pt x="0" y="0"/>
                  </a:lnTo>
                </a:path>
              </a:pathLst>
            </a:custGeom>
            <a:noFill/>
            <a:ln w="38100">
              <a:solidFill>
                <a:srgbClr val="FF0000"/>
              </a:solidFill>
              <a:round/>
              <a:headEnd/>
              <a:tailEnd type="triangle" w="sm" len="lg"/>
            </a:ln>
            <a:effectLst/>
          </p:spPr>
          <p:txBody>
            <a:bodyPr wrap="none" anchor="ctr"/>
            <a:lstStyle/>
            <a:p>
              <a:endParaRPr lang="zh-CN" altLang="en-US" sz="2800"/>
            </a:p>
          </p:txBody>
        </p:sp>
      </p:grpSp>
      <p:grpSp>
        <p:nvGrpSpPr>
          <p:cNvPr id="7" name="Group 31"/>
          <p:cNvGrpSpPr>
            <a:grpSpLocks/>
          </p:cNvGrpSpPr>
          <p:nvPr/>
        </p:nvGrpSpPr>
        <p:grpSpPr bwMode="auto">
          <a:xfrm>
            <a:off x="3022600" y="3429000"/>
            <a:ext cx="482600" cy="1066800"/>
            <a:chOff x="1776" y="2352"/>
            <a:chExt cx="304" cy="672"/>
          </a:xfrm>
        </p:grpSpPr>
        <p:sp>
          <p:nvSpPr>
            <p:cNvPr id="158752" name="Line 32"/>
            <p:cNvSpPr>
              <a:spLocks noChangeShapeType="1"/>
            </p:cNvSpPr>
            <p:nvPr/>
          </p:nvSpPr>
          <p:spPr bwMode="auto">
            <a:xfrm flipH="1" flipV="1">
              <a:off x="1776" y="2448"/>
              <a:ext cx="50" cy="576"/>
            </a:xfrm>
            <a:prstGeom prst="line">
              <a:avLst/>
            </a:prstGeom>
            <a:noFill/>
            <a:ln w="38100">
              <a:solidFill>
                <a:srgbClr val="0000FF"/>
              </a:solidFill>
              <a:round/>
              <a:headEnd/>
              <a:tailEnd type="triangle" w="sm" len="lg"/>
            </a:ln>
            <a:effectLst/>
          </p:spPr>
          <p:txBody>
            <a:bodyPr wrap="none" anchor="ctr"/>
            <a:lstStyle/>
            <a:p>
              <a:endParaRPr lang="zh-CN" altLang="en-US" sz="2800"/>
            </a:p>
          </p:txBody>
        </p:sp>
        <p:graphicFrame>
          <p:nvGraphicFramePr>
            <p:cNvPr id="158753" name="Object 33"/>
            <p:cNvGraphicFramePr>
              <a:graphicFrameLocks noChangeAspect="1"/>
            </p:cNvGraphicFramePr>
            <p:nvPr/>
          </p:nvGraphicFramePr>
          <p:xfrm>
            <a:off x="1824" y="2352"/>
            <a:ext cx="256" cy="336"/>
          </p:xfrm>
          <a:graphic>
            <a:graphicData uri="http://schemas.openxmlformats.org/presentationml/2006/ole">
              <p:oleObj spid="_x0000_s1050634" name="公式" r:id="rId13" imgW="215640" imgH="266400" progId="Equation.3">
                <p:embed/>
              </p:oleObj>
            </a:graphicData>
          </a:graphic>
        </p:graphicFrame>
      </p:grpSp>
      <p:grpSp>
        <p:nvGrpSpPr>
          <p:cNvPr id="8" name="Group 34"/>
          <p:cNvGrpSpPr>
            <a:grpSpLocks/>
          </p:cNvGrpSpPr>
          <p:nvPr/>
        </p:nvGrpSpPr>
        <p:grpSpPr bwMode="auto">
          <a:xfrm>
            <a:off x="838200" y="5486400"/>
            <a:ext cx="2633663" cy="523875"/>
            <a:chOff x="432" y="3696"/>
            <a:chExt cx="1659" cy="330"/>
          </a:xfrm>
        </p:grpSpPr>
        <p:sp>
          <p:nvSpPr>
            <p:cNvPr id="158755" name="Text Box 35"/>
            <p:cNvSpPr txBox="1">
              <a:spLocks noChangeArrowheads="1"/>
            </p:cNvSpPr>
            <p:nvPr/>
          </p:nvSpPr>
          <p:spPr bwMode="auto">
            <a:xfrm>
              <a:off x="432" y="3696"/>
              <a:ext cx="1659" cy="330"/>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wrap="none">
              <a:spAutoFit/>
            </a:bodyPr>
            <a:lstStyle/>
            <a:p>
              <a:pPr>
                <a:spcBef>
                  <a:spcPct val="50000"/>
                </a:spcBef>
              </a:pPr>
              <a:r>
                <a:rPr lang="zh-CN" altLang="en-US" sz="2800">
                  <a:solidFill>
                    <a:schemeClr val="tx1"/>
                  </a:solidFill>
                </a:rPr>
                <a:t>    与    成</a:t>
              </a:r>
              <a:r>
                <a:rPr lang="zh-CN" altLang="en-US" sz="2800">
                  <a:solidFill>
                    <a:srgbClr val="CC0000"/>
                  </a:solidFill>
                </a:rPr>
                <a:t>右</a:t>
              </a:r>
              <a:r>
                <a:rPr lang="zh-CN" altLang="en-US" sz="2800">
                  <a:solidFill>
                    <a:schemeClr val="tx1"/>
                  </a:solidFill>
                </a:rPr>
                <a:t>螺旋</a:t>
              </a:r>
            </a:p>
          </p:txBody>
        </p:sp>
        <p:graphicFrame>
          <p:nvGraphicFramePr>
            <p:cNvPr id="158756" name="Object 36"/>
            <p:cNvGraphicFramePr>
              <a:graphicFrameLocks noChangeAspect="1"/>
            </p:cNvGraphicFramePr>
            <p:nvPr/>
          </p:nvGraphicFramePr>
          <p:xfrm>
            <a:off x="480" y="3744"/>
            <a:ext cx="108" cy="240"/>
          </p:xfrm>
          <a:graphic>
            <a:graphicData uri="http://schemas.openxmlformats.org/presentationml/2006/ole">
              <p:oleObj spid="_x0000_s1050632" name="Equation" r:id="rId14" imgW="114120" imgH="253800" progId="Equation.3">
                <p:embed/>
              </p:oleObj>
            </a:graphicData>
          </a:graphic>
        </p:graphicFrame>
        <p:graphicFrame>
          <p:nvGraphicFramePr>
            <p:cNvPr id="158757" name="Object 37"/>
            <p:cNvGraphicFramePr>
              <a:graphicFrameLocks noChangeAspect="1"/>
            </p:cNvGraphicFramePr>
            <p:nvPr/>
          </p:nvGraphicFramePr>
          <p:xfrm>
            <a:off x="864" y="3735"/>
            <a:ext cx="195" cy="240"/>
          </p:xfrm>
          <a:graphic>
            <a:graphicData uri="http://schemas.openxmlformats.org/presentationml/2006/ole">
              <p:oleObj spid="_x0000_s1050633" name="Equation" r:id="rId15" imgW="164880" imgH="228600" progId="Equation.3">
                <p:embed/>
              </p:oleObj>
            </a:graphicData>
          </a:graphic>
        </p:graphicFrame>
      </p:grpSp>
      <p:grpSp>
        <p:nvGrpSpPr>
          <p:cNvPr id="9" name="Group 38"/>
          <p:cNvGrpSpPr>
            <a:grpSpLocks/>
          </p:cNvGrpSpPr>
          <p:nvPr/>
        </p:nvGrpSpPr>
        <p:grpSpPr bwMode="auto">
          <a:xfrm>
            <a:off x="762000" y="3875088"/>
            <a:ext cx="2436813" cy="1458912"/>
            <a:chOff x="480" y="2681"/>
            <a:chExt cx="1535" cy="919"/>
          </a:xfrm>
        </p:grpSpPr>
        <p:graphicFrame>
          <p:nvGraphicFramePr>
            <p:cNvPr id="158759" name="Object 39"/>
            <p:cNvGraphicFramePr>
              <a:graphicFrameLocks noChangeAspect="1"/>
            </p:cNvGraphicFramePr>
            <p:nvPr/>
          </p:nvGraphicFramePr>
          <p:xfrm>
            <a:off x="1152" y="3312"/>
            <a:ext cx="130" cy="288"/>
          </p:xfrm>
          <a:graphic>
            <a:graphicData uri="http://schemas.openxmlformats.org/presentationml/2006/ole">
              <p:oleObj spid="_x0000_s1050631" name="Equation" r:id="rId16" imgW="114120" imgH="253800" progId="Equation.3">
                <p:embed/>
              </p:oleObj>
            </a:graphicData>
          </a:graphic>
        </p:graphicFrame>
        <p:sp>
          <p:nvSpPr>
            <p:cNvPr id="158760" name="Line 40"/>
            <p:cNvSpPr>
              <a:spLocks noChangeShapeType="1"/>
            </p:cNvSpPr>
            <p:nvPr/>
          </p:nvSpPr>
          <p:spPr bwMode="auto">
            <a:xfrm flipV="1">
              <a:off x="1296" y="3518"/>
              <a:ext cx="192" cy="48"/>
            </a:xfrm>
            <a:prstGeom prst="line">
              <a:avLst/>
            </a:prstGeom>
            <a:noFill/>
            <a:ln w="38100">
              <a:solidFill>
                <a:srgbClr val="FF3300"/>
              </a:solidFill>
              <a:round/>
              <a:headEnd/>
              <a:tailEnd type="triangle" w="sm" len="lg"/>
            </a:ln>
            <a:effectLst/>
          </p:spPr>
          <p:txBody>
            <a:bodyPr wrap="none" anchor="ctr"/>
            <a:lstStyle/>
            <a:p>
              <a:endParaRPr lang="zh-CN" altLang="en-US" sz="2800"/>
            </a:p>
          </p:txBody>
        </p:sp>
        <p:sp>
          <p:nvSpPr>
            <p:cNvPr id="158761" name="Freeform 41"/>
            <p:cNvSpPr>
              <a:spLocks/>
            </p:cNvSpPr>
            <p:nvPr/>
          </p:nvSpPr>
          <p:spPr bwMode="auto">
            <a:xfrm>
              <a:off x="480" y="2681"/>
              <a:ext cx="1535" cy="900"/>
            </a:xfrm>
            <a:custGeom>
              <a:avLst/>
              <a:gdLst/>
              <a:ahLst/>
              <a:cxnLst>
                <a:cxn ang="0">
                  <a:pos x="289" y="77"/>
                </a:cxn>
                <a:cxn ang="0">
                  <a:pos x="489" y="22"/>
                </a:cxn>
                <a:cxn ang="0">
                  <a:pos x="545" y="11"/>
                </a:cxn>
                <a:cxn ang="0">
                  <a:pos x="634" y="0"/>
                </a:cxn>
                <a:cxn ang="0">
                  <a:pos x="923" y="22"/>
                </a:cxn>
                <a:cxn ang="0">
                  <a:pos x="1034" y="77"/>
                </a:cxn>
                <a:cxn ang="0">
                  <a:pos x="1112" y="100"/>
                </a:cxn>
                <a:cxn ang="0">
                  <a:pos x="1312" y="166"/>
                </a:cxn>
                <a:cxn ang="0">
                  <a:pos x="1400" y="255"/>
                </a:cxn>
                <a:cxn ang="0">
                  <a:pos x="1445" y="300"/>
                </a:cxn>
                <a:cxn ang="0">
                  <a:pos x="1423" y="600"/>
                </a:cxn>
                <a:cxn ang="0">
                  <a:pos x="1367" y="655"/>
                </a:cxn>
                <a:cxn ang="0">
                  <a:pos x="1312" y="722"/>
                </a:cxn>
                <a:cxn ang="0">
                  <a:pos x="1256" y="755"/>
                </a:cxn>
                <a:cxn ang="0">
                  <a:pos x="1200" y="800"/>
                </a:cxn>
                <a:cxn ang="0">
                  <a:pos x="1078" y="822"/>
                </a:cxn>
                <a:cxn ang="0">
                  <a:pos x="1023" y="844"/>
                </a:cxn>
                <a:cxn ang="0">
                  <a:pos x="889" y="866"/>
                </a:cxn>
                <a:cxn ang="0">
                  <a:pos x="712" y="900"/>
                </a:cxn>
                <a:cxn ang="0">
                  <a:pos x="478" y="888"/>
                </a:cxn>
                <a:cxn ang="0">
                  <a:pos x="234" y="711"/>
                </a:cxn>
                <a:cxn ang="0">
                  <a:pos x="67" y="533"/>
                </a:cxn>
                <a:cxn ang="0">
                  <a:pos x="100" y="189"/>
                </a:cxn>
                <a:cxn ang="0">
                  <a:pos x="289" y="77"/>
                </a:cxn>
              </a:cxnLst>
              <a:rect l="0" t="0" r="r" b="b"/>
              <a:pathLst>
                <a:path w="1535" h="900">
                  <a:moveTo>
                    <a:pt x="289" y="77"/>
                  </a:moveTo>
                  <a:cubicBezTo>
                    <a:pt x="361" y="24"/>
                    <a:pt x="394" y="34"/>
                    <a:pt x="489" y="22"/>
                  </a:cubicBezTo>
                  <a:cubicBezTo>
                    <a:pt x="508" y="20"/>
                    <a:pt x="526" y="14"/>
                    <a:pt x="545" y="11"/>
                  </a:cubicBezTo>
                  <a:cubicBezTo>
                    <a:pt x="575" y="7"/>
                    <a:pt x="604" y="4"/>
                    <a:pt x="634" y="0"/>
                  </a:cubicBezTo>
                  <a:cubicBezTo>
                    <a:pt x="728" y="5"/>
                    <a:pt x="829" y="1"/>
                    <a:pt x="923" y="22"/>
                  </a:cubicBezTo>
                  <a:cubicBezTo>
                    <a:pt x="966" y="31"/>
                    <a:pt x="996" y="60"/>
                    <a:pt x="1034" y="77"/>
                  </a:cubicBezTo>
                  <a:cubicBezTo>
                    <a:pt x="1059" y="88"/>
                    <a:pt x="1086" y="92"/>
                    <a:pt x="1112" y="100"/>
                  </a:cubicBezTo>
                  <a:cubicBezTo>
                    <a:pt x="1168" y="137"/>
                    <a:pt x="1246" y="150"/>
                    <a:pt x="1312" y="166"/>
                  </a:cubicBezTo>
                  <a:cubicBezTo>
                    <a:pt x="1350" y="193"/>
                    <a:pt x="1370" y="220"/>
                    <a:pt x="1400" y="255"/>
                  </a:cubicBezTo>
                  <a:cubicBezTo>
                    <a:pt x="1414" y="271"/>
                    <a:pt x="1445" y="300"/>
                    <a:pt x="1445" y="300"/>
                  </a:cubicBezTo>
                  <a:cubicBezTo>
                    <a:pt x="1475" y="390"/>
                    <a:pt x="1535" y="563"/>
                    <a:pt x="1423" y="600"/>
                  </a:cubicBezTo>
                  <a:cubicBezTo>
                    <a:pt x="1379" y="664"/>
                    <a:pt x="1425" y="606"/>
                    <a:pt x="1367" y="655"/>
                  </a:cubicBezTo>
                  <a:cubicBezTo>
                    <a:pt x="1318" y="697"/>
                    <a:pt x="1348" y="677"/>
                    <a:pt x="1312" y="722"/>
                  </a:cubicBezTo>
                  <a:cubicBezTo>
                    <a:pt x="1283" y="757"/>
                    <a:pt x="1296" y="735"/>
                    <a:pt x="1256" y="755"/>
                  </a:cubicBezTo>
                  <a:cubicBezTo>
                    <a:pt x="1135" y="816"/>
                    <a:pt x="1297" y="741"/>
                    <a:pt x="1200" y="800"/>
                  </a:cubicBezTo>
                  <a:cubicBezTo>
                    <a:pt x="1173" y="816"/>
                    <a:pt x="1089" y="821"/>
                    <a:pt x="1078" y="822"/>
                  </a:cubicBezTo>
                  <a:cubicBezTo>
                    <a:pt x="1060" y="829"/>
                    <a:pt x="1042" y="840"/>
                    <a:pt x="1023" y="844"/>
                  </a:cubicBezTo>
                  <a:cubicBezTo>
                    <a:pt x="979" y="854"/>
                    <a:pt x="889" y="866"/>
                    <a:pt x="889" y="866"/>
                  </a:cubicBezTo>
                  <a:cubicBezTo>
                    <a:pt x="832" y="885"/>
                    <a:pt x="771" y="889"/>
                    <a:pt x="712" y="900"/>
                  </a:cubicBezTo>
                  <a:cubicBezTo>
                    <a:pt x="634" y="896"/>
                    <a:pt x="556" y="895"/>
                    <a:pt x="478" y="888"/>
                  </a:cubicBezTo>
                  <a:cubicBezTo>
                    <a:pt x="369" y="879"/>
                    <a:pt x="329" y="743"/>
                    <a:pt x="234" y="711"/>
                  </a:cubicBezTo>
                  <a:cubicBezTo>
                    <a:pt x="175" y="652"/>
                    <a:pt x="138" y="580"/>
                    <a:pt x="67" y="533"/>
                  </a:cubicBezTo>
                  <a:cubicBezTo>
                    <a:pt x="47" y="429"/>
                    <a:pt x="0" y="256"/>
                    <a:pt x="100" y="189"/>
                  </a:cubicBezTo>
                  <a:cubicBezTo>
                    <a:pt x="137" y="113"/>
                    <a:pt x="224" y="105"/>
                    <a:pt x="289" y="77"/>
                  </a:cubicBezTo>
                  <a:close/>
                </a:path>
              </a:pathLst>
            </a:custGeom>
            <a:noFill/>
            <a:ln w="28575" cap="flat" cmpd="sng">
              <a:solidFill>
                <a:srgbClr val="0000FF"/>
              </a:solidFill>
              <a:prstDash val="dash"/>
              <a:round/>
              <a:headEnd/>
              <a:tailEnd/>
            </a:ln>
            <a:effectLst/>
          </p:spPr>
          <p:txBody>
            <a:bodyPr wrap="none" anchor="ctr"/>
            <a:lstStyle/>
            <a:p>
              <a:endParaRPr lang="zh-CN" altLang="en-US" sz="2800"/>
            </a:p>
          </p:txBody>
        </p:sp>
      </p:grpSp>
      <p:grpSp>
        <p:nvGrpSpPr>
          <p:cNvPr id="10" name="Group 42"/>
          <p:cNvGrpSpPr>
            <a:grpSpLocks/>
          </p:cNvGrpSpPr>
          <p:nvPr/>
        </p:nvGrpSpPr>
        <p:grpSpPr bwMode="auto">
          <a:xfrm>
            <a:off x="1219200" y="4191000"/>
            <a:ext cx="460375" cy="381000"/>
            <a:chOff x="672" y="2928"/>
            <a:chExt cx="290" cy="240"/>
          </a:xfrm>
        </p:grpSpPr>
        <p:grpSp>
          <p:nvGrpSpPr>
            <p:cNvPr id="11" name="Group 43"/>
            <p:cNvGrpSpPr>
              <a:grpSpLocks/>
            </p:cNvGrpSpPr>
            <p:nvPr/>
          </p:nvGrpSpPr>
          <p:grpSpPr bwMode="auto">
            <a:xfrm>
              <a:off x="818" y="3024"/>
              <a:ext cx="144" cy="144"/>
              <a:chOff x="1152" y="2832"/>
              <a:chExt cx="144" cy="144"/>
            </a:xfrm>
          </p:grpSpPr>
          <p:sp>
            <p:nvSpPr>
              <p:cNvPr id="158764" name="Oval 44"/>
              <p:cNvSpPr>
                <a:spLocks noChangeArrowheads="1"/>
              </p:cNvSpPr>
              <p:nvPr/>
            </p:nvSpPr>
            <p:spPr bwMode="auto">
              <a:xfrm>
                <a:off x="1152" y="2832"/>
                <a:ext cx="144" cy="144"/>
              </a:xfrm>
              <a:prstGeom prst="ellipse">
                <a:avLst/>
              </a:prstGeom>
              <a:solidFill>
                <a:srgbClr val="FFFFFF"/>
              </a:solidFill>
              <a:ln w="19050">
                <a:solidFill>
                  <a:schemeClr val="tx2"/>
                </a:solidFill>
                <a:round/>
                <a:headEnd/>
                <a:tailEnd/>
              </a:ln>
              <a:effectLst/>
            </p:spPr>
            <p:txBody>
              <a:bodyPr wrap="none" anchor="ctr"/>
              <a:lstStyle/>
              <a:p>
                <a:endParaRPr lang="zh-CN" altLang="en-US" sz="2800"/>
              </a:p>
            </p:txBody>
          </p:sp>
          <p:sp>
            <p:nvSpPr>
              <p:cNvPr id="158765" name="Oval 45"/>
              <p:cNvSpPr>
                <a:spLocks noChangeArrowheads="1"/>
              </p:cNvSpPr>
              <p:nvPr/>
            </p:nvSpPr>
            <p:spPr bwMode="auto">
              <a:xfrm>
                <a:off x="1200" y="2880"/>
                <a:ext cx="48" cy="48"/>
              </a:xfrm>
              <a:prstGeom prst="ellipse">
                <a:avLst/>
              </a:prstGeom>
              <a:solidFill>
                <a:srgbClr val="FF3300"/>
              </a:solidFill>
              <a:ln w="19050">
                <a:solidFill>
                  <a:schemeClr val="tx2"/>
                </a:solidFill>
                <a:round/>
                <a:headEnd/>
                <a:tailEnd/>
              </a:ln>
              <a:effectLst/>
            </p:spPr>
            <p:txBody>
              <a:bodyPr wrap="none" anchor="ctr"/>
              <a:lstStyle/>
              <a:p>
                <a:endParaRPr lang="zh-CN" altLang="en-US" sz="2800"/>
              </a:p>
            </p:txBody>
          </p:sp>
        </p:grpSp>
        <p:graphicFrame>
          <p:nvGraphicFramePr>
            <p:cNvPr id="158766" name="Object 46"/>
            <p:cNvGraphicFramePr>
              <a:graphicFrameLocks noChangeAspect="1"/>
            </p:cNvGraphicFramePr>
            <p:nvPr/>
          </p:nvGraphicFramePr>
          <p:xfrm>
            <a:off x="672" y="2928"/>
            <a:ext cx="195" cy="240"/>
          </p:xfrm>
          <a:graphic>
            <a:graphicData uri="http://schemas.openxmlformats.org/presentationml/2006/ole">
              <p:oleObj spid="_x0000_s1050630" name="Equation" r:id="rId17" imgW="164880" imgH="228600" progId="Equation.3">
                <p:embed/>
              </p:oleObj>
            </a:graphicData>
          </a:graphic>
        </p:graphicFrame>
      </p:grpSp>
      <p:grpSp>
        <p:nvGrpSpPr>
          <p:cNvPr id="12" name="Group 47"/>
          <p:cNvGrpSpPr>
            <a:grpSpLocks/>
          </p:cNvGrpSpPr>
          <p:nvPr/>
        </p:nvGrpSpPr>
        <p:grpSpPr bwMode="auto">
          <a:xfrm>
            <a:off x="1828800" y="3524250"/>
            <a:ext cx="533400" cy="438150"/>
            <a:chOff x="1008" y="2400"/>
            <a:chExt cx="336" cy="276"/>
          </a:xfrm>
        </p:grpSpPr>
        <p:sp>
          <p:nvSpPr>
            <p:cNvPr id="158768" name="AutoShape 48"/>
            <p:cNvSpPr>
              <a:spLocks noChangeArrowheads="1"/>
            </p:cNvSpPr>
            <p:nvPr/>
          </p:nvSpPr>
          <p:spPr bwMode="auto">
            <a:xfrm>
              <a:off x="1008" y="2400"/>
              <a:ext cx="336" cy="240"/>
            </a:xfrm>
            <a:prstGeom prst="wedgeRectCallout">
              <a:avLst>
                <a:gd name="adj1" fmla="val 41667"/>
                <a:gd name="adj2" fmla="val 185417"/>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a:lstStyle/>
            <a:p>
              <a:pPr algn="ctr"/>
              <a:endParaRPr lang="zh-CN" altLang="en-US" sz="2800">
                <a:solidFill>
                  <a:srgbClr val="1C1C1C"/>
                </a:solidFill>
              </a:endParaRPr>
            </a:p>
          </p:txBody>
        </p:sp>
        <p:graphicFrame>
          <p:nvGraphicFramePr>
            <p:cNvPr id="158769" name="Object 49"/>
            <p:cNvGraphicFramePr>
              <a:graphicFrameLocks noChangeAspect="1"/>
            </p:cNvGraphicFramePr>
            <p:nvPr/>
          </p:nvGraphicFramePr>
          <p:xfrm>
            <a:off x="1008" y="2400"/>
            <a:ext cx="287" cy="276"/>
          </p:xfrm>
          <a:graphic>
            <a:graphicData uri="http://schemas.openxmlformats.org/presentationml/2006/ole">
              <p:oleObj spid="_x0000_s1050629" name="Equation" r:id="rId18" imgW="317160" imgH="304560" progId="Equation.3">
                <p:embed/>
              </p:oleObj>
            </a:graphicData>
          </a:graphic>
        </p:graphicFrame>
      </p:grpSp>
      <p:grpSp>
        <p:nvGrpSpPr>
          <p:cNvPr id="57" name="Group 23"/>
          <p:cNvGrpSpPr>
            <a:grpSpLocks/>
          </p:cNvGrpSpPr>
          <p:nvPr/>
        </p:nvGrpSpPr>
        <p:grpSpPr bwMode="auto">
          <a:xfrm>
            <a:off x="3506787" y="2133600"/>
            <a:ext cx="5637213" cy="1066800"/>
            <a:chOff x="576" y="3264"/>
            <a:chExt cx="3551" cy="672"/>
          </a:xfrm>
        </p:grpSpPr>
        <p:sp>
          <p:nvSpPr>
            <p:cNvPr id="61" name="Rectangle 11"/>
            <p:cNvSpPr>
              <a:spLocks noChangeArrowheads="1"/>
            </p:cNvSpPr>
            <p:nvPr/>
          </p:nvSpPr>
          <p:spPr bwMode="auto">
            <a:xfrm>
              <a:off x="576" y="3264"/>
              <a:ext cx="3551" cy="672"/>
            </a:xfrm>
            <a:prstGeom prst="rect">
              <a:avLst/>
            </a:prstGeom>
            <a:gradFill rotWithShape="0">
              <a:gsLst>
                <a:gs pos="0">
                  <a:srgbClr val="FDEFFA"/>
                </a:gs>
                <a:gs pos="50000">
                  <a:schemeClr val="bg1"/>
                </a:gs>
                <a:gs pos="100000">
                  <a:srgbClr val="FDEFFA"/>
                </a:gs>
              </a:gsLst>
              <a:lin ang="5400000" scaled="1"/>
            </a:gradFill>
            <a:ln w="9525">
              <a:solidFill>
                <a:srgbClr val="CC3399"/>
              </a:solidFill>
              <a:miter lim="800000"/>
              <a:headEnd/>
              <a:tailEnd/>
            </a:ln>
            <a:effectLst/>
          </p:spPr>
          <p:txBody>
            <a:bodyPr wrap="none" anchor="ctr"/>
            <a:lstStyle/>
            <a:p>
              <a:endParaRPr lang="zh-CN" altLang="en-US" sz="2800"/>
            </a:p>
          </p:txBody>
        </p:sp>
        <p:grpSp>
          <p:nvGrpSpPr>
            <p:cNvPr id="62" name="Group 12"/>
            <p:cNvGrpSpPr>
              <a:grpSpLocks/>
            </p:cNvGrpSpPr>
            <p:nvPr/>
          </p:nvGrpSpPr>
          <p:grpSpPr bwMode="auto">
            <a:xfrm>
              <a:off x="719" y="3292"/>
              <a:ext cx="3408" cy="596"/>
              <a:chOff x="576" y="3312"/>
              <a:chExt cx="3408" cy="596"/>
            </a:xfrm>
          </p:grpSpPr>
          <p:sp>
            <p:nvSpPr>
              <p:cNvPr id="63" name="Text Box 13"/>
              <p:cNvSpPr txBox="1">
                <a:spLocks noChangeArrowheads="1"/>
              </p:cNvSpPr>
              <p:nvPr/>
            </p:nvSpPr>
            <p:spPr bwMode="auto">
              <a:xfrm>
                <a:off x="576" y="3312"/>
                <a:ext cx="3408" cy="596"/>
              </a:xfrm>
              <a:prstGeom prst="rect">
                <a:avLst/>
              </a:prstGeom>
              <a:noFill/>
              <a:ln w="9525">
                <a:noFill/>
                <a:miter lim="800000"/>
                <a:headEnd/>
                <a:tailEnd/>
              </a:ln>
              <a:effectLst/>
            </p:spPr>
            <p:txBody>
              <a:bodyPr wrap="square">
                <a:spAutoFit/>
              </a:bodyPr>
              <a:lstStyle/>
              <a:p>
                <a:pPr>
                  <a:spcBef>
                    <a:spcPct val="50000"/>
                  </a:spcBef>
                </a:pPr>
                <a:r>
                  <a:rPr lang="zh-CN" altLang="zh-CN" sz="2800" dirty="0" smtClean="0">
                    <a:solidFill>
                      <a:schemeClr val="tx1"/>
                    </a:solidFill>
                  </a:rPr>
                  <a:t>电</a:t>
                </a:r>
                <a:r>
                  <a:rPr lang="zh-CN" altLang="zh-CN" sz="2800" dirty="0">
                    <a:solidFill>
                      <a:schemeClr val="tx1"/>
                    </a:solidFill>
                  </a:rPr>
                  <a:t>流</a:t>
                </a:r>
                <a:r>
                  <a:rPr lang="zh-CN" altLang="zh-CN" sz="2800" dirty="0">
                    <a:solidFill>
                      <a:srgbClr val="CC0000"/>
                    </a:solidFill>
                  </a:rPr>
                  <a:t> </a:t>
                </a:r>
                <a:r>
                  <a:rPr lang="zh-CN" altLang="en-US" sz="2800" dirty="0">
                    <a:solidFill>
                      <a:srgbClr val="CC0000"/>
                    </a:solidFill>
                  </a:rPr>
                  <a:t>    正负</a:t>
                </a:r>
                <a:r>
                  <a:rPr lang="zh-CN" altLang="en-US" sz="2800" dirty="0">
                    <a:solidFill>
                      <a:schemeClr val="tx1"/>
                    </a:solidFill>
                  </a:rPr>
                  <a:t>的规定 ：    与      成</a:t>
                </a:r>
                <a:r>
                  <a:rPr lang="zh-CN" altLang="en-US" sz="2800" dirty="0">
                    <a:solidFill>
                      <a:srgbClr val="CC0000"/>
                    </a:solidFill>
                  </a:rPr>
                  <a:t>右</a:t>
                </a:r>
                <a:r>
                  <a:rPr lang="zh-CN" altLang="en-US" sz="2800" dirty="0">
                    <a:solidFill>
                      <a:schemeClr val="tx1"/>
                    </a:solidFill>
                  </a:rPr>
                  <a:t>螺旋时，  为</a:t>
                </a:r>
                <a:r>
                  <a:rPr lang="zh-CN" altLang="en-US" sz="2800" dirty="0">
                    <a:solidFill>
                      <a:srgbClr val="CC0000"/>
                    </a:solidFill>
                  </a:rPr>
                  <a:t>正</a:t>
                </a:r>
                <a:r>
                  <a:rPr lang="zh-CN" altLang="en-US" sz="2800" dirty="0">
                    <a:solidFill>
                      <a:schemeClr val="tx1"/>
                    </a:solidFill>
                  </a:rPr>
                  <a:t>；</a:t>
                </a:r>
                <a:r>
                  <a:rPr lang="zh-CN" altLang="en-US" sz="2800" dirty="0">
                    <a:solidFill>
                      <a:srgbClr val="CC0000"/>
                    </a:solidFill>
                  </a:rPr>
                  <a:t>反</a:t>
                </a:r>
                <a:r>
                  <a:rPr lang="zh-CN" altLang="en-US" sz="2800" dirty="0">
                    <a:solidFill>
                      <a:schemeClr val="tx1"/>
                    </a:solidFill>
                  </a:rPr>
                  <a:t>之为</a:t>
                </a:r>
                <a:r>
                  <a:rPr lang="zh-CN" altLang="en-US" sz="2800" dirty="0">
                    <a:solidFill>
                      <a:srgbClr val="0000FF"/>
                    </a:solidFill>
                  </a:rPr>
                  <a:t>负</a:t>
                </a:r>
                <a:r>
                  <a:rPr lang="zh-CN" altLang="en-US" sz="2800" dirty="0">
                    <a:solidFill>
                      <a:schemeClr val="tx1"/>
                    </a:solidFill>
                  </a:rPr>
                  <a:t>.</a:t>
                </a:r>
              </a:p>
            </p:txBody>
          </p:sp>
          <p:graphicFrame>
            <p:nvGraphicFramePr>
              <p:cNvPr id="64" name="Object 14"/>
              <p:cNvGraphicFramePr>
                <a:graphicFrameLocks noChangeAspect="1"/>
              </p:cNvGraphicFramePr>
              <p:nvPr/>
            </p:nvGraphicFramePr>
            <p:xfrm>
              <a:off x="1441" y="3600"/>
              <a:ext cx="191" cy="264"/>
            </p:xfrm>
            <a:graphic>
              <a:graphicData uri="http://schemas.openxmlformats.org/presentationml/2006/ole">
                <p:oleObj spid="_x0000_s1050642" name="Equation" r:id="rId19" imgW="164880" imgH="228600" progId="Equation.3">
                  <p:embed/>
                </p:oleObj>
              </a:graphicData>
            </a:graphic>
          </p:graphicFrame>
          <p:graphicFrame>
            <p:nvGraphicFramePr>
              <p:cNvPr id="65" name="Object 15"/>
              <p:cNvGraphicFramePr>
                <a:graphicFrameLocks noChangeAspect="1"/>
              </p:cNvGraphicFramePr>
              <p:nvPr/>
            </p:nvGraphicFramePr>
            <p:xfrm>
              <a:off x="2688" y="3336"/>
              <a:ext cx="191" cy="264"/>
            </p:xfrm>
            <a:graphic>
              <a:graphicData uri="http://schemas.openxmlformats.org/presentationml/2006/ole">
                <p:oleObj spid="_x0000_s1050643" name="Equation" r:id="rId20" imgW="164880" imgH="228600" progId="Equation.3">
                  <p:embed/>
                </p:oleObj>
              </a:graphicData>
            </a:graphic>
          </p:graphicFrame>
          <p:graphicFrame>
            <p:nvGraphicFramePr>
              <p:cNvPr id="66" name="Object 16"/>
              <p:cNvGraphicFramePr>
                <a:graphicFrameLocks noChangeAspect="1"/>
              </p:cNvGraphicFramePr>
              <p:nvPr/>
            </p:nvGraphicFramePr>
            <p:xfrm>
              <a:off x="3216" y="3336"/>
              <a:ext cx="220" cy="264"/>
            </p:xfrm>
            <a:graphic>
              <a:graphicData uri="http://schemas.openxmlformats.org/presentationml/2006/ole">
                <p:oleObj spid="_x0000_s1050644" name="Equation" r:id="rId21" imgW="190440" imgH="228600" progId="Equation.3">
                  <p:embed/>
                </p:oleObj>
              </a:graphicData>
            </a:graphic>
          </p:graphicFrame>
          <p:graphicFrame>
            <p:nvGraphicFramePr>
              <p:cNvPr id="67" name="Object 17"/>
              <p:cNvGraphicFramePr>
                <a:graphicFrameLocks noChangeAspect="1"/>
              </p:cNvGraphicFramePr>
              <p:nvPr/>
            </p:nvGraphicFramePr>
            <p:xfrm>
              <a:off x="1104" y="3336"/>
              <a:ext cx="191" cy="264"/>
            </p:xfrm>
            <a:graphic>
              <a:graphicData uri="http://schemas.openxmlformats.org/presentationml/2006/ole">
                <p:oleObj spid="_x0000_s1050645" name="Equation" r:id="rId22" imgW="164880" imgH="228600" progId="Equation.3">
                  <p:embed/>
                </p:oleObj>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8741"/>
                                        </p:tgtEl>
                                        <p:attrNameLst>
                                          <p:attrName>style.visibility</p:attrName>
                                        </p:attrNameLst>
                                      </p:cBhvr>
                                      <p:to>
                                        <p:strVal val="visible"/>
                                      </p:to>
                                    </p:set>
                                    <p:animEffect transition="in" filter="blinds(horizontal)">
                                      <p:cBhvr>
                                        <p:cTn id="7" dur="500"/>
                                        <p:tgtEl>
                                          <p:spTgt spid="1587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58739"/>
                                        </p:tgtEl>
                                        <p:attrNameLst>
                                          <p:attrName>style.visibility</p:attrName>
                                        </p:attrNameLst>
                                      </p:cBhvr>
                                      <p:to>
                                        <p:strVal val="visible"/>
                                      </p:to>
                                    </p:set>
                                    <p:animEffect transition="in" filter="blinds(vertical)">
                                      <p:cBhvr>
                                        <p:cTn id="12" dur="500"/>
                                        <p:tgtEl>
                                          <p:spTgt spid="1587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blinds(horizontal)">
                                      <p:cBhvr>
                                        <p:cTn id="17" dur="500"/>
                                        <p:tgtEl>
                                          <p:spTgt spid="5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58742"/>
                                        </p:tgtEl>
                                        <p:attrNameLst>
                                          <p:attrName>style.visibility</p:attrName>
                                        </p:attrNameLst>
                                      </p:cBhvr>
                                      <p:to>
                                        <p:strVal val="visible"/>
                                      </p:to>
                                    </p:set>
                                    <p:animEffect transition="in" filter="blinds(vertical)">
                                      <p:cBhvr>
                                        <p:cTn id="22" dur="500"/>
                                        <p:tgtEl>
                                          <p:spTgt spid="158742"/>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27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strVal val="2/3*#ppt_w"/>
                                          </p:val>
                                        </p:tav>
                                        <p:tav tm="100000">
                                          <p:val>
                                            <p:strVal val="#ppt_w"/>
                                          </p:val>
                                        </p:tav>
                                      </p:tavLst>
                                    </p:anim>
                                    <p:anim calcmode="lin" valueType="num">
                                      <p:cBhvr>
                                        <p:cTn id="28" dur="500" fill="hold"/>
                                        <p:tgtEl>
                                          <p:spTgt spid="10"/>
                                        </p:tgtEl>
                                        <p:attrNameLst>
                                          <p:attrName>ppt_h</p:attrName>
                                        </p:attrNameLst>
                                      </p:cBhvr>
                                      <p:tavLst>
                                        <p:tav tm="0">
                                          <p:val>
                                            <p:strVal val="2/3*#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ox(in)">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blinds(horizontal)">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9"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strips(upLeft)">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strips(downRight)">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9"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strips(upLeft)">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blinds(horizontal)">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5" fill="hold" nodeType="clickEffect">
                                  <p:stCondLst>
                                    <p:cond delay="0"/>
                                  </p:stCondLst>
                                  <p:childTnLst>
                                    <p:set>
                                      <p:cBhvr>
                                        <p:cTn id="62" dur="1" fill="hold">
                                          <p:stCondLst>
                                            <p:cond delay="0"/>
                                          </p:stCondLst>
                                        </p:cTn>
                                        <p:tgtEl>
                                          <p:spTgt spid="158740"/>
                                        </p:tgtEl>
                                        <p:attrNameLst>
                                          <p:attrName>style.visibility</p:attrName>
                                        </p:attrNameLst>
                                      </p:cBhvr>
                                      <p:to>
                                        <p:strVal val="visible"/>
                                      </p:to>
                                    </p:set>
                                    <p:animEffect transition="in" filter="blinds(vertical)">
                                      <p:cBhvr>
                                        <p:cTn id="63" dur="500"/>
                                        <p:tgtEl>
                                          <p:spTgt spid="15874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5" fill="hold" nodeType="clickEffect">
                                  <p:stCondLst>
                                    <p:cond delay="0"/>
                                  </p:stCondLst>
                                  <p:childTnLst>
                                    <p:set>
                                      <p:cBhvr>
                                        <p:cTn id="67" dur="1" fill="hold">
                                          <p:stCondLst>
                                            <p:cond delay="0"/>
                                          </p:stCondLst>
                                        </p:cTn>
                                        <p:tgtEl>
                                          <p:spTgt spid="158743"/>
                                        </p:tgtEl>
                                        <p:attrNameLst>
                                          <p:attrName>style.visibility</p:attrName>
                                        </p:attrNameLst>
                                      </p:cBhvr>
                                      <p:to>
                                        <p:strVal val="visible"/>
                                      </p:to>
                                    </p:set>
                                    <p:animEffect transition="in" filter="blinds(vertical)">
                                      <p:cBhvr>
                                        <p:cTn id="68" dur="500"/>
                                        <p:tgtEl>
                                          <p:spTgt spid="158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41" grpId="0" autoUpdateAnimBg="0"/>
      <p:bldP spid="15874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04800" y="762000"/>
            <a:ext cx="3505200" cy="5029200"/>
            <a:chOff x="192" y="672"/>
            <a:chExt cx="2208" cy="3168"/>
          </a:xfrm>
        </p:grpSpPr>
        <p:sp>
          <p:nvSpPr>
            <p:cNvPr id="159747" name="Rectangle 3"/>
            <p:cNvSpPr>
              <a:spLocks noChangeArrowheads="1"/>
            </p:cNvSpPr>
            <p:nvPr/>
          </p:nvSpPr>
          <p:spPr bwMode="auto">
            <a:xfrm>
              <a:off x="192" y="672"/>
              <a:ext cx="2208" cy="316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3" name="Group 4"/>
            <p:cNvGrpSpPr>
              <a:grpSpLocks/>
            </p:cNvGrpSpPr>
            <p:nvPr/>
          </p:nvGrpSpPr>
          <p:grpSpPr bwMode="auto">
            <a:xfrm>
              <a:off x="417" y="2582"/>
              <a:ext cx="178" cy="209"/>
              <a:chOff x="2448" y="3360"/>
              <a:chExt cx="144" cy="144"/>
            </a:xfrm>
          </p:grpSpPr>
          <p:sp>
            <p:nvSpPr>
              <p:cNvPr id="159749" name="Oval 5"/>
              <p:cNvSpPr>
                <a:spLocks noChangeArrowheads="1"/>
              </p:cNvSpPr>
              <p:nvPr/>
            </p:nvSpPr>
            <p:spPr bwMode="auto">
              <a:xfrm>
                <a:off x="2448" y="3360"/>
                <a:ext cx="144" cy="144"/>
              </a:xfrm>
              <a:prstGeom prst="ellipse">
                <a:avLst/>
              </a:prstGeom>
              <a:solidFill>
                <a:srgbClr val="FFFFFF"/>
              </a:solidFill>
              <a:ln w="9525">
                <a:solidFill>
                  <a:schemeClr val="tx1"/>
                </a:solidFill>
                <a:round/>
                <a:headEnd/>
                <a:tailEnd/>
              </a:ln>
              <a:effectLst/>
            </p:spPr>
            <p:txBody>
              <a:bodyPr wrap="none" anchor="ctr"/>
              <a:lstStyle/>
              <a:p>
                <a:endParaRPr lang="zh-CN" altLang="en-US" sz="2800"/>
              </a:p>
            </p:txBody>
          </p:sp>
          <p:sp>
            <p:nvSpPr>
              <p:cNvPr id="159750" name="Oval 6"/>
              <p:cNvSpPr>
                <a:spLocks noChangeArrowheads="1"/>
              </p:cNvSpPr>
              <p:nvPr/>
            </p:nvSpPr>
            <p:spPr bwMode="auto">
              <a:xfrm>
                <a:off x="2496" y="3408"/>
                <a:ext cx="48" cy="48"/>
              </a:xfrm>
              <a:prstGeom prst="ellipse">
                <a:avLst/>
              </a:prstGeom>
              <a:solidFill>
                <a:srgbClr val="FF3300"/>
              </a:solidFill>
              <a:ln w="9525">
                <a:solidFill>
                  <a:schemeClr val="tx1"/>
                </a:solidFill>
                <a:round/>
                <a:headEnd/>
                <a:tailEnd/>
              </a:ln>
              <a:effectLst/>
            </p:spPr>
            <p:txBody>
              <a:bodyPr wrap="none" anchor="ctr"/>
              <a:lstStyle/>
              <a:p>
                <a:endParaRPr lang="zh-CN" altLang="en-US" sz="2800"/>
              </a:p>
            </p:txBody>
          </p:sp>
        </p:grpSp>
        <p:graphicFrame>
          <p:nvGraphicFramePr>
            <p:cNvPr id="159751" name="Object 7"/>
            <p:cNvGraphicFramePr>
              <a:graphicFrameLocks noChangeAspect="1"/>
            </p:cNvGraphicFramePr>
            <p:nvPr/>
          </p:nvGraphicFramePr>
          <p:xfrm>
            <a:off x="237" y="2544"/>
            <a:ext cx="195" cy="288"/>
          </p:xfrm>
          <a:graphic>
            <a:graphicData uri="http://schemas.openxmlformats.org/presentationml/2006/ole">
              <p:oleObj spid="_x0000_s1051662" name="Equation" r:id="rId3" imgW="164880" imgH="228600" progId="Equation.3">
                <p:embed/>
              </p:oleObj>
            </a:graphicData>
          </a:graphic>
        </p:graphicFrame>
      </p:grpSp>
      <p:grpSp>
        <p:nvGrpSpPr>
          <p:cNvPr id="4" name="Group 8"/>
          <p:cNvGrpSpPr>
            <a:grpSpLocks/>
          </p:cNvGrpSpPr>
          <p:nvPr/>
        </p:nvGrpSpPr>
        <p:grpSpPr bwMode="auto">
          <a:xfrm>
            <a:off x="1936750" y="2363788"/>
            <a:ext cx="1819275" cy="2513012"/>
            <a:chOff x="1268" y="1624"/>
            <a:chExt cx="1146" cy="1583"/>
          </a:xfrm>
        </p:grpSpPr>
        <p:grpSp>
          <p:nvGrpSpPr>
            <p:cNvPr id="5" name="Group 9"/>
            <p:cNvGrpSpPr>
              <a:grpSpLocks/>
            </p:cNvGrpSpPr>
            <p:nvPr/>
          </p:nvGrpSpPr>
          <p:grpSpPr bwMode="auto">
            <a:xfrm>
              <a:off x="1268" y="1624"/>
              <a:ext cx="1033" cy="1583"/>
              <a:chOff x="1268" y="1624"/>
              <a:chExt cx="1033" cy="1583"/>
            </a:xfrm>
          </p:grpSpPr>
          <p:sp>
            <p:nvSpPr>
              <p:cNvPr id="159754" name="Freeform 10"/>
              <p:cNvSpPr>
                <a:spLocks/>
              </p:cNvSpPr>
              <p:nvPr/>
            </p:nvSpPr>
            <p:spPr bwMode="auto">
              <a:xfrm>
                <a:off x="1268" y="1624"/>
                <a:ext cx="1033" cy="1583"/>
              </a:xfrm>
              <a:custGeom>
                <a:avLst/>
                <a:gdLst/>
                <a:ahLst/>
                <a:cxnLst>
                  <a:cxn ang="0">
                    <a:pos x="20" y="224"/>
                  </a:cxn>
                  <a:cxn ang="0">
                    <a:pos x="341" y="0"/>
                  </a:cxn>
                  <a:cxn ang="0">
                    <a:pos x="506" y="16"/>
                  </a:cxn>
                  <a:cxn ang="0">
                    <a:pos x="581" y="48"/>
                  </a:cxn>
                  <a:cxn ang="0">
                    <a:pos x="708" y="178"/>
                  </a:cxn>
                  <a:cxn ang="0">
                    <a:pos x="783" y="226"/>
                  </a:cxn>
                  <a:cxn ang="0">
                    <a:pos x="896" y="437"/>
                  </a:cxn>
                  <a:cxn ang="0">
                    <a:pos x="972" y="631"/>
                  </a:cxn>
                  <a:cxn ang="0">
                    <a:pos x="997" y="729"/>
                  </a:cxn>
                  <a:cxn ang="0">
                    <a:pos x="1010" y="777"/>
                  </a:cxn>
                  <a:cxn ang="0">
                    <a:pos x="1004" y="1240"/>
                  </a:cxn>
                  <a:cxn ang="0">
                    <a:pos x="972" y="1320"/>
                  </a:cxn>
                  <a:cxn ang="0">
                    <a:pos x="700" y="1544"/>
                  </a:cxn>
                  <a:cxn ang="0">
                    <a:pos x="481" y="1538"/>
                  </a:cxn>
                  <a:cxn ang="0">
                    <a:pos x="417" y="1458"/>
                  </a:cxn>
                  <a:cxn ang="0">
                    <a:pos x="292" y="1392"/>
                  </a:cxn>
                  <a:cxn ang="0">
                    <a:pos x="141" y="1150"/>
                  </a:cxn>
                  <a:cxn ang="0">
                    <a:pos x="102" y="1052"/>
                  </a:cxn>
                  <a:cxn ang="0">
                    <a:pos x="52" y="793"/>
                  </a:cxn>
                  <a:cxn ang="0">
                    <a:pos x="14" y="695"/>
                  </a:cxn>
                  <a:cxn ang="0">
                    <a:pos x="27" y="356"/>
                  </a:cxn>
                  <a:cxn ang="0">
                    <a:pos x="20" y="224"/>
                  </a:cxn>
                </a:cxnLst>
                <a:rect l="0" t="0" r="r" b="b"/>
                <a:pathLst>
                  <a:path w="1033" h="1583">
                    <a:moveTo>
                      <a:pt x="20" y="224"/>
                    </a:moveTo>
                    <a:cubicBezTo>
                      <a:pt x="108" y="0"/>
                      <a:pt x="231" y="23"/>
                      <a:pt x="341" y="0"/>
                    </a:cubicBezTo>
                    <a:cubicBezTo>
                      <a:pt x="396" y="6"/>
                      <a:pt x="451" y="6"/>
                      <a:pt x="506" y="16"/>
                    </a:cubicBezTo>
                    <a:cubicBezTo>
                      <a:pt x="532" y="22"/>
                      <a:pt x="581" y="48"/>
                      <a:pt x="581" y="48"/>
                    </a:cubicBezTo>
                    <a:cubicBezTo>
                      <a:pt x="614" y="87"/>
                      <a:pt x="668" y="147"/>
                      <a:pt x="708" y="178"/>
                    </a:cubicBezTo>
                    <a:cubicBezTo>
                      <a:pt x="801" y="248"/>
                      <a:pt x="687" y="130"/>
                      <a:pt x="783" y="226"/>
                    </a:cubicBezTo>
                    <a:cubicBezTo>
                      <a:pt x="837" y="281"/>
                      <a:pt x="848" y="373"/>
                      <a:pt x="896" y="437"/>
                    </a:cubicBezTo>
                    <a:cubicBezTo>
                      <a:pt x="914" y="507"/>
                      <a:pt x="949" y="564"/>
                      <a:pt x="972" y="631"/>
                    </a:cubicBezTo>
                    <a:cubicBezTo>
                      <a:pt x="982" y="663"/>
                      <a:pt x="989" y="697"/>
                      <a:pt x="997" y="729"/>
                    </a:cubicBezTo>
                    <a:cubicBezTo>
                      <a:pt x="1002" y="745"/>
                      <a:pt x="1010" y="777"/>
                      <a:pt x="1010" y="777"/>
                    </a:cubicBezTo>
                    <a:cubicBezTo>
                      <a:pt x="1028" y="984"/>
                      <a:pt x="1033" y="982"/>
                      <a:pt x="1004" y="1240"/>
                    </a:cubicBezTo>
                    <a:cubicBezTo>
                      <a:pt x="1001" y="1262"/>
                      <a:pt x="983" y="1302"/>
                      <a:pt x="972" y="1320"/>
                    </a:cubicBezTo>
                    <a:cubicBezTo>
                      <a:pt x="853" y="1504"/>
                      <a:pt x="908" y="1480"/>
                      <a:pt x="700" y="1544"/>
                    </a:cubicBezTo>
                    <a:cubicBezTo>
                      <a:pt x="641" y="1537"/>
                      <a:pt x="529" y="1583"/>
                      <a:pt x="481" y="1538"/>
                    </a:cubicBezTo>
                    <a:cubicBezTo>
                      <a:pt x="457" y="1514"/>
                      <a:pt x="446" y="1466"/>
                      <a:pt x="417" y="1458"/>
                    </a:cubicBezTo>
                    <a:cubicBezTo>
                      <a:pt x="368" y="1442"/>
                      <a:pt x="335" y="1428"/>
                      <a:pt x="292" y="1392"/>
                    </a:cubicBezTo>
                    <a:cubicBezTo>
                      <a:pt x="247" y="1306"/>
                      <a:pt x="189" y="1233"/>
                      <a:pt x="141" y="1150"/>
                    </a:cubicBezTo>
                    <a:cubicBezTo>
                      <a:pt x="132" y="1115"/>
                      <a:pt x="111" y="1087"/>
                      <a:pt x="102" y="1052"/>
                    </a:cubicBezTo>
                    <a:cubicBezTo>
                      <a:pt x="81" y="969"/>
                      <a:pt x="83" y="873"/>
                      <a:pt x="52" y="793"/>
                    </a:cubicBezTo>
                    <a:cubicBezTo>
                      <a:pt x="0" y="659"/>
                      <a:pt x="50" y="828"/>
                      <a:pt x="14" y="695"/>
                    </a:cubicBezTo>
                    <a:cubicBezTo>
                      <a:pt x="18" y="582"/>
                      <a:pt x="20" y="469"/>
                      <a:pt x="27" y="356"/>
                    </a:cubicBezTo>
                    <a:cubicBezTo>
                      <a:pt x="29" y="321"/>
                      <a:pt x="55" y="224"/>
                      <a:pt x="20" y="224"/>
                    </a:cubicBezTo>
                    <a:close/>
                  </a:path>
                </a:pathLst>
              </a:custGeom>
              <a:noFill/>
              <a:ln w="28575" cap="flat" cmpd="sng">
                <a:solidFill>
                  <a:srgbClr val="0000FF"/>
                </a:solidFill>
                <a:prstDash val="dash"/>
                <a:round/>
                <a:headEnd/>
                <a:tailEnd/>
              </a:ln>
              <a:effectLst/>
            </p:spPr>
            <p:txBody>
              <a:bodyPr wrap="none" anchor="ctr"/>
              <a:lstStyle/>
              <a:p>
                <a:endParaRPr lang="zh-CN" altLang="en-US" sz="2800"/>
              </a:p>
            </p:txBody>
          </p:sp>
          <p:sp>
            <p:nvSpPr>
              <p:cNvPr id="159755" name="Line 11"/>
              <p:cNvSpPr>
                <a:spLocks noChangeShapeType="1"/>
              </p:cNvSpPr>
              <p:nvPr/>
            </p:nvSpPr>
            <p:spPr bwMode="auto">
              <a:xfrm flipV="1">
                <a:off x="2112" y="2976"/>
                <a:ext cx="109" cy="144"/>
              </a:xfrm>
              <a:prstGeom prst="line">
                <a:avLst/>
              </a:prstGeom>
              <a:noFill/>
              <a:ln w="38100">
                <a:solidFill>
                  <a:srgbClr val="FF0000"/>
                </a:solidFill>
                <a:round/>
                <a:headEnd/>
                <a:tailEnd type="triangle" w="sm" len="lg"/>
              </a:ln>
              <a:effectLst/>
            </p:spPr>
            <p:txBody>
              <a:bodyPr wrap="none" anchor="ctr"/>
              <a:lstStyle/>
              <a:p>
                <a:endParaRPr lang="zh-CN" altLang="en-US" sz="2800"/>
              </a:p>
            </p:txBody>
          </p:sp>
        </p:grpSp>
        <p:graphicFrame>
          <p:nvGraphicFramePr>
            <p:cNvPr id="159756" name="Object 12"/>
            <p:cNvGraphicFramePr>
              <a:graphicFrameLocks noChangeAspect="1"/>
            </p:cNvGraphicFramePr>
            <p:nvPr/>
          </p:nvGraphicFramePr>
          <p:xfrm>
            <a:off x="2256" y="2832"/>
            <a:ext cx="158" cy="352"/>
          </p:xfrm>
          <a:graphic>
            <a:graphicData uri="http://schemas.openxmlformats.org/presentationml/2006/ole">
              <p:oleObj spid="_x0000_s1051661" name="Equation" r:id="rId4" imgW="114120" imgH="253800" progId="Equation.3">
                <p:embed/>
              </p:oleObj>
            </a:graphicData>
          </a:graphic>
        </p:graphicFrame>
      </p:grpSp>
      <p:graphicFrame>
        <p:nvGraphicFramePr>
          <p:cNvPr id="159757" name="Object 13"/>
          <p:cNvGraphicFramePr>
            <a:graphicFrameLocks noChangeAspect="1"/>
          </p:cNvGraphicFramePr>
          <p:nvPr/>
        </p:nvGraphicFramePr>
        <p:xfrm>
          <a:off x="4038600" y="2743200"/>
          <a:ext cx="4792663" cy="1146175"/>
        </p:xfrm>
        <a:graphic>
          <a:graphicData uri="http://schemas.openxmlformats.org/presentationml/2006/ole">
            <p:oleObj spid="_x0000_s1051650" name="Equation" r:id="rId5" imgW="1790640" imgH="393480" progId="Equation.3">
              <p:embed/>
            </p:oleObj>
          </a:graphicData>
        </a:graphic>
      </p:graphicFrame>
      <p:graphicFrame>
        <p:nvGraphicFramePr>
          <p:cNvPr id="159758" name="Object 14"/>
          <p:cNvGraphicFramePr>
            <a:graphicFrameLocks noChangeAspect="1"/>
          </p:cNvGraphicFramePr>
          <p:nvPr/>
        </p:nvGraphicFramePr>
        <p:xfrm>
          <a:off x="4648200" y="4267200"/>
          <a:ext cx="3429000" cy="622300"/>
        </p:xfrm>
        <a:graphic>
          <a:graphicData uri="http://schemas.openxmlformats.org/presentationml/2006/ole">
            <p:oleObj spid="_x0000_s1051651" name="Equation" r:id="rId6" imgW="1942920" imgH="342720" progId="Equation.3">
              <p:embed/>
            </p:oleObj>
          </a:graphicData>
        </a:graphic>
      </p:graphicFrame>
      <p:graphicFrame>
        <p:nvGraphicFramePr>
          <p:cNvPr id="159759" name="Object 15"/>
          <p:cNvGraphicFramePr>
            <a:graphicFrameLocks noChangeAspect="1"/>
          </p:cNvGraphicFramePr>
          <p:nvPr/>
        </p:nvGraphicFramePr>
        <p:xfrm>
          <a:off x="5334000" y="5181600"/>
          <a:ext cx="2057400" cy="865188"/>
        </p:xfrm>
        <a:graphic>
          <a:graphicData uri="http://schemas.openxmlformats.org/presentationml/2006/ole">
            <p:oleObj spid="_x0000_s1051652" name="Equation" r:id="rId7" imgW="711000" imgH="291960" progId="Equation.3">
              <p:embed/>
            </p:oleObj>
          </a:graphicData>
        </a:graphic>
      </p:graphicFrame>
      <p:sp>
        <p:nvSpPr>
          <p:cNvPr id="159760" name="Text Box 16"/>
          <p:cNvSpPr txBox="1">
            <a:spLocks noChangeArrowheads="1"/>
          </p:cNvSpPr>
          <p:nvPr/>
        </p:nvSpPr>
        <p:spPr bwMode="auto">
          <a:xfrm>
            <a:off x="4114800" y="609600"/>
            <a:ext cx="3962400" cy="523220"/>
          </a:xfrm>
          <a:prstGeom prst="rect">
            <a:avLst/>
          </a:prstGeom>
          <a:noFill/>
          <a:ln w="9525">
            <a:noFill/>
            <a:miter lim="800000"/>
            <a:headEnd/>
            <a:tailEnd/>
          </a:ln>
          <a:effectLst/>
        </p:spPr>
        <p:txBody>
          <a:bodyPr wrap="square">
            <a:spAutoFit/>
          </a:bodyPr>
          <a:lstStyle/>
          <a:p>
            <a:pPr>
              <a:spcBef>
                <a:spcPct val="50000"/>
              </a:spcBef>
            </a:pPr>
            <a:r>
              <a:rPr lang="en-US" altLang="zh-CN" sz="2800" b="1" dirty="0" smtClean="0">
                <a:solidFill>
                  <a:srgbClr val="C00000"/>
                </a:solidFill>
              </a:rPr>
              <a:t>4.  </a:t>
            </a:r>
            <a:r>
              <a:rPr lang="zh-CN" altLang="en-US" sz="2800" dirty="0" smtClean="0">
                <a:solidFill>
                  <a:schemeClr val="tx1"/>
                </a:solidFill>
              </a:rPr>
              <a:t>电</a:t>
            </a:r>
            <a:r>
              <a:rPr lang="zh-CN" altLang="en-US" sz="2800" dirty="0">
                <a:solidFill>
                  <a:schemeClr val="tx1"/>
                </a:solidFill>
              </a:rPr>
              <a:t>流在回路之外</a:t>
            </a:r>
          </a:p>
        </p:txBody>
      </p:sp>
      <p:graphicFrame>
        <p:nvGraphicFramePr>
          <p:cNvPr id="159761" name="Object 17"/>
          <p:cNvGraphicFramePr>
            <a:graphicFrameLocks noChangeAspect="1"/>
          </p:cNvGraphicFramePr>
          <p:nvPr/>
        </p:nvGraphicFramePr>
        <p:xfrm>
          <a:off x="4267200" y="1447800"/>
          <a:ext cx="4038600" cy="1268413"/>
        </p:xfrm>
        <a:graphic>
          <a:graphicData uri="http://schemas.openxmlformats.org/presentationml/2006/ole">
            <p:oleObj spid="_x0000_s1051653" name="Equation" r:id="rId8" imgW="1498320" imgH="431640" progId="Equation.3">
              <p:embed/>
            </p:oleObj>
          </a:graphicData>
        </a:graphic>
      </p:graphicFrame>
      <p:grpSp>
        <p:nvGrpSpPr>
          <p:cNvPr id="6" name="Group 18"/>
          <p:cNvGrpSpPr>
            <a:grpSpLocks/>
          </p:cNvGrpSpPr>
          <p:nvPr/>
        </p:nvGrpSpPr>
        <p:grpSpPr bwMode="auto">
          <a:xfrm>
            <a:off x="609600" y="2895600"/>
            <a:ext cx="609600" cy="533400"/>
            <a:chOff x="432" y="1968"/>
            <a:chExt cx="384" cy="336"/>
          </a:xfrm>
        </p:grpSpPr>
        <p:sp>
          <p:nvSpPr>
            <p:cNvPr id="159763" name="AutoShape 19"/>
            <p:cNvSpPr>
              <a:spLocks noChangeArrowheads="1"/>
            </p:cNvSpPr>
            <p:nvPr/>
          </p:nvSpPr>
          <p:spPr bwMode="auto">
            <a:xfrm>
              <a:off x="432" y="1968"/>
              <a:ext cx="384" cy="336"/>
            </a:xfrm>
            <a:prstGeom prst="wedgeRectCallout">
              <a:avLst>
                <a:gd name="adj1" fmla="val 110940"/>
                <a:gd name="adj2" fmla="val 114583"/>
              </a:avLst>
            </a:prstGeom>
            <a:gradFill rotWithShape="0">
              <a:gsLst>
                <a:gs pos="0">
                  <a:schemeClr val="folHlink"/>
                </a:gs>
                <a:gs pos="100000">
                  <a:schemeClr val="bg1"/>
                </a:gs>
              </a:gsLst>
              <a:lin ang="5400000" scaled="1"/>
            </a:gradFill>
            <a:ln w="9525">
              <a:solidFill>
                <a:srgbClr val="990099"/>
              </a:solidFill>
              <a:miter lim="800000"/>
              <a:headEnd/>
              <a:tailEnd/>
            </a:ln>
            <a:effectLst/>
          </p:spPr>
          <p:txBody>
            <a:bodyPr/>
            <a:lstStyle/>
            <a:p>
              <a:pPr algn="ctr"/>
              <a:endParaRPr lang="zh-CN" altLang="en-US" sz="2800">
                <a:solidFill>
                  <a:srgbClr val="1C1C1C"/>
                </a:solidFill>
              </a:endParaRPr>
            </a:p>
          </p:txBody>
        </p:sp>
        <p:graphicFrame>
          <p:nvGraphicFramePr>
            <p:cNvPr id="159764" name="Object 20"/>
            <p:cNvGraphicFramePr>
              <a:graphicFrameLocks noChangeAspect="1"/>
            </p:cNvGraphicFramePr>
            <p:nvPr/>
          </p:nvGraphicFramePr>
          <p:xfrm>
            <a:off x="440" y="1968"/>
            <a:ext cx="376" cy="336"/>
          </p:xfrm>
          <a:graphic>
            <a:graphicData uri="http://schemas.openxmlformats.org/presentationml/2006/ole">
              <p:oleObj spid="_x0000_s1051660" name="Equation" r:id="rId9" imgW="317160" imgH="304560" progId="Equation.3">
                <p:embed/>
              </p:oleObj>
            </a:graphicData>
          </a:graphic>
        </p:graphicFrame>
      </p:grpSp>
      <p:grpSp>
        <p:nvGrpSpPr>
          <p:cNvPr id="7" name="Group 21"/>
          <p:cNvGrpSpPr>
            <a:grpSpLocks/>
          </p:cNvGrpSpPr>
          <p:nvPr/>
        </p:nvGrpSpPr>
        <p:grpSpPr bwMode="auto">
          <a:xfrm>
            <a:off x="1981200" y="3276600"/>
            <a:ext cx="612775" cy="609600"/>
            <a:chOff x="1296" y="2208"/>
            <a:chExt cx="386" cy="384"/>
          </a:xfrm>
        </p:grpSpPr>
        <p:graphicFrame>
          <p:nvGraphicFramePr>
            <p:cNvPr id="159766" name="Object 22"/>
            <p:cNvGraphicFramePr>
              <a:graphicFrameLocks noChangeAspect="1"/>
            </p:cNvGraphicFramePr>
            <p:nvPr/>
          </p:nvGraphicFramePr>
          <p:xfrm>
            <a:off x="1350" y="2208"/>
            <a:ext cx="332" cy="380"/>
          </p:xfrm>
          <a:graphic>
            <a:graphicData uri="http://schemas.openxmlformats.org/presentationml/2006/ole">
              <p:oleObj spid="_x0000_s1051659" name="Equation" r:id="rId10" imgW="291960" imgH="342720" progId="Equation.3">
                <p:embed/>
              </p:oleObj>
            </a:graphicData>
          </a:graphic>
        </p:graphicFrame>
        <p:sp>
          <p:nvSpPr>
            <p:cNvPr id="159767" name="Line 23"/>
            <p:cNvSpPr>
              <a:spLocks noChangeShapeType="1"/>
            </p:cNvSpPr>
            <p:nvPr/>
          </p:nvSpPr>
          <p:spPr bwMode="auto">
            <a:xfrm>
              <a:off x="1296" y="2352"/>
              <a:ext cx="48" cy="240"/>
            </a:xfrm>
            <a:prstGeom prst="line">
              <a:avLst/>
            </a:prstGeom>
            <a:noFill/>
            <a:ln w="38100">
              <a:solidFill>
                <a:srgbClr val="CC0099"/>
              </a:solidFill>
              <a:round/>
              <a:headEnd/>
              <a:tailEnd type="triangle" w="sm" len="lg"/>
            </a:ln>
            <a:effectLst/>
          </p:spPr>
          <p:txBody>
            <a:bodyPr wrap="none" anchor="ctr"/>
            <a:lstStyle/>
            <a:p>
              <a:endParaRPr lang="zh-CN" altLang="en-US" sz="2800"/>
            </a:p>
          </p:txBody>
        </p:sp>
      </p:grpSp>
      <p:grpSp>
        <p:nvGrpSpPr>
          <p:cNvPr id="8" name="Group 24"/>
          <p:cNvGrpSpPr>
            <a:grpSpLocks/>
          </p:cNvGrpSpPr>
          <p:nvPr/>
        </p:nvGrpSpPr>
        <p:grpSpPr bwMode="auto">
          <a:xfrm>
            <a:off x="838200" y="3657600"/>
            <a:ext cx="1219200" cy="838200"/>
            <a:chOff x="528" y="2496"/>
            <a:chExt cx="768" cy="528"/>
          </a:xfrm>
        </p:grpSpPr>
        <p:graphicFrame>
          <p:nvGraphicFramePr>
            <p:cNvPr id="159769" name="Object 25"/>
            <p:cNvGraphicFramePr>
              <a:graphicFrameLocks noChangeAspect="1"/>
            </p:cNvGraphicFramePr>
            <p:nvPr/>
          </p:nvGraphicFramePr>
          <p:xfrm>
            <a:off x="960" y="2496"/>
            <a:ext cx="336" cy="528"/>
          </p:xfrm>
          <a:graphic>
            <a:graphicData uri="http://schemas.openxmlformats.org/presentationml/2006/ole">
              <p:oleObj spid="_x0000_s1051658" name="公式" r:id="rId11" imgW="126720" imgH="215640" progId="Equation.3">
                <p:embed/>
              </p:oleObj>
            </a:graphicData>
          </a:graphic>
        </p:graphicFrame>
        <p:sp>
          <p:nvSpPr>
            <p:cNvPr id="159770" name="Freeform 26"/>
            <p:cNvSpPr>
              <a:spLocks/>
            </p:cNvSpPr>
            <p:nvPr/>
          </p:nvSpPr>
          <p:spPr bwMode="auto">
            <a:xfrm>
              <a:off x="528" y="2628"/>
              <a:ext cx="768" cy="82"/>
            </a:xfrm>
            <a:custGeom>
              <a:avLst/>
              <a:gdLst/>
              <a:ahLst/>
              <a:cxnLst>
                <a:cxn ang="0">
                  <a:pos x="0" y="82"/>
                </a:cxn>
                <a:cxn ang="0">
                  <a:pos x="768" y="0"/>
                </a:cxn>
              </a:cxnLst>
              <a:rect l="0" t="0" r="r" b="b"/>
              <a:pathLst>
                <a:path w="768" h="82">
                  <a:moveTo>
                    <a:pt x="0" y="82"/>
                  </a:moveTo>
                  <a:lnTo>
                    <a:pt x="768" y="0"/>
                  </a:lnTo>
                </a:path>
              </a:pathLst>
            </a:custGeom>
            <a:noFill/>
            <a:ln w="38100">
              <a:solidFill>
                <a:srgbClr val="FF0000"/>
              </a:solidFill>
              <a:prstDash val="dash"/>
              <a:round/>
              <a:headEnd/>
              <a:tailEnd type="triangle" w="sm" len="lg"/>
            </a:ln>
            <a:effectLst/>
          </p:spPr>
          <p:txBody>
            <a:bodyPr wrap="none" anchor="ctr"/>
            <a:lstStyle/>
            <a:p>
              <a:endParaRPr lang="zh-CN" altLang="en-US" sz="2800"/>
            </a:p>
          </p:txBody>
        </p:sp>
      </p:grpSp>
      <p:grpSp>
        <p:nvGrpSpPr>
          <p:cNvPr id="9" name="Group 27"/>
          <p:cNvGrpSpPr>
            <a:grpSpLocks/>
          </p:cNvGrpSpPr>
          <p:nvPr/>
        </p:nvGrpSpPr>
        <p:grpSpPr bwMode="auto">
          <a:xfrm>
            <a:off x="812800" y="2905125"/>
            <a:ext cx="2768600" cy="1514475"/>
            <a:chOff x="560" y="1974"/>
            <a:chExt cx="1744" cy="954"/>
          </a:xfrm>
        </p:grpSpPr>
        <p:sp>
          <p:nvSpPr>
            <p:cNvPr id="159772" name="Line 28"/>
            <p:cNvSpPr>
              <a:spLocks noChangeShapeType="1"/>
            </p:cNvSpPr>
            <p:nvPr/>
          </p:nvSpPr>
          <p:spPr bwMode="auto">
            <a:xfrm flipV="1">
              <a:off x="560" y="1974"/>
              <a:ext cx="1579" cy="699"/>
            </a:xfrm>
            <a:prstGeom prst="line">
              <a:avLst/>
            </a:prstGeom>
            <a:noFill/>
            <a:ln w="28575">
              <a:solidFill>
                <a:srgbClr val="008000"/>
              </a:solidFill>
              <a:round/>
              <a:headEnd/>
              <a:tailEnd type="triangle" w="sm" len="lg"/>
            </a:ln>
            <a:effectLst/>
          </p:spPr>
          <p:txBody>
            <a:bodyPr wrap="none" anchor="ctr"/>
            <a:lstStyle/>
            <a:p>
              <a:endParaRPr lang="zh-CN" altLang="en-US" sz="2800"/>
            </a:p>
          </p:txBody>
        </p:sp>
        <p:grpSp>
          <p:nvGrpSpPr>
            <p:cNvPr id="10" name="Group 29"/>
            <p:cNvGrpSpPr>
              <a:grpSpLocks/>
            </p:cNvGrpSpPr>
            <p:nvPr/>
          </p:nvGrpSpPr>
          <p:grpSpPr bwMode="auto">
            <a:xfrm>
              <a:off x="615" y="2400"/>
              <a:ext cx="1689" cy="528"/>
              <a:chOff x="615" y="2400"/>
              <a:chExt cx="1689" cy="528"/>
            </a:xfrm>
          </p:grpSpPr>
          <p:sp>
            <p:nvSpPr>
              <p:cNvPr id="159774" name="Line 30"/>
              <p:cNvSpPr>
                <a:spLocks noChangeShapeType="1"/>
              </p:cNvSpPr>
              <p:nvPr/>
            </p:nvSpPr>
            <p:spPr bwMode="auto">
              <a:xfrm flipV="1">
                <a:off x="615" y="2448"/>
                <a:ext cx="1689" cy="225"/>
              </a:xfrm>
              <a:prstGeom prst="line">
                <a:avLst/>
              </a:prstGeom>
              <a:noFill/>
              <a:ln w="28575">
                <a:solidFill>
                  <a:srgbClr val="008000"/>
                </a:solidFill>
                <a:round/>
                <a:headEnd/>
                <a:tailEnd type="triangle" w="sm" len="lg"/>
              </a:ln>
              <a:effectLst/>
            </p:spPr>
            <p:txBody>
              <a:bodyPr wrap="none" anchor="ctr"/>
              <a:lstStyle/>
              <a:p>
                <a:endParaRPr lang="zh-CN" altLang="en-US" sz="2800"/>
              </a:p>
            </p:txBody>
          </p:sp>
          <p:graphicFrame>
            <p:nvGraphicFramePr>
              <p:cNvPr id="159775" name="Object 31"/>
              <p:cNvGraphicFramePr>
                <a:graphicFrameLocks noChangeAspect="1"/>
              </p:cNvGraphicFramePr>
              <p:nvPr/>
            </p:nvGraphicFramePr>
            <p:xfrm>
              <a:off x="1680" y="2400"/>
              <a:ext cx="418" cy="528"/>
            </p:xfrm>
            <a:graphic>
              <a:graphicData uri="http://schemas.openxmlformats.org/presentationml/2006/ole">
                <p:oleObj spid="_x0000_s1051657" name="公式" r:id="rId12" imgW="139680" imgH="215640" progId="Equation.3">
                  <p:embed/>
                </p:oleObj>
              </a:graphicData>
            </a:graphic>
          </p:graphicFrame>
        </p:grpSp>
      </p:grpSp>
      <p:grpSp>
        <p:nvGrpSpPr>
          <p:cNvPr id="11" name="Group 32"/>
          <p:cNvGrpSpPr>
            <a:grpSpLocks/>
          </p:cNvGrpSpPr>
          <p:nvPr/>
        </p:nvGrpSpPr>
        <p:grpSpPr bwMode="auto">
          <a:xfrm>
            <a:off x="2895600" y="2905125"/>
            <a:ext cx="676275" cy="773113"/>
            <a:chOff x="1824" y="2022"/>
            <a:chExt cx="426" cy="487"/>
          </a:xfrm>
        </p:grpSpPr>
        <p:sp>
          <p:nvSpPr>
            <p:cNvPr id="159777" name="Freeform 33"/>
            <p:cNvSpPr>
              <a:spLocks/>
            </p:cNvSpPr>
            <p:nvPr/>
          </p:nvSpPr>
          <p:spPr bwMode="auto">
            <a:xfrm>
              <a:off x="2094" y="2022"/>
              <a:ext cx="156" cy="480"/>
            </a:xfrm>
            <a:custGeom>
              <a:avLst/>
              <a:gdLst/>
              <a:ahLst/>
              <a:cxnLst>
                <a:cxn ang="0">
                  <a:pos x="156" y="480"/>
                </a:cxn>
                <a:cxn ang="0">
                  <a:pos x="0" y="0"/>
                </a:cxn>
              </a:cxnLst>
              <a:rect l="0" t="0" r="r" b="b"/>
              <a:pathLst>
                <a:path w="156" h="480">
                  <a:moveTo>
                    <a:pt x="156" y="480"/>
                  </a:moveTo>
                  <a:lnTo>
                    <a:pt x="0" y="0"/>
                  </a:lnTo>
                </a:path>
              </a:pathLst>
            </a:custGeom>
            <a:noFill/>
            <a:ln w="38100">
              <a:solidFill>
                <a:srgbClr val="CC0099"/>
              </a:solidFill>
              <a:round/>
              <a:headEnd/>
              <a:tailEnd type="triangle" w="sm" len="lg"/>
            </a:ln>
            <a:effectLst/>
          </p:spPr>
          <p:txBody>
            <a:bodyPr wrap="none" anchor="ctr"/>
            <a:lstStyle/>
            <a:p>
              <a:endParaRPr lang="zh-CN" altLang="en-US" sz="2800"/>
            </a:p>
          </p:txBody>
        </p:sp>
        <p:graphicFrame>
          <p:nvGraphicFramePr>
            <p:cNvPr id="159778" name="Object 34"/>
            <p:cNvGraphicFramePr>
              <a:graphicFrameLocks noChangeAspect="1"/>
            </p:cNvGraphicFramePr>
            <p:nvPr/>
          </p:nvGraphicFramePr>
          <p:xfrm>
            <a:off x="1824" y="2112"/>
            <a:ext cx="340" cy="397"/>
          </p:xfrm>
          <a:graphic>
            <a:graphicData uri="http://schemas.openxmlformats.org/presentationml/2006/ole">
              <p:oleObj spid="_x0000_s1051656" name="Equation" r:id="rId13" imgW="304560" imgH="342720" progId="Equation.3">
                <p:embed/>
              </p:oleObj>
            </a:graphicData>
          </a:graphic>
        </p:graphicFrame>
      </p:grpSp>
      <p:grpSp>
        <p:nvGrpSpPr>
          <p:cNvPr id="12" name="Group 35"/>
          <p:cNvGrpSpPr>
            <a:grpSpLocks/>
          </p:cNvGrpSpPr>
          <p:nvPr/>
        </p:nvGrpSpPr>
        <p:grpSpPr bwMode="auto">
          <a:xfrm>
            <a:off x="1219200" y="2133600"/>
            <a:ext cx="746125" cy="1346200"/>
            <a:chOff x="864" y="1456"/>
            <a:chExt cx="422" cy="880"/>
          </a:xfrm>
        </p:grpSpPr>
        <p:sp>
          <p:nvSpPr>
            <p:cNvPr id="159780" name="Line 36"/>
            <p:cNvSpPr>
              <a:spLocks noChangeShapeType="1"/>
            </p:cNvSpPr>
            <p:nvPr/>
          </p:nvSpPr>
          <p:spPr bwMode="auto">
            <a:xfrm flipH="1" flipV="1">
              <a:off x="1152" y="1728"/>
              <a:ext cx="134" cy="608"/>
            </a:xfrm>
            <a:prstGeom prst="line">
              <a:avLst/>
            </a:prstGeom>
            <a:noFill/>
            <a:ln w="28575">
              <a:solidFill>
                <a:srgbClr val="FF3300"/>
              </a:solidFill>
              <a:round/>
              <a:headEnd/>
              <a:tailEnd type="triangle" w="sm" len="lg"/>
            </a:ln>
            <a:effectLst/>
          </p:spPr>
          <p:txBody>
            <a:bodyPr wrap="none" anchor="ctr"/>
            <a:lstStyle/>
            <a:p>
              <a:endParaRPr lang="zh-CN" altLang="en-US" sz="2800"/>
            </a:p>
          </p:txBody>
        </p:sp>
        <p:graphicFrame>
          <p:nvGraphicFramePr>
            <p:cNvPr id="159781" name="Object 37"/>
            <p:cNvGraphicFramePr>
              <a:graphicFrameLocks noChangeAspect="1"/>
            </p:cNvGraphicFramePr>
            <p:nvPr/>
          </p:nvGraphicFramePr>
          <p:xfrm>
            <a:off x="864" y="1456"/>
            <a:ext cx="336" cy="464"/>
          </p:xfrm>
          <a:graphic>
            <a:graphicData uri="http://schemas.openxmlformats.org/presentationml/2006/ole">
              <p:oleObj spid="_x0000_s1051655" name="公式" r:id="rId14" imgW="177480" imgH="228600" progId="Equation.3">
                <p:embed/>
              </p:oleObj>
            </a:graphicData>
          </a:graphic>
        </p:graphicFrame>
      </p:grpSp>
      <p:grpSp>
        <p:nvGrpSpPr>
          <p:cNvPr id="13" name="Group 38"/>
          <p:cNvGrpSpPr>
            <a:grpSpLocks/>
          </p:cNvGrpSpPr>
          <p:nvPr/>
        </p:nvGrpSpPr>
        <p:grpSpPr bwMode="auto">
          <a:xfrm>
            <a:off x="3140075" y="2019300"/>
            <a:ext cx="577850" cy="1651000"/>
            <a:chOff x="1978" y="1464"/>
            <a:chExt cx="364" cy="1040"/>
          </a:xfrm>
        </p:grpSpPr>
        <p:sp>
          <p:nvSpPr>
            <p:cNvPr id="159783" name="Freeform 39"/>
            <p:cNvSpPr>
              <a:spLocks/>
            </p:cNvSpPr>
            <p:nvPr/>
          </p:nvSpPr>
          <p:spPr bwMode="auto">
            <a:xfrm>
              <a:off x="2248" y="1860"/>
              <a:ext cx="2" cy="644"/>
            </a:xfrm>
            <a:custGeom>
              <a:avLst/>
              <a:gdLst/>
              <a:ahLst/>
              <a:cxnLst>
                <a:cxn ang="0">
                  <a:pos x="0" y="644"/>
                </a:cxn>
                <a:cxn ang="0">
                  <a:pos x="2" y="0"/>
                </a:cxn>
              </a:cxnLst>
              <a:rect l="0" t="0" r="r" b="b"/>
              <a:pathLst>
                <a:path w="2" h="644">
                  <a:moveTo>
                    <a:pt x="0" y="644"/>
                  </a:moveTo>
                  <a:lnTo>
                    <a:pt x="2" y="0"/>
                  </a:lnTo>
                </a:path>
              </a:pathLst>
            </a:custGeom>
            <a:noFill/>
            <a:ln w="28575">
              <a:solidFill>
                <a:srgbClr val="FF3300"/>
              </a:solidFill>
              <a:round/>
              <a:headEnd/>
              <a:tailEnd type="triangle" w="sm" len="lg"/>
            </a:ln>
            <a:effectLst/>
          </p:spPr>
          <p:txBody>
            <a:bodyPr wrap="none" anchor="ctr"/>
            <a:lstStyle/>
            <a:p>
              <a:endParaRPr lang="zh-CN" altLang="en-US" sz="2800"/>
            </a:p>
          </p:txBody>
        </p:sp>
        <p:graphicFrame>
          <p:nvGraphicFramePr>
            <p:cNvPr id="159784" name="Object 40"/>
            <p:cNvGraphicFramePr>
              <a:graphicFrameLocks noChangeAspect="1"/>
            </p:cNvGraphicFramePr>
            <p:nvPr/>
          </p:nvGraphicFramePr>
          <p:xfrm>
            <a:off x="1978" y="1464"/>
            <a:ext cx="364" cy="456"/>
          </p:xfrm>
          <a:graphic>
            <a:graphicData uri="http://schemas.openxmlformats.org/presentationml/2006/ole">
              <p:oleObj spid="_x0000_s1051654" name="Equation" r:id="rId15" imgW="203040" imgH="253800" progId="Equation.3">
                <p:embed/>
              </p:oleObj>
            </a:graphicData>
          </a:graphic>
        </p:graphicFrame>
      </p:grpSp>
      <p:grpSp>
        <p:nvGrpSpPr>
          <p:cNvPr id="14" name="Group 41"/>
          <p:cNvGrpSpPr>
            <a:grpSpLocks/>
          </p:cNvGrpSpPr>
          <p:nvPr/>
        </p:nvGrpSpPr>
        <p:grpSpPr bwMode="auto">
          <a:xfrm>
            <a:off x="762000" y="1752600"/>
            <a:ext cx="2819400" cy="3429000"/>
            <a:chOff x="528" y="1248"/>
            <a:chExt cx="1776" cy="2160"/>
          </a:xfrm>
        </p:grpSpPr>
        <p:sp>
          <p:nvSpPr>
            <p:cNvPr id="159786" name="Line 42"/>
            <p:cNvSpPr>
              <a:spLocks noChangeShapeType="1"/>
            </p:cNvSpPr>
            <p:nvPr/>
          </p:nvSpPr>
          <p:spPr bwMode="auto">
            <a:xfrm flipV="1">
              <a:off x="576" y="1248"/>
              <a:ext cx="1200" cy="1344"/>
            </a:xfrm>
            <a:prstGeom prst="line">
              <a:avLst/>
            </a:prstGeom>
            <a:noFill/>
            <a:ln w="28575">
              <a:solidFill>
                <a:srgbClr val="CC0000"/>
              </a:solidFill>
              <a:prstDash val="dash"/>
              <a:round/>
              <a:headEnd/>
              <a:tailEnd type="none" w="sm" len="lg"/>
            </a:ln>
            <a:effectLst/>
          </p:spPr>
          <p:txBody>
            <a:bodyPr wrap="none" anchor="ctr"/>
            <a:lstStyle/>
            <a:p>
              <a:endParaRPr lang="zh-CN" altLang="en-US" sz="2800"/>
            </a:p>
          </p:txBody>
        </p:sp>
        <p:sp>
          <p:nvSpPr>
            <p:cNvPr id="159787" name="Line 43"/>
            <p:cNvSpPr>
              <a:spLocks noChangeShapeType="1"/>
            </p:cNvSpPr>
            <p:nvPr/>
          </p:nvSpPr>
          <p:spPr bwMode="auto">
            <a:xfrm>
              <a:off x="528" y="2640"/>
              <a:ext cx="1776" cy="768"/>
            </a:xfrm>
            <a:prstGeom prst="line">
              <a:avLst/>
            </a:prstGeom>
            <a:noFill/>
            <a:ln w="28575">
              <a:solidFill>
                <a:srgbClr val="CC0000"/>
              </a:solidFill>
              <a:prstDash val="dash"/>
              <a:round/>
              <a:headEnd/>
              <a:tailEnd type="none" w="sm" len="lg"/>
            </a:ln>
            <a:effectLst/>
          </p:spPr>
          <p:txBody>
            <a:bodyPr wrap="none" anchor="ctr"/>
            <a:lstStyle/>
            <a:p>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up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up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9"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up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trips(upRigh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strips(upRigh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9"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strips(up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159761"/>
                                        </p:tgtEl>
                                        <p:attrNameLst>
                                          <p:attrName>style.visibility</p:attrName>
                                        </p:attrNameLst>
                                      </p:cBhvr>
                                      <p:to>
                                        <p:strVal val="visible"/>
                                      </p:to>
                                    </p:set>
                                    <p:animEffect transition="in" filter="blinds(vertical)">
                                      <p:cBhvr>
                                        <p:cTn id="42" dur="500"/>
                                        <p:tgtEl>
                                          <p:spTgt spid="15976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ox(ou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nodeType="clickEffect">
                                  <p:stCondLst>
                                    <p:cond delay="0"/>
                                  </p:stCondLst>
                                  <p:childTnLst>
                                    <p:set>
                                      <p:cBhvr>
                                        <p:cTn id="51" dur="1" fill="hold">
                                          <p:stCondLst>
                                            <p:cond delay="0"/>
                                          </p:stCondLst>
                                        </p:cTn>
                                        <p:tgtEl>
                                          <p:spTgt spid="159757"/>
                                        </p:tgtEl>
                                        <p:attrNameLst>
                                          <p:attrName>style.visibility</p:attrName>
                                        </p:attrNameLst>
                                      </p:cBhvr>
                                      <p:to>
                                        <p:strVal val="visible"/>
                                      </p:to>
                                    </p:set>
                                    <p:animEffect transition="in" filter="blinds(vertical)">
                                      <p:cBhvr>
                                        <p:cTn id="52" dur="500"/>
                                        <p:tgtEl>
                                          <p:spTgt spid="15975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nodeType="clickEffect">
                                  <p:stCondLst>
                                    <p:cond delay="0"/>
                                  </p:stCondLst>
                                  <p:childTnLst>
                                    <p:set>
                                      <p:cBhvr>
                                        <p:cTn id="56" dur="1" fill="hold">
                                          <p:stCondLst>
                                            <p:cond delay="0"/>
                                          </p:stCondLst>
                                        </p:cTn>
                                        <p:tgtEl>
                                          <p:spTgt spid="159758"/>
                                        </p:tgtEl>
                                        <p:attrNameLst>
                                          <p:attrName>style.visibility</p:attrName>
                                        </p:attrNameLst>
                                      </p:cBhvr>
                                      <p:to>
                                        <p:strVal val="visible"/>
                                      </p:to>
                                    </p:set>
                                    <p:animEffect transition="in" filter="blinds(vertical)">
                                      <p:cBhvr>
                                        <p:cTn id="57" dur="500"/>
                                        <p:tgtEl>
                                          <p:spTgt spid="159758"/>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3"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strips(upRight)">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5" fill="hold" nodeType="clickEffect">
                                  <p:stCondLst>
                                    <p:cond delay="0"/>
                                  </p:stCondLst>
                                  <p:childTnLst>
                                    <p:set>
                                      <p:cBhvr>
                                        <p:cTn id="66" dur="1" fill="hold">
                                          <p:stCondLst>
                                            <p:cond delay="0"/>
                                          </p:stCondLst>
                                        </p:cTn>
                                        <p:tgtEl>
                                          <p:spTgt spid="159759"/>
                                        </p:tgtEl>
                                        <p:attrNameLst>
                                          <p:attrName>style.visibility</p:attrName>
                                        </p:attrNameLst>
                                      </p:cBhvr>
                                      <p:to>
                                        <p:strVal val="visible"/>
                                      </p:to>
                                    </p:set>
                                    <p:animEffect transition="in" filter="blinds(vertical)">
                                      <p:cBhvr>
                                        <p:cTn id="67" dur="500"/>
                                        <p:tgtEl>
                                          <p:spTgt spid="159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514350" y="533400"/>
            <a:ext cx="3429000" cy="528638"/>
          </a:xfrm>
          <a:prstGeom prst="rect">
            <a:avLst/>
          </a:prstGeom>
          <a:noFill/>
          <a:ln w="9525">
            <a:noFill/>
            <a:miter lim="800000"/>
            <a:headEnd/>
            <a:tailEnd/>
          </a:ln>
          <a:effectLst/>
        </p:spPr>
        <p:txBody>
          <a:bodyPr>
            <a:spAutoFit/>
          </a:bodyPr>
          <a:lstStyle/>
          <a:p>
            <a:pPr>
              <a:spcBef>
                <a:spcPct val="50000"/>
              </a:spcBef>
            </a:pPr>
            <a:r>
              <a:rPr lang="zh-CN" altLang="en-US" sz="2800" dirty="0">
                <a:solidFill>
                  <a:schemeClr val="tx1"/>
                </a:solidFill>
              </a:rPr>
              <a:t> </a:t>
            </a:r>
            <a:r>
              <a:rPr lang="en-US" altLang="zh-CN" sz="2800" b="1" dirty="0" smtClean="0">
                <a:solidFill>
                  <a:srgbClr val="C00000"/>
                </a:solidFill>
              </a:rPr>
              <a:t>5. </a:t>
            </a:r>
            <a:r>
              <a:rPr lang="zh-CN" altLang="en-US" sz="2800" dirty="0" smtClean="0">
                <a:solidFill>
                  <a:schemeClr val="tx1"/>
                </a:solidFill>
              </a:rPr>
              <a:t>多</a:t>
            </a:r>
            <a:r>
              <a:rPr lang="zh-CN" altLang="en-US" sz="2800" dirty="0">
                <a:solidFill>
                  <a:schemeClr val="tx1"/>
                </a:solidFill>
              </a:rPr>
              <a:t>电流情况</a:t>
            </a:r>
          </a:p>
        </p:txBody>
      </p:sp>
      <p:graphicFrame>
        <p:nvGraphicFramePr>
          <p:cNvPr id="160771" name="Object 3"/>
          <p:cNvGraphicFramePr>
            <a:graphicFrameLocks noChangeAspect="1"/>
          </p:cNvGraphicFramePr>
          <p:nvPr/>
        </p:nvGraphicFramePr>
        <p:xfrm>
          <a:off x="5105400" y="685800"/>
          <a:ext cx="2819400" cy="728663"/>
        </p:xfrm>
        <a:graphic>
          <a:graphicData uri="http://schemas.openxmlformats.org/presentationml/2006/ole">
            <p:oleObj spid="_x0000_s1052674" name="公式" r:id="rId3" imgW="1002960" imgH="241200" progId="Equation.3">
              <p:embed/>
            </p:oleObj>
          </a:graphicData>
        </a:graphic>
      </p:graphicFrame>
      <p:sp>
        <p:nvSpPr>
          <p:cNvPr id="160772" name="Rectangle 4"/>
          <p:cNvSpPr>
            <a:spLocks noChangeArrowheads="1"/>
          </p:cNvSpPr>
          <p:nvPr/>
        </p:nvSpPr>
        <p:spPr bwMode="auto">
          <a:xfrm>
            <a:off x="4419600" y="2667000"/>
            <a:ext cx="4343400" cy="1639888"/>
          </a:xfrm>
          <a:prstGeom prst="rect">
            <a:avLst/>
          </a:prstGeom>
          <a:gradFill rotWithShape="0">
            <a:gsLst>
              <a:gs pos="0">
                <a:schemeClr val="accent1"/>
              </a:gs>
              <a:gs pos="100000">
                <a:srgbClr val="FFFFFF"/>
              </a:gs>
            </a:gsLst>
            <a:lin ang="5400000" scaled="1"/>
          </a:gradFill>
          <a:ln w="9525">
            <a:solidFill>
              <a:srgbClr val="990099"/>
            </a:solidFill>
            <a:miter lim="800000"/>
            <a:headEnd/>
            <a:tailEnd/>
          </a:ln>
          <a:effectLst/>
        </p:spPr>
        <p:txBody>
          <a:bodyPr>
            <a:spAutoFit/>
          </a:bodyPr>
          <a:lstStyle/>
          <a:p>
            <a:pPr>
              <a:lnSpc>
                <a:spcPct val="120000"/>
              </a:lnSpc>
              <a:spcBef>
                <a:spcPct val="50000"/>
              </a:spcBef>
            </a:pPr>
            <a:r>
              <a:rPr lang="zh-CN" altLang="en-US" sz="2800">
                <a:solidFill>
                  <a:schemeClr val="tx1"/>
                </a:solidFill>
              </a:rPr>
              <a:t>        以上结果对</a:t>
            </a:r>
            <a:r>
              <a:rPr lang="zh-CN" altLang="en-US" sz="2800">
                <a:solidFill>
                  <a:srgbClr val="CC0000"/>
                </a:solidFill>
              </a:rPr>
              <a:t>任意</a:t>
            </a:r>
            <a:r>
              <a:rPr lang="zh-CN" altLang="en-US" sz="2800">
                <a:solidFill>
                  <a:schemeClr val="tx1"/>
                </a:solidFill>
              </a:rPr>
              <a:t>形状的闭合电流（伸向无限远的电流）均成立.</a:t>
            </a:r>
          </a:p>
        </p:txBody>
      </p:sp>
      <p:graphicFrame>
        <p:nvGraphicFramePr>
          <p:cNvPr id="160773" name="Object 5"/>
          <p:cNvGraphicFramePr>
            <a:graphicFrameLocks noChangeAspect="1"/>
          </p:cNvGraphicFramePr>
          <p:nvPr/>
        </p:nvGraphicFramePr>
        <p:xfrm>
          <a:off x="4572000" y="1519238"/>
          <a:ext cx="3733800" cy="868362"/>
        </p:xfrm>
        <a:graphic>
          <a:graphicData uri="http://schemas.openxmlformats.org/presentationml/2006/ole">
            <p:oleObj spid="_x0000_s1052675" name="Equation" r:id="rId4" imgW="1282680" imgH="291960" progId="Equation.3">
              <p:embed/>
            </p:oleObj>
          </a:graphicData>
        </a:graphic>
      </p:graphicFrame>
      <p:grpSp>
        <p:nvGrpSpPr>
          <p:cNvPr id="2" name="Group 6"/>
          <p:cNvGrpSpPr>
            <a:grpSpLocks/>
          </p:cNvGrpSpPr>
          <p:nvPr/>
        </p:nvGrpSpPr>
        <p:grpSpPr bwMode="auto">
          <a:xfrm>
            <a:off x="457200" y="1366838"/>
            <a:ext cx="3505200" cy="3429000"/>
            <a:chOff x="240" y="1248"/>
            <a:chExt cx="2208" cy="2160"/>
          </a:xfrm>
        </p:grpSpPr>
        <p:sp>
          <p:nvSpPr>
            <p:cNvPr id="160775" name="Rectangle 7"/>
            <p:cNvSpPr>
              <a:spLocks noChangeArrowheads="1"/>
            </p:cNvSpPr>
            <p:nvPr/>
          </p:nvSpPr>
          <p:spPr bwMode="auto">
            <a:xfrm>
              <a:off x="240" y="1248"/>
              <a:ext cx="2208" cy="216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aphicFrame>
          <p:nvGraphicFramePr>
            <p:cNvPr id="160776" name="Object 8"/>
            <p:cNvGraphicFramePr>
              <a:graphicFrameLocks noChangeAspect="1"/>
            </p:cNvGraphicFramePr>
            <p:nvPr/>
          </p:nvGraphicFramePr>
          <p:xfrm>
            <a:off x="343" y="1816"/>
            <a:ext cx="218" cy="358"/>
          </p:xfrm>
          <a:graphic>
            <a:graphicData uri="http://schemas.openxmlformats.org/presentationml/2006/ole">
              <p:oleObj spid="_x0000_s1052677" name="公式" r:id="rId5" imgW="139680" imgH="215640" progId="Equation.3">
                <p:embed/>
              </p:oleObj>
            </a:graphicData>
          </a:graphic>
        </p:graphicFrame>
        <p:sp>
          <p:nvSpPr>
            <p:cNvPr id="160777" name="Line 9"/>
            <p:cNvSpPr>
              <a:spLocks noChangeShapeType="1"/>
            </p:cNvSpPr>
            <p:nvPr/>
          </p:nvSpPr>
          <p:spPr bwMode="auto">
            <a:xfrm flipV="1">
              <a:off x="548" y="1589"/>
              <a:ext cx="0" cy="398"/>
            </a:xfrm>
            <a:prstGeom prst="line">
              <a:avLst/>
            </a:prstGeom>
            <a:noFill/>
            <a:ln w="19050">
              <a:solidFill>
                <a:srgbClr val="FF3300"/>
              </a:solidFill>
              <a:round/>
              <a:headEnd/>
              <a:tailEnd type="triangle" w="sm" len="lg"/>
            </a:ln>
            <a:effectLst/>
          </p:spPr>
          <p:txBody>
            <a:bodyPr wrap="none" anchor="ctr"/>
            <a:lstStyle/>
            <a:p>
              <a:endParaRPr lang="zh-CN" altLang="en-US" sz="2800"/>
            </a:p>
          </p:txBody>
        </p:sp>
        <p:grpSp>
          <p:nvGrpSpPr>
            <p:cNvPr id="3" name="Group 10"/>
            <p:cNvGrpSpPr>
              <a:grpSpLocks/>
            </p:cNvGrpSpPr>
            <p:nvPr/>
          </p:nvGrpSpPr>
          <p:grpSpPr bwMode="auto">
            <a:xfrm>
              <a:off x="651" y="1475"/>
              <a:ext cx="52" cy="1706"/>
              <a:chOff x="672" y="1056"/>
              <a:chExt cx="49" cy="1440"/>
            </a:xfrm>
          </p:grpSpPr>
          <p:sp>
            <p:nvSpPr>
              <p:cNvPr id="160779" name="AutoShape 11"/>
              <p:cNvSpPr>
                <a:spLocks noChangeArrowheads="1"/>
              </p:cNvSpPr>
              <p:nvPr/>
            </p:nvSpPr>
            <p:spPr bwMode="auto">
              <a:xfrm>
                <a:off x="675" y="1200"/>
                <a:ext cx="46" cy="1108"/>
              </a:xfrm>
              <a:prstGeom prst="can">
                <a:avLst>
                  <a:gd name="adj" fmla="val 120435"/>
                </a:avLst>
              </a:prstGeom>
              <a:gradFill rotWithShape="0">
                <a:gsLst>
                  <a:gs pos="0">
                    <a:srgbClr val="E8E6E4">
                      <a:gamma/>
                      <a:shade val="46275"/>
                      <a:invGamma/>
                    </a:srgbClr>
                  </a:gs>
                  <a:gs pos="50000">
                    <a:srgbClr val="E8E6E4"/>
                  </a:gs>
                  <a:gs pos="100000">
                    <a:srgbClr val="E8E6E4">
                      <a:gamma/>
                      <a:shade val="46275"/>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60780" name="Line 12"/>
              <p:cNvSpPr>
                <a:spLocks noChangeShapeType="1"/>
              </p:cNvSpPr>
              <p:nvPr/>
            </p:nvSpPr>
            <p:spPr bwMode="auto">
              <a:xfrm>
                <a:off x="672" y="2256"/>
                <a:ext cx="0" cy="240"/>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81" name="Line 13"/>
              <p:cNvSpPr>
                <a:spLocks noChangeShapeType="1"/>
              </p:cNvSpPr>
              <p:nvPr/>
            </p:nvSpPr>
            <p:spPr bwMode="auto">
              <a:xfrm>
                <a:off x="720" y="2256"/>
                <a:ext cx="0" cy="240"/>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82" name="Line 14"/>
              <p:cNvSpPr>
                <a:spLocks noChangeShapeType="1"/>
              </p:cNvSpPr>
              <p:nvPr/>
            </p:nvSpPr>
            <p:spPr bwMode="auto">
              <a:xfrm>
                <a:off x="672" y="1056"/>
                <a:ext cx="0" cy="240"/>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83" name="Line 15"/>
              <p:cNvSpPr>
                <a:spLocks noChangeShapeType="1"/>
              </p:cNvSpPr>
              <p:nvPr/>
            </p:nvSpPr>
            <p:spPr bwMode="auto">
              <a:xfrm>
                <a:off x="720" y="1056"/>
                <a:ext cx="0" cy="240"/>
              </a:xfrm>
              <a:prstGeom prst="line">
                <a:avLst/>
              </a:prstGeom>
              <a:noFill/>
              <a:ln w="9525">
                <a:solidFill>
                  <a:schemeClr val="tx1"/>
                </a:solidFill>
                <a:prstDash val="dash"/>
                <a:round/>
                <a:headEnd/>
                <a:tailEnd/>
              </a:ln>
              <a:effectLst/>
            </p:spPr>
            <p:txBody>
              <a:bodyPr wrap="none"/>
              <a:lstStyle/>
              <a:p>
                <a:endParaRPr lang="zh-CN" altLang="en-US" sz="2800"/>
              </a:p>
            </p:txBody>
          </p:sp>
        </p:grpSp>
        <p:sp>
          <p:nvSpPr>
            <p:cNvPr id="160784" name="AutoShape 16"/>
            <p:cNvSpPr>
              <a:spLocks noChangeArrowheads="1"/>
            </p:cNvSpPr>
            <p:nvPr/>
          </p:nvSpPr>
          <p:spPr bwMode="auto">
            <a:xfrm>
              <a:off x="1422" y="2481"/>
              <a:ext cx="49" cy="472"/>
            </a:xfrm>
            <a:prstGeom prst="can">
              <a:avLst>
                <a:gd name="adj" fmla="val 85757"/>
              </a:avLst>
            </a:prstGeom>
            <a:gradFill rotWithShape="0">
              <a:gsLst>
                <a:gs pos="0">
                  <a:schemeClr val="bg2">
                    <a:gamma/>
                    <a:shade val="56078"/>
                    <a:invGamma/>
                  </a:schemeClr>
                </a:gs>
                <a:gs pos="50000">
                  <a:schemeClr val="bg2"/>
                </a:gs>
                <a:gs pos="100000">
                  <a:schemeClr val="bg2">
                    <a:gamma/>
                    <a:shade val="56078"/>
                    <a:invGamma/>
                  </a:schemeClr>
                </a:gs>
              </a:gsLst>
              <a:lin ang="0" scaled="1"/>
            </a:gradFill>
            <a:ln w="9525">
              <a:solidFill>
                <a:schemeClr val="tx1"/>
              </a:solidFill>
              <a:round/>
              <a:headEnd/>
              <a:tailEnd/>
            </a:ln>
            <a:effectLst/>
          </p:spPr>
          <p:txBody>
            <a:bodyPr wrap="none" anchor="ctr"/>
            <a:lstStyle/>
            <a:p>
              <a:endParaRPr lang="zh-CN" altLang="en-US" sz="2800"/>
            </a:p>
          </p:txBody>
        </p:sp>
        <p:sp>
          <p:nvSpPr>
            <p:cNvPr id="160785" name="Line 17"/>
            <p:cNvSpPr>
              <a:spLocks noChangeShapeType="1"/>
            </p:cNvSpPr>
            <p:nvPr/>
          </p:nvSpPr>
          <p:spPr bwMode="auto">
            <a:xfrm>
              <a:off x="1421" y="2896"/>
              <a:ext cx="0" cy="285"/>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86" name="Line 18"/>
            <p:cNvSpPr>
              <a:spLocks noChangeShapeType="1"/>
            </p:cNvSpPr>
            <p:nvPr/>
          </p:nvSpPr>
          <p:spPr bwMode="auto">
            <a:xfrm>
              <a:off x="1472" y="2896"/>
              <a:ext cx="0" cy="285"/>
            </a:xfrm>
            <a:prstGeom prst="line">
              <a:avLst/>
            </a:prstGeom>
            <a:noFill/>
            <a:ln w="9525">
              <a:solidFill>
                <a:schemeClr val="tx1"/>
              </a:solidFill>
              <a:prstDash val="dash"/>
              <a:round/>
              <a:headEnd/>
              <a:tailEnd/>
            </a:ln>
            <a:effectLst/>
          </p:spPr>
          <p:txBody>
            <a:bodyPr wrap="none"/>
            <a:lstStyle/>
            <a:p>
              <a:endParaRPr lang="zh-CN" altLang="en-US" sz="2800"/>
            </a:p>
          </p:txBody>
        </p:sp>
        <p:graphicFrame>
          <p:nvGraphicFramePr>
            <p:cNvPr id="160787" name="Object 19"/>
            <p:cNvGraphicFramePr>
              <a:graphicFrameLocks noChangeAspect="1"/>
            </p:cNvGraphicFramePr>
            <p:nvPr/>
          </p:nvGraphicFramePr>
          <p:xfrm>
            <a:off x="1062" y="1646"/>
            <a:ext cx="254" cy="356"/>
          </p:xfrm>
          <a:graphic>
            <a:graphicData uri="http://schemas.openxmlformats.org/presentationml/2006/ole">
              <p:oleObj spid="_x0000_s1052678" name="公式" r:id="rId6" imgW="164880" imgH="215640" progId="Equation.3">
                <p:embed/>
              </p:oleObj>
            </a:graphicData>
          </a:graphic>
        </p:graphicFrame>
        <p:sp>
          <p:nvSpPr>
            <p:cNvPr id="160788" name="Line 20"/>
            <p:cNvSpPr>
              <a:spLocks noChangeShapeType="1"/>
            </p:cNvSpPr>
            <p:nvPr/>
          </p:nvSpPr>
          <p:spPr bwMode="auto">
            <a:xfrm flipV="1">
              <a:off x="1318" y="1532"/>
              <a:ext cx="0" cy="398"/>
            </a:xfrm>
            <a:prstGeom prst="line">
              <a:avLst/>
            </a:prstGeom>
            <a:noFill/>
            <a:ln w="19050">
              <a:solidFill>
                <a:srgbClr val="FF3300"/>
              </a:solidFill>
              <a:round/>
              <a:headEnd/>
              <a:tailEnd type="triangle" w="sm" len="lg"/>
            </a:ln>
            <a:effectLst/>
          </p:spPr>
          <p:txBody>
            <a:bodyPr wrap="none" anchor="ctr"/>
            <a:lstStyle/>
            <a:p>
              <a:endParaRPr lang="zh-CN" altLang="en-US" sz="2800"/>
            </a:p>
          </p:txBody>
        </p:sp>
        <p:sp>
          <p:nvSpPr>
            <p:cNvPr id="160789" name="Line 21"/>
            <p:cNvSpPr>
              <a:spLocks noChangeShapeType="1"/>
            </p:cNvSpPr>
            <p:nvPr/>
          </p:nvSpPr>
          <p:spPr bwMode="auto">
            <a:xfrm>
              <a:off x="1421" y="1362"/>
              <a:ext cx="0" cy="284"/>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90" name="Line 22"/>
            <p:cNvSpPr>
              <a:spLocks noChangeShapeType="1"/>
            </p:cNvSpPr>
            <p:nvPr/>
          </p:nvSpPr>
          <p:spPr bwMode="auto">
            <a:xfrm>
              <a:off x="1472" y="1362"/>
              <a:ext cx="0" cy="284"/>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91" name="AutoShape 23"/>
            <p:cNvSpPr>
              <a:spLocks noChangeArrowheads="1"/>
            </p:cNvSpPr>
            <p:nvPr/>
          </p:nvSpPr>
          <p:spPr bwMode="auto">
            <a:xfrm>
              <a:off x="1729" y="2499"/>
              <a:ext cx="51" cy="454"/>
            </a:xfrm>
            <a:prstGeom prst="can">
              <a:avLst>
                <a:gd name="adj" fmla="val 79252"/>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a:effectLst/>
          </p:spPr>
          <p:txBody>
            <a:bodyPr wrap="none" anchor="ctr"/>
            <a:lstStyle/>
            <a:p>
              <a:endParaRPr lang="zh-CN" altLang="en-US" sz="2800"/>
            </a:p>
          </p:txBody>
        </p:sp>
        <p:sp>
          <p:nvSpPr>
            <p:cNvPr id="160792" name="Line 24"/>
            <p:cNvSpPr>
              <a:spLocks noChangeShapeType="1"/>
            </p:cNvSpPr>
            <p:nvPr/>
          </p:nvSpPr>
          <p:spPr bwMode="auto">
            <a:xfrm>
              <a:off x="1729" y="2896"/>
              <a:ext cx="0" cy="285"/>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93" name="Line 25"/>
            <p:cNvSpPr>
              <a:spLocks noChangeShapeType="1"/>
            </p:cNvSpPr>
            <p:nvPr/>
          </p:nvSpPr>
          <p:spPr bwMode="auto">
            <a:xfrm>
              <a:off x="1780" y="2896"/>
              <a:ext cx="0" cy="285"/>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94" name="Line 26"/>
            <p:cNvSpPr>
              <a:spLocks noChangeShapeType="1"/>
            </p:cNvSpPr>
            <p:nvPr/>
          </p:nvSpPr>
          <p:spPr bwMode="auto">
            <a:xfrm>
              <a:off x="1729" y="1362"/>
              <a:ext cx="0" cy="284"/>
            </a:xfrm>
            <a:prstGeom prst="line">
              <a:avLst/>
            </a:prstGeom>
            <a:noFill/>
            <a:ln w="9525">
              <a:solidFill>
                <a:schemeClr val="tx1"/>
              </a:solidFill>
              <a:prstDash val="dash"/>
              <a:round/>
              <a:headEnd/>
              <a:tailEnd/>
            </a:ln>
            <a:effectLst/>
          </p:spPr>
          <p:txBody>
            <a:bodyPr wrap="none"/>
            <a:lstStyle/>
            <a:p>
              <a:endParaRPr lang="zh-CN" altLang="en-US" sz="2800"/>
            </a:p>
          </p:txBody>
        </p:sp>
        <p:sp>
          <p:nvSpPr>
            <p:cNvPr id="160795" name="Line 27"/>
            <p:cNvSpPr>
              <a:spLocks noChangeShapeType="1"/>
            </p:cNvSpPr>
            <p:nvPr/>
          </p:nvSpPr>
          <p:spPr bwMode="auto">
            <a:xfrm>
              <a:off x="1780" y="1362"/>
              <a:ext cx="0" cy="284"/>
            </a:xfrm>
            <a:prstGeom prst="line">
              <a:avLst/>
            </a:prstGeom>
            <a:noFill/>
            <a:ln w="9525">
              <a:solidFill>
                <a:schemeClr val="tx1"/>
              </a:solidFill>
              <a:prstDash val="dash"/>
              <a:round/>
              <a:headEnd/>
              <a:tailEnd/>
            </a:ln>
            <a:effectLst/>
          </p:spPr>
          <p:txBody>
            <a:bodyPr wrap="none"/>
            <a:lstStyle/>
            <a:p>
              <a:endParaRPr lang="zh-CN" altLang="en-US" sz="2800"/>
            </a:p>
          </p:txBody>
        </p:sp>
        <p:graphicFrame>
          <p:nvGraphicFramePr>
            <p:cNvPr id="160796" name="Object 28"/>
            <p:cNvGraphicFramePr>
              <a:graphicFrameLocks noChangeAspect="1"/>
            </p:cNvGraphicFramePr>
            <p:nvPr/>
          </p:nvGraphicFramePr>
          <p:xfrm>
            <a:off x="1935" y="1589"/>
            <a:ext cx="235" cy="383"/>
          </p:xfrm>
          <a:graphic>
            <a:graphicData uri="http://schemas.openxmlformats.org/presentationml/2006/ole">
              <p:oleObj spid="_x0000_s1052679" name="公式" r:id="rId7" imgW="152280" imgH="228600" progId="Equation.3">
                <p:embed/>
              </p:oleObj>
            </a:graphicData>
          </a:graphic>
        </p:graphicFrame>
        <p:sp>
          <p:nvSpPr>
            <p:cNvPr id="160797" name="Line 29"/>
            <p:cNvSpPr>
              <a:spLocks noChangeShapeType="1"/>
            </p:cNvSpPr>
            <p:nvPr/>
          </p:nvSpPr>
          <p:spPr bwMode="auto">
            <a:xfrm>
              <a:off x="1883" y="1589"/>
              <a:ext cx="0" cy="398"/>
            </a:xfrm>
            <a:prstGeom prst="line">
              <a:avLst/>
            </a:prstGeom>
            <a:noFill/>
            <a:ln w="19050">
              <a:solidFill>
                <a:srgbClr val="FF3300"/>
              </a:solidFill>
              <a:round/>
              <a:headEnd/>
              <a:tailEnd type="triangle" w="sm" len="lg"/>
            </a:ln>
            <a:effectLst/>
          </p:spPr>
          <p:txBody>
            <a:bodyPr wrap="none" anchor="ctr"/>
            <a:lstStyle/>
            <a:p>
              <a:endParaRPr lang="zh-CN" altLang="en-US" sz="2800"/>
            </a:p>
          </p:txBody>
        </p:sp>
        <p:grpSp>
          <p:nvGrpSpPr>
            <p:cNvPr id="4" name="Group 30"/>
            <p:cNvGrpSpPr>
              <a:grpSpLocks/>
            </p:cNvGrpSpPr>
            <p:nvPr/>
          </p:nvGrpSpPr>
          <p:grpSpPr bwMode="auto">
            <a:xfrm>
              <a:off x="850" y="2016"/>
              <a:ext cx="1598" cy="714"/>
              <a:chOff x="850" y="2016"/>
              <a:chExt cx="1598" cy="714"/>
            </a:xfrm>
          </p:grpSpPr>
          <p:grpSp>
            <p:nvGrpSpPr>
              <p:cNvPr id="5" name="Group 31"/>
              <p:cNvGrpSpPr>
                <a:grpSpLocks/>
              </p:cNvGrpSpPr>
              <p:nvPr/>
            </p:nvGrpSpPr>
            <p:grpSpPr bwMode="auto">
              <a:xfrm>
                <a:off x="850" y="2016"/>
                <a:ext cx="1369" cy="525"/>
                <a:chOff x="858" y="1695"/>
                <a:chExt cx="1280" cy="443"/>
              </a:xfrm>
            </p:grpSpPr>
            <p:sp>
              <p:nvSpPr>
                <p:cNvPr id="160800" name="Oval 32"/>
                <p:cNvSpPr>
                  <a:spLocks noChangeArrowheads="1"/>
                </p:cNvSpPr>
                <p:nvPr/>
              </p:nvSpPr>
              <p:spPr bwMode="auto">
                <a:xfrm>
                  <a:off x="858" y="1695"/>
                  <a:ext cx="1280" cy="443"/>
                </a:xfrm>
                <a:prstGeom prst="ellipse">
                  <a:avLst/>
                </a:prstGeom>
                <a:solidFill>
                  <a:schemeClr val="accent2"/>
                </a:solidFill>
                <a:ln w="38100">
                  <a:solidFill>
                    <a:srgbClr val="6600CC"/>
                  </a:solidFill>
                  <a:round/>
                  <a:headEnd/>
                  <a:tailEnd/>
                </a:ln>
                <a:effectLst/>
              </p:spPr>
              <p:txBody>
                <a:bodyPr wrap="none" anchor="ctr"/>
                <a:lstStyle/>
                <a:p>
                  <a:endParaRPr lang="zh-CN" altLang="en-US" sz="2800"/>
                </a:p>
              </p:txBody>
            </p:sp>
            <p:sp>
              <p:nvSpPr>
                <p:cNvPr id="160801" name="Line 33"/>
                <p:cNvSpPr>
                  <a:spLocks noChangeShapeType="1"/>
                </p:cNvSpPr>
                <p:nvPr/>
              </p:nvSpPr>
              <p:spPr bwMode="auto">
                <a:xfrm>
                  <a:off x="1536" y="2134"/>
                  <a:ext cx="91" cy="0"/>
                </a:xfrm>
                <a:prstGeom prst="line">
                  <a:avLst/>
                </a:prstGeom>
                <a:noFill/>
                <a:ln w="38100">
                  <a:solidFill>
                    <a:srgbClr val="FF3300"/>
                  </a:solidFill>
                  <a:round/>
                  <a:headEnd/>
                  <a:tailEnd type="triangle" w="sm" len="lg"/>
                </a:ln>
                <a:effectLst/>
              </p:spPr>
              <p:txBody>
                <a:bodyPr wrap="none" anchor="ctr"/>
                <a:lstStyle/>
                <a:p>
                  <a:endParaRPr lang="zh-CN" altLang="en-US" sz="2800"/>
                </a:p>
              </p:txBody>
            </p:sp>
          </p:grpSp>
          <p:graphicFrame>
            <p:nvGraphicFramePr>
              <p:cNvPr id="160802" name="Object 34"/>
              <p:cNvGraphicFramePr>
                <a:graphicFrameLocks noChangeAspect="1"/>
              </p:cNvGraphicFramePr>
              <p:nvPr/>
            </p:nvGraphicFramePr>
            <p:xfrm>
              <a:off x="2078" y="2407"/>
              <a:ext cx="370" cy="323"/>
            </p:xfrm>
            <a:graphic>
              <a:graphicData uri="http://schemas.openxmlformats.org/presentationml/2006/ole">
                <p:oleObj spid="_x0000_s1052680" name="Equation" r:id="rId8" imgW="114120" imgH="253800" progId="Equation.3">
                  <p:embed/>
                </p:oleObj>
              </a:graphicData>
            </a:graphic>
          </p:graphicFrame>
        </p:grpSp>
        <p:sp>
          <p:nvSpPr>
            <p:cNvPr id="160803" name="AutoShape 35"/>
            <p:cNvSpPr>
              <a:spLocks noChangeArrowheads="1"/>
            </p:cNvSpPr>
            <p:nvPr/>
          </p:nvSpPr>
          <p:spPr bwMode="auto">
            <a:xfrm>
              <a:off x="1730" y="1589"/>
              <a:ext cx="49" cy="734"/>
            </a:xfrm>
            <a:prstGeom prst="can">
              <a:avLst>
                <a:gd name="adj" fmla="val 133360"/>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a:effectLst/>
          </p:spPr>
          <p:txBody>
            <a:bodyPr wrap="none" anchor="ctr"/>
            <a:lstStyle/>
            <a:p>
              <a:endParaRPr lang="zh-CN" altLang="en-US" sz="2800"/>
            </a:p>
          </p:txBody>
        </p:sp>
        <p:sp>
          <p:nvSpPr>
            <p:cNvPr id="160804" name="AutoShape 36"/>
            <p:cNvSpPr>
              <a:spLocks noChangeArrowheads="1"/>
            </p:cNvSpPr>
            <p:nvPr/>
          </p:nvSpPr>
          <p:spPr bwMode="auto">
            <a:xfrm>
              <a:off x="1422" y="1589"/>
              <a:ext cx="49" cy="734"/>
            </a:xfrm>
            <a:prstGeom prst="can">
              <a:avLst>
                <a:gd name="adj" fmla="val 133360"/>
              </a:avLst>
            </a:prstGeom>
            <a:gradFill rotWithShape="0">
              <a:gsLst>
                <a:gs pos="0">
                  <a:schemeClr val="bg2">
                    <a:gamma/>
                    <a:shade val="56078"/>
                    <a:invGamma/>
                  </a:schemeClr>
                </a:gs>
                <a:gs pos="50000">
                  <a:schemeClr val="bg2"/>
                </a:gs>
                <a:gs pos="100000">
                  <a:schemeClr val="bg2">
                    <a:gamma/>
                    <a:shade val="56078"/>
                    <a:invGamma/>
                  </a:schemeClr>
                </a:gs>
              </a:gsLst>
              <a:lin ang="0" scaled="1"/>
            </a:gradFill>
            <a:ln w="9525">
              <a:solidFill>
                <a:schemeClr val="tx1"/>
              </a:solidFill>
              <a:round/>
              <a:headEnd/>
              <a:tailEnd/>
            </a:ln>
            <a:effectLst/>
          </p:spPr>
          <p:txBody>
            <a:bodyPr wrap="none" anchor="ctr"/>
            <a:lstStyle/>
            <a:p>
              <a:endParaRPr lang="zh-CN" altLang="en-US" sz="2800"/>
            </a:p>
          </p:txBody>
        </p:sp>
      </p:grpSp>
      <p:grpSp>
        <p:nvGrpSpPr>
          <p:cNvPr id="6" name="Group 37"/>
          <p:cNvGrpSpPr>
            <a:grpSpLocks/>
          </p:cNvGrpSpPr>
          <p:nvPr/>
        </p:nvGrpSpPr>
        <p:grpSpPr bwMode="auto">
          <a:xfrm>
            <a:off x="609600" y="4724400"/>
            <a:ext cx="7510463" cy="1274763"/>
            <a:chOff x="384" y="3168"/>
            <a:chExt cx="4731" cy="803"/>
          </a:xfrm>
        </p:grpSpPr>
        <p:sp>
          <p:nvSpPr>
            <p:cNvPr id="160806" name="Text Box 38"/>
            <p:cNvSpPr txBox="1">
              <a:spLocks noChangeArrowheads="1"/>
            </p:cNvSpPr>
            <p:nvPr/>
          </p:nvSpPr>
          <p:spPr bwMode="auto">
            <a:xfrm>
              <a:off x="384" y="3408"/>
              <a:ext cx="2448" cy="327"/>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Char char="Ø"/>
              </a:pPr>
              <a:r>
                <a:rPr lang="zh-CN" altLang="en-US" sz="2800">
                  <a:solidFill>
                    <a:srgbClr val="CC0000"/>
                  </a:solidFill>
                </a:rPr>
                <a:t>   安培环路定理</a:t>
              </a:r>
            </a:p>
          </p:txBody>
        </p:sp>
        <p:graphicFrame>
          <p:nvGraphicFramePr>
            <p:cNvPr id="160807" name="Object 39"/>
            <p:cNvGraphicFramePr>
              <a:graphicFrameLocks noChangeAspect="1"/>
            </p:cNvGraphicFramePr>
            <p:nvPr/>
          </p:nvGraphicFramePr>
          <p:xfrm>
            <a:off x="3120" y="3168"/>
            <a:ext cx="1995" cy="803"/>
          </p:xfrm>
          <a:graphic>
            <a:graphicData uri="http://schemas.openxmlformats.org/presentationml/2006/ole">
              <p:oleObj spid="_x0000_s1052676" name="Equation" r:id="rId9" imgW="1066680" imgH="4698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60771"/>
                                        </p:tgtEl>
                                        <p:attrNameLst>
                                          <p:attrName>style.visibility</p:attrName>
                                        </p:attrNameLst>
                                      </p:cBhvr>
                                      <p:to>
                                        <p:strVal val="visible"/>
                                      </p:to>
                                    </p:set>
                                    <p:animEffect transition="in" filter="blinds(vertical)">
                                      <p:cBhvr>
                                        <p:cTn id="7" dur="500"/>
                                        <p:tgtEl>
                                          <p:spTgt spid="1607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0773"/>
                                        </p:tgtEl>
                                        <p:attrNameLst>
                                          <p:attrName>style.visibility</p:attrName>
                                        </p:attrNameLst>
                                      </p:cBhvr>
                                      <p:to>
                                        <p:strVal val="visible"/>
                                      </p:to>
                                    </p:set>
                                    <p:animEffect transition="in" filter="blinds(vertical)">
                                      <p:cBhvr>
                                        <p:cTn id="12" dur="500"/>
                                        <p:tgtEl>
                                          <p:spTgt spid="1607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60772"/>
                                        </p:tgtEl>
                                        <p:attrNameLst>
                                          <p:attrName>style.visibility</p:attrName>
                                        </p:attrNameLst>
                                      </p:cBhvr>
                                      <p:to>
                                        <p:strVal val="visible"/>
                                      </p:to>
                                    </p:set>
                                    <p:animEffect transition="in" filter="blinds(vertical)">
                                      <p:cBhvr>
                                        <p:cTn id="17" dur="500"/>
                                        <p:tgtEl>
                                          <p:spTgt spid="16077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a:grpSpLocks/>
          </p:cNvGrpSpPr>
          <p:nvPr/>
        </p:nvGrpSpPr>
        <p:grpSpPr bwMode="auto">
          <a:xfrm>
            <a:off x="838200" y="609600"/>
            <a:ext cx="7086600" cy="1371600"/>
            <a:chOff x="528" y="480"/>
            <a:chExt cx="4464" cy="864"/>
          </a:xfrm>
        </p:grpSpPr>
        <p:sp>
          <p:nvSpPr>
            <p:cNvPr id="161795" name="Text Box 3"/>
            <p:cNvSpPr txBox="1">
              <a:spLocks noChangeArrowheads="1"/>
            </p:cNvSpPr>
            <p:nvPr/>
          </p:nvSpPr>
          <p:spPr bwMode="auto">
            <a:xfrm>
              <a:off x="528" y="729"/>
              <a:ext cx="2400" cy="327"/>
            </a:xfrm>
            <a:prstGeom prst="rect">
              <a:avLst/>
            </a:prstGeom>
            <a:noFill/>
            <a:ln w="9525">
              <a:noFill/>
              <a:miter lim="800000"/>
              <a:headEnd/>
              <a:tailEnd/>
            </a:ln>
            <a:effectLst/>
          </p:spPr>
          <p:txBody>
            <a:bodyPr>
              <a:spAutoFit/>
            </a:bodyPr>
            <a:lstStyle/>
            <a:p>
              <a:pPr>
                <a:spcBef>
                  <a:spcPct val="50000"/>
                </a:spcBef>
                <a:buClr>
                  <a:srgbClr val="3333FF"/>
                </a:buClr>
                <a:buFont typeface="Wingdings" pitchFamily="2" charset="2"/>
                <a:buChar char="Ø"/>
              </a:pPr>
              <a:r>
                <a:rPr lang="zh-CN" altLang="en-US" sz="2800">
                  <a:solidFill>
                    <a:schemeClr val="tx1"/>
                  </a:solidFill>
                </a:rPr>
                <a:t>     安培环路定理</a:t>
              </a:r>
            </a:p>
          </p:txBody>
        </p:sp>
        <p:graphicFrame>
          <p:nvGraphicFramePr>
            <p:cNvPr id="161796" name="Object 4"/>
            <p:cNvGraphicFramePr>
              <a:graphicFrameLocks noChangeAspect="1"/>
            </p:cNvGraphicFramePr>
            <p:nvPr/>
          </p:nvGraphicFramePr>
          <p:xfrm>
            <a:off x="2880" y="480"/>
            <a:ext cx="2112" cy="864"/>
          </p:xfrm>
          <a:graphic>
            <a:graphicData uri="http://schemas.openxmlformats.org/presentationml/2006/ole">
              <p:oleObj spid="_x0000_s1053704" name="Equation" r:id="rId3" imgW="1079280" imgH="495000" progId="Equation.3">
                <p:embed/>
              </p:oleObj>
            </a:graphicData>
          </a:graphic>
        </p:graphicFrame>
      </p:grpSp>
      <p:grpSp>
        <p:nvGrpSpPr>
          <p:cNvPr id="3" name="Group 22"/>
          <p:cNvGrpSpPr>
            <a:grpSpLocks/>
          </p:cNvGrpSpPr>
          <p:nvPr/>
        </p:nvGrpSpPr>
        <p:grpSpPr bwMode="auto">
          <a:xfrm>
            <a:off x="381000" y="2057400"/>
            <a:ext cx="8474075" cy="1630363"/>
            <a:chOff x="326" y="1584"/>
            <a:chExt cx="5338" cy="1027"/>
          </a:xfrm>
        </p:grpSpPr>
        <p:sp>
          <p:nvSpPr>
            <p:cNvPr id="161798" name="Text Box 6"/>
            <p:cNvSpPr txBox="1">
              <a:spLocks noChangeArrowheads="1"/>
            </p:cNvSpPr>
            <p:nvPr/>
          </p:nvSpPr>
          <p:spPr bwMode="auto">
            <a:xfrm>
              <a:off x="326" y="1584"/>
              <a:ext cx="5338" cy="1027"/>
            </a:xfrm>
            <a:prstGeom prst="rect">
              <a:avLst/>
            </a:prstGeom>
            <a:noFill/>
            <a:ln w="9525">
              <a:noFill/>
              <a:miter lim="800000"/>
              <a:headEnd/>
              <a:tailEnd/>
            </a:ln>
            <a:effectLst/>
          </p:spPr>
          <p:txBody>
            <a:bodyPr>
              <a:spAutoFit/>
            </a:bodyPr>
            <a:lstStyle/>
            <a:p>
              <a:pPr>
                <a:lnSpc>
                  <a:spcPct val="120000"/>
                </a:lnSpc>
              </a:pPr>
              <a:r>
                <a:rPr lang="zh-CN" altLang="en-US" sz="2800" dirty="0">
                  <a:solidFill>
                    <a:srgbClr val="1C1C1C"/>
                  </a:solidFill>
                </a:rPr>
                <a:t>         即在真空的稳恒磁场中，磁感应强度      沿任一闭合路径的积分的值，等于       乘以该闭合路径所包围的各电流的代数和.</a:t>
              </a:r>
            </a:p>
          </p:txBody>
        </p:sp>
        <p:graphicFrame>
          <p:nvGraphicFramePr>
            <p:cNvPr id="161799" name="Object 7"/>
            <p:cNvGraphicFramePr>
              <a:graphicFrameLocks noChangeAspect="1"/>
            </p:cNvGraphicFramePr>
            <p:nvPr/>
          </p:nvGraphicFramePr>
          <p:xfrm>
            <a:off x="4512" y="1584"/>
            <a:ext cx="292" cy="335"/>
          </p:xfrm>
          <a:graphic>
            <a:graphicData uri="http://schemas.openxmlformats.org/presentationml/2006/ole">
              <p:oleObj spid="_x0000_s1053702" name="Equation" r:id="rId4" imgW="152280" imgH="190440" progId="Equation.3">
                <p:embed/>
              </p:oleObj>
            </a:graphicData>
          </a:graphic>
        </p:graphicFrame>
        <p:graphicFrame>
          <p:nvGraphicFramePr>
            <p:cNvPr id="161800" name="Object 8"/>
            <p:cNvGraphicFramePr>
              <a:graphicFrameLocks noChangeAspect="1"/>
            </p:cNvGraphicFramePr>
            <p:nvPr/>
          </p:nvGraphicFramePr>
          <p:xfrm>
            <a:off x="3120" y="1872"/>
            <a:ext cx="365" cy="436"/>
          </p:xfrm>
          <a:graphic>
            <a:graphicData uri="http://schemas.openxmlformats.org/presentationml/2006/ole">
              <p:oleObj spid="_x0000_s1053703" name="Equation" r:id="rId5" imgW="190440" imgH="228600" progId="Equation.3">
                <p:embed/>
              </p:oleObj>
            </a:graphicData>
          </a:graphic>
        </p:graphicFrame>
      </p:grpSp>
      <p:grpSp>
        <p:nvGrpSpPr>
          <p:cNvPr id="4" name="Group 25"/>
          <p:cNvGrpSpPr>
            <a:grpSpLocks/>
          </p:cNvGrpSpPr>
          <p:nvPr/>
        </p:nvGrpSpPr>
        <p:grpSpPr bwMode="auto">
          <a:xfrm>
            <a:off x="457200" y="3733800"/>
            <a:ext cx="8304213" cy="2286000"/>
            <a:chOff x="288" y="2496"/>
            <a:chExt cx="5231" cy="1440"/>
          </a:xfrm>
        </p:grpSpPr>
        <p:grpSp>
          <p:nvGrpSpPr>
            <p:cNvPr id="5" name="Group 23"/>
            <p:cNvGrpSpPr>
              <a:grpSpLocks/>
            </p:cNvGrpSpPr>
            <p:nvPr/>
          </p:nvGrpSpPr>
          <p:grpSpPr bwMode="auto">
            <a:xfrm>
              <a:off x="576" y="3264"/>
              <a:ext cx="4943" cy="672"/>
              <a:chOff x="576" y="3264"/>
              <a:chExt cx="4943" cy="672"/>
            </a:xfrm>
          </p:grpSpPr>
          <p:sp>
            <p:nvSpPr>
              <p:cNvPr id="161803" name="Rectangle 11"/>
              <p:cNvSpPr>
                <a:spLocks noChangeArrowheads="1"/>
              </p:cNvSpPr>
              <p:nvPr/>
            </p:nvSpPr>
            <p:spPr bwMode="auto">
              <a:xfrm>
                <a:off x="576" y="3264"/>
                <a:ext cx="4848" cy="672"/>
              </a:xfrm>
              <a:prstGeom prst="rect">
                <a:avLst/>
              </a:prstGeom>
              <a:gradFill rotWithShape="0">
                <a:gsLst>
                  <a:gs pos="0">
                    <a:srgbClr val="FDEFFA"/>
                  </a:gs>
                  <a:gs pos="50000">
                    <a:schemeClr val="bg1"/>
                  </a:gs>
                  <a:gs pos="100000">
                    <a:srgbClr val="FDEFFA"/>
                  </a:gs>
                </a:gsLst>
                <a:lin ang="5400000" scaled="1"/>
              </a:gradFill>
              <a:ln w="9525">
                <a:solidFill>
                  <a:srgbClr val="CC3399"/>
                </a:solidFill>
                <a:miter lim="800000"/>
                <a:headEnd/>
                <a:tailEnd/>
              </a:ln>
              <a:effectLst/>
            </p:spPr>
            <p:txBody>
              <a:bodyPr wrap="none" anchor="ctr"/>
              <a:lstStyle/>
              <a:p>
                <a:endParaRPr lang="zh-CN" altLang="en-US" sz="2800"/>
              </a:p>
            </p:txBody>
          </p:sp>
          <p:grpSp>
            <p:nvGrpSpPr>
              <p:cNvPr id="6" name="Group 12"/>
              <p:cNvGrpSpPr>
                <a:grpSpLocks/>
              </p:cNvGrpSpPr>
              <p:nvPr/>
            </p:nvGrpSpPr>
            <p:grpSpPr bwMode="auto">
              <a:xfrm>
                <a:off x="672" y="3292"/>
                <a:ext cx="4847" cy="596"/>
                <a:chOff x="529" y="3312"/>
                <a:chExt cx="4847" cy="596"/>
              </a:xfrm>
            </p:grpSpPr>
            <p:sp>
              <p:nvSpPr>
                <p:cNvPr id="161805" name="Text Box 13"/>
                <p:cNvSpPr txBox="1">
                  <a:spLocks noChangeArrowheads="1"/>
                </p:cNvSpPr>
                <p:nvPr/>
              </p:nvSpPr>
              <p:spPr bwMode="auto">
                <a:xfrm>
                  <a:off x="720" y="3312"/>
                  <a:ext cx="4656" cy="596"/>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    </a:t>
                  </a:r>
                  <a:r>
                    <a:rPr lang="zh-CN" altLang="zh-CN" sz="2800">
                      <a:solidFill>
                        <a:schemeClr val="tx1"/>
                      </a:solidFill>
                    </a:rPr>
                    <a:t>电流</a:t>
                  </a:r>
                  <a:r>
                    <a:rPr lang="zh-CN" altLang="zh-CN" sz="2800">
                      <a:solidFill>
                        <a:srgbClr val="CC0000"/>
                      </a:solidFill>
                    </a:rPr>
                    <a:t> </a:t>
                  </a:r>
                  <a:r>
                    <a:rPr lang="zh-CN" altLang="en-US" sz="2800">
                      <a:solidFill>
                        <a:srgbClr val="CC0000"/>
                      </a:solidFill>
                    </a:rPr>
                    <a:t>    正负</a:t>
                  </a:r>
                  <a:r>
                    <a:rPr lang="zh-CN" altLang="en-US" sz="2800">
                      <a:solidFill>
                        <a:schemeClr val="tx1"/>
                      </a:solidFill>
                    </a:rPr>
                    <a:t>的规定 ：    与      成</a:t>
                  </a:r>
                  <a:r>
                    <a:rPr lang="zh-CN" altLang="en-US" sz="2800">
                      <a:solidFill>
                        <a:srgbClr val="CC0000"/>
                      </a:solidFill>
                    </a:rPr>
                    <a:t>右</a:t>
                  </a:r>
                  <a:r>
                    <a:rPr lang="zh-CN" altLang="en-US" sz="2800">
                      <a:solidFill>
                        <a:schemeClr val="tx1"/>
                      </a:solidFill>
                    </a:rPr>
                    <a:t>螺旋时，  为</a:t>
                  </a:r>
                  <a:r>
                    <a:rPr lang="zh-CN" altLang="en-US" sz="2800">
                      <a:solidFill>
                        <a:srgbClr val="CC0000"/>
                      </a:solidFill>
                    </a:rPr>
                    <a:t>正</a:t>
                  </a:r>
                  <a:r>
                    <a:rPr lang="zh-CN" altLang="en-US" sz="2800">
                      <a:solidFill>
                        <a:schemeClr val="tx1"/>
                      </a:solidFill>
                    </a:rPr>
                    <a:t>；</a:t>
                  </a:r>
                  <a:r>
                    <a:rPr lang="zh-CN" altLang="en-US" sz="2800">
                      <a:solidFill>
                        <a:srgbClr val="CC0000"/>
                      </a:solidFill>
                    </a:rPr>
                    <a:t>反</a:t>
                  </a:r>
                  <a:r>
                    <a:rPr lang="zh-CN" altLang="en-US" sz="2800">
                      <a:solidFill>
                        <a:schemeClr val="tx1"/>
                      </a:solidFill>
                    </a:rPr>
                    <a:t>之为</a:t>
                  </a:r>
                  <a:r>
                    <a:rPr lang="zh-CN" altLang="en-US" sz="2800">
                      <a:solidFill>
                        <a:srgbClr val="0000FF"/>
                      </a:solidFill>
                    </a:rPr>
                    <a:t>负</a:t>
                  </a:r>
                  <a:r>
                    <a:rPr lang="zh-CN" altLang="en-US" sz="2800">
                      <a:solidFill>
                        <a:schemeClr val="tx1"/>
                      </a:solidFill>
                    </a:rPr>
                    <a:t>.</a:t>
                  </a:r>
                </a:p>
              </p:txBody>
            </p:sp>
            <p:graphicFrame>
              <p:nvGraphicFramePr>
                <p:cNvPr id="161806" name="Object 14"/>
                <p:cNvGraphicFramePr>
                  <a:graphicFrameLocks noChangeAspect="1"/>
                </p:cNvGraphicFramePr>
                <p:nvPr/>
              </p:nvGraphicFramePr>
              <p:xfrm>
                <a:off x="529" y="3600"/>
                <a:ext cx="191" cy="264"/>
              </p:xfrm>
              <a:graphic>
                <a:graphicData uri="http://schemas.openxmlformats.org/presentationml/2006/ole">
                  <p:oleObj spid="_x0000_s1053698" name="Equation" r:id="rId6" imgW="164880" imgH="228600" progId="Equation.3">
                    <p:embed/>
                  </p:oleObj>
                </a:graphicData>
              </a:graphic>
            </p:graphicFrame>
            <p:graphicFrame>
              <p:nvGraphicFramePr>
                <p:cNvPr id="161807" name="Object 15"/>
                <p:cNvGraphicFramePr>
                  <a:graphicFrameLocks noChangeAspect="1"/>
                </p:cNvGraphicFramePr>
                <p:nvPr/>
              </p:nvGraphicFramePr>
              <p:xfrm>
                <a:off x="3073" y="3336"/>
                <a:ext cx="191" cy="264"/>
              </p:xfrm>
              <a:graphic>
                <a:graphicData uri="http://schemas.openxmlformats.org/presentationml/2006/ole">
                  <p:oleObj spid="_x0000_s1053699" name="Equation" r:id="rId7" imgW="164880" imgH="228600" progId="Equation.3">
                    <p:embed/>
                  </p:oleObj>
                </a:graphicData>
              </a:graphic>
            </p:graphicFrame>
            <p:graphicFrame>
              <p:nvGraphicFramePr>
                <p:cNvPr id="161808" name="Object 16"/>
                <p:cNvGraphicFramePr>
                  <a:graphicFrameLocks noChangeAspect="1"/>
                </p:cNvGraphicFramePr>
                <p:nvPr/>
              </p:nvGraphicFramePr>
              <p:xfrm>
                <a:off x="3668" y="3336"/>
                <a:ext cx="220" cy="264"/>
              </p:xfrm>
              <a:graphic>
                <a:graphicData uri="http://schemas.openxmlformats.org/presentationml/2006/ole">
                  <p:oleObj spid="_x0000_s1053700" name="Equation" r:id="rId8" imgW="190440" imgH="228600" progId="Equation.3">
                    <p:embed/>
                  </p:oleObj>
                </a:graphicData>
              </a:graphic>
            </p:graphicFrame>
            <p:graphicFrame>
              <p:nvGraphicFramePr>
                <p:cNvPr id="161809" name="Object 17"/>
                <p:cNvGraphicFramePr>
                  <a:graphicFrameLocks noChangeAspect="1"/>
                </p:cNvGraphicFramePr>
                <p:nvPr/>
              </p:nvGraphicFramePr>
              <p:xfrm>
                <a:off x="1537" y="3336"/>
                <a:ext cx="191" cy="264"/>
              </p:xfrm>
              <a:graphic>
                <a:graphicData uri="http://schemas.openxmlformats.org/presentationml/2006/ole">
                  <p:oleObj spid="_x0000_s1053701" name="Equation" r:id="rId9" imgW="164880" imgH="228600" progId="Equation.3">
                    <p:embed/>
                  </p:oleObj>
                </a:graphicData>
              </a:graphic>
            </p:graphicFrame>
          </p:grpSp>
        </p:grpSp>
        <p:grpSp>
          <p:nvGrpSpPr>
            <p:cNvPr id="7" name="Group 24"/>
            <p:cNvGrpSpPr>
              <a:grpSpLocks/>
            </p:cNvGrpSpPr>
            <p:nvPr/>
          </p:nvGrpSpPr>
          <p:grpSpPr bwMode="auto">
            <a:xfrm>
              <a:off x="288" y="2496"/>
              <a:ext cx="1536" cy="672"/>
              <a:chOff x="288" y="2496"/>
              <a:chExt cx="1536" cy="672"/>
            </a:xfrm>
          </p:grpSpPr>
          <p:sp>
            <p:nvSpPr>
              <p:cNvPr id="161811" name="AutoShape 19"/>
              <p:cNvSpPr>
                <a:spLocks noChangeArrowheads="1"/>
              </p:cNvSpPr>
              <p:nvPr/>
            </p:nvSpPr>
            <p:spPr bwMode="auto">
              <a:xfrm>
                <a:off x="288" y="2496"/>
                <a:ext cx="1536" cy="672"/>
              </a:xfrm>
              <a:prstGeom prst="irregularSeal1">
                <a:avLst/>
              </a:prstGeom>
              <a:gradFill rotWithShape="0">
                <a:gsLst>
                  <a:gs pos="0">
                    <a:srgbClr val="FFFFFF"/>
                  </a:gs>
                  <a:gs pos="100000">
                    <a:srgbClr val="FEF2F6"/>
                  </a:gs>
                </a:gsLst>
                <a:path path="shape">
                  <a:fillToRect l="50000" t="50000" r="50000" b="50000"/>
                </a:path>
              </a:gradFill>
              <a:ln w="19050">
                <a:solidFill>
                  <a:srgbClr val="FF0000"/>
                </a:solidFill>
                <a:miter lim="800000"/>
                <a:headEnd/>
                <a:tailEnd/>
              </a:ln>
              <a:effectLst/>
            </p:spPr>
            <p:txBody>
              <a:bodyPr wrap="none" anchor="ctr"/>
              <a:lstStyle/>
              <a:p>
                <a:endParaRPr lang="zh-CN" altLang="en-US" sz="2800"/>
              </a:p>
            </p:txBody>
          </p:sp>
          <p:sp>
            <p:nvSpPr>
              <p:cNvPr id="161812" name="Text Box 20"/>
              <p:cNvSpPr txBox="1">
                <a:spLocks noChangeArrowheads="1"/>
              </p:cNvSpPr>
              <p:nvPr/>
            </p:nvSpPr>
            <p:spPr bwMode="auto">
              <a:xfrm>
                <a:off x="804" y="2640"/>
                <a:ext cx="780"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1C1C1C"/>
                    </a:solidFill>
                  </a:rPr>
                  <a:t>注意</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1"/>
          <p:cNvGrpSpPr>
            <a:grpSpLocks/>
          </p:cNvGrpSpPr>
          <p:nvPr/>
        </p:nvGrpSpPr>
        <p:grpSpPr bwMode="auto">
          <a:xfrm>
            <a:off x="4114800" y="685800"/>
            <a:ext cx="4800600" cy="5181600"/>
            <a:chOff x="2592" y="624"/>
            <a:chExt cx="3024" cy="3264"/>
          </a:xfrm>
        </p:grpSpPr>
        <p:sp>
          <p:nvSpPr>
            <p:cNvPr id="169987" name="Rectangle 3"/>
            <p:cNvSpPr>
              <a:spLocks noChangeArrowheads="1"/>
            </p:cNvSpPr>
            <p:nvPr/>
          </p:nvSpPr>
          <p:spPr bwMode="auto">
            <a:xfrm>
              <a:off x="2592" y="624"/>
              <a:ext cx="3024" cy="3264"/>
            </a:xfrm>
            <a:prstGeom prst="rect">
              <a:avLst/>
            </a:prstGeom>
            <a:noFill/>
            <a:ln w="9525">
              <a:solidFill>
                <a:schemeClr val="tx2"/>
              </a:solidFill>
              <a:miter lim="800000"/>
              <a:headEnd/>
              <a:tailEnd/>
            </a:ln>
            <a:effectLst/>
          </p:spPr>
          <p:txBody>
            <a:bodyPr wrap="none" anchor="ctr"/>
            <a:lstStyle/>
            <a:p>
              <a:endParaRPr lang="zh-CN" altLang="en-US" sz="2800"/>
            </a:p>
          </p:txBody>
        </p:sp>
        <p:sp>
          <p:nvSpPr>
            <p:cNvPr id="170009" name="Freeform 25"/>
            <p:cNvSpPr>
              <a:spLocks/>
            </p:cNvSpPr>
            <p:nvPr/>
          </p:nvSpPr>
          <p:spPr bwMode="auto">
            <a:xfrm>
              <a:off x="2824" y="992"/>
              <a:ext cx="2696" cy="2312"/>
            </a:xfrm>
            <a:custGeom>
              <a:avLst/>
              <a:gdLst/>
              <a:ahLst/>
              <a:cxnLst>
                <a:cxn ang="0">
                  <a:pos x="56" y="160"/>
                </a:cxn>
                <a:cxn ang="0">
                  <a:pos x="152" y="976"/>
                </a:cxn>
                <a:cxn ang="0">
                  <a:pos x="56" y="1696"/>
                </a:cxn>
                <a:cxn ang="0">
                  <a:pos x="488" y="2128"/>
                </a:cxn>
                <a:cxn ang="0">
                  <a:pos x="1496" y="2224"/>
                </a:cxn>
                <a:cxn ang="0">
                  <a:pos x="2408" y="2224"/>
                </a:cxn>
                <a:cxn ang="0">
                  <a:pos x="2552" y="1696"/>
                </a:cxn>
                <a:cxn ang="0">
                  <a:pos x="2600" y="496"/>
                </a:cxn>
                <a:cxn ang="0">
                  <a:pos x="1976" y="256"/>
                </a:cxn>
                <a:cxn ang="0">
                  <a:pos x="1160" y="256"/>
                </a:cxn>
                <a:cxn ang="0">
                  <a:pos x="296" y="16"/>
                </a:cxn>
                <a:cxn ang="0">
                  <a:pos x="56" y="160"/>
                </a:cxn>
              </a:cxnLst>
              <a:rect l="0" t="0" r="r" b="b"/>
              <a:pathLst>
                <a:path w="2696" h="2312">
                  <a:moveTo>
                    <a:pt x="56" y="160"/>
                  </a:moveTo>
                  <a:cubicBezTo>
                    <a:pt x="32" y="320"/>
                    <a:pt x="152" y="720"/>
                    <a:pt x="152" y="976"/>
                  </a:cubicBezTo>
                  <a:cubicBezTo>
                    <a:pt x="152" y="1232"/>
                    <a:pt x="0" y="1504"/>
                    <a:pt x="56" y="1696"/>
                  </a:cubicBezTo>
                  <a:cubicBezTo>
                    <a:pt x="112" y="1888"/>
                    <a:pt x="248" y="2040"/>
                    <a:pt x="488" y="2128"/>
                  </a:cubicBezTo>
                  <a:cubicBezTo>
                    <a:pt x="728" y="2216"/>
                    <a:pt x="1176" y="2208"/>
                    <a:pt x="1496" y="2224"/>
                  </a:cubicBezTo>
                  <a:cubicBezTo>
                    <a:pt x="1816" y="2240"/>
                    <a:pt x="2232" y="2312"/>
                    <a:pt x="2408" y="2224"/>
                  </a:cubicBezTo>
                  <a:cubicBezTo>
                    <a:pt x="2584" y="2136"/>
                    <a:pt x="2520" y="1984"/>
                    <a:pt x="2552" y="1696"/>
                  </a:cubicBezTo>
                  <a:cubicBezTo>
                    <a:pt x="2584" y="1408"/>
                    <a:pt x="2696" y="736"/>
                    <a:pt x="2600" y="496"/>
                  </a:cubicBezTo>
                  <a:cubicBezTo>
                    <a:pt x="2504" y="256"/>
                    <a:pt x="2216" y="296"/>
                    <a:pt x="1976" y="256"/>
                  </a:cubicBezTo>
                  <a:cubicBezTo>
                    <a:pt x="1736" y="216"/>
                    <a:pt x="1440" y="296"/>
                    <a:pt x="1160" y="256"/>
                  </a:cubicBezTo>
                  <a:cubicBezTo>
                    <a:pt x="880" y="216"/>
                    <a:pt x="480" y="32"/>
                    <a:pt x="296" y="16"/>
                  </a:cubicBezTo>
                  <a:cubicBezTo>
                    <a:pt x="112" y="0"/>
                    <a:pt x="80" y="0"/>
                    <a:pt x="56" y="160"/>
                  </a:cubicBezTo>
                  <a:close/>
                </a:path>
              </a:pathLst>
            </a:custGeom>
            <a:noFill/>
            <a:ln w="28575" cmpd="sng">
              <a:solidFill>
                <a:schemeClr val="tx1"/>
              </a:solidFill>
              <a:round/>
              <a:headEnd/>
              <a:tailEnd/>
            </a:ln>
            <a:effectLst/>
          </p:spPr>
          <p:txBody>
            <a:bodyPr/>
            <a:lstStyle/>
            <a:p>
              <a:endParaRPr lang="zh-CN" altLang="en-US" sz="2800"/>
            </a:p>
          </p:txBody>
        </p:sp>
        <p:sp>
          <p:nvSpPr>
            <p:cNvPr id="170010" name="Freeform 26"/>
            <p:cNvSpPr>
              <a:spLocks/>
            </p:cNvSpPr>
            <p:nvPr/>
          </p:nvSpPr>
          <p:spPr bwMode="auto">
            <a:xfrm>
              <a:off x="4098" y="3210"/>
              <a:ext cx="111" cy="1"/>
            </a:xfrm>
            <a:custGeom>
              <a:avLst/>
              <a:gdLst/>
              <a:ahLst/>
              <a:cxnLst>
                <a:cxn ang="0">
                  <a:pos x="0" y="0"/>
                </a:cxn>
                <a:cxn ang="0">
                  <a:pos x="111" y="0"/>
                </a:cxn>
              </a:cxnLst>
              <a:rect l="0" t="0" r="r" b="b"/>
              <a:pathLst>
                <a:path w="111" h="1">
                  <a:moveTo>
                    <a:pt x="0" y="0"/>
                  </a:moveTo>
                  <a:lnTo>
                    <a:pt x="111" y="0"/>
                  </a:lnTo>
                </a:path>
              </a:pathLst>
            </a:custGeom>
            <a:noFill/>
            <a:ln w="28575" cap="flat" cmpd="sng">
              <a:solidFill>
                <a:schemeClr val="tx1"/>
              </a:solidFill>
              <a:prstDash val="solid"/>
              <a:round/>
              <a:headEnd type="none" w="med" len="med"/>
              <a:tailEnd type="triangle" w="sm" len="lg"/>
            </a:ln>
            <a:effectLst/>
          </p:spPr>
          <p:txBody>
            <a:bodyPr/>
            <a:lstStyle/>
            <a:p>
              <a:endParaRPr lang="zh-CN" altLang="en-US" sz="2800"/>
            </a:p>
          </p:txBody>
        </p:sp>
        <p:sp>
          <p:nvSpPr>
            <p:cNvPr id="170011" name="Freeform 27"/>
            <p:cNvSpPr>
              <a:spLocks/>
            </p:cNvSpPr>
            <p:nvPr/>
          </p:nvSpPr>
          <p:spPr bwMode="auto">
            <a:xfrm>
              <a:off x="3456" y="1528"/>
              <a:ext cx="1592" cy="1272"/>
            </a:xfrm>
            <a:custGeom>
              <a:avLst/>
              <a:gdLst/>
              <a:ahLst/>
              <a:cxnLst>
                <a:cxn ang="0">
                  <a:pos x="144" y="200"/>
                </a:cxn>
                <a:cxn ang="0">
                  <a:pos x="48" y="728"/>
                </a:cxn>
                <a:cxn ang="0">
                  <a:pos x="432" y="1208"/>
                </a:cxn>
                <a:cxn ang="0">
                  <a:pos x="912" y="1112"/>
                </a:cxn>
                <a:cxn ang="0">
                  <a:pos x="1296" y="1160"/>
                </a:cxn>
                <a:cxn ang="0">
                  <a:pos x="1584" y="536"/>
                </a:cxn>
                <a:cxn ang="0">
                  <a:pos x="1344" y="152"/>
                </a:cxn>
                <a:cxn ang="0">
                  <a:pos x="576" y="8"/>
                </a:cxn>
                <a:cxn ang="0">
                  <a:pos x="144" y="200"/>
                </a:cxn>
              </a:cxnLst>
              <a:rect l="0" t="0" r="r" b="b"/>
              <a:pathLst>
                <a:path w="1592" h="1272">
                  <a:moveTo>
                    <a:pt x="144" y="200"/>
                  </a:moveTo>
                  <a:cubicBezTo>
                    <a:pt x="56" y="320"/>
                    <a:pt x="0" y="560"/>
                    <a:pt x="48" y="728"/>
                  </a:cubicBezTo>
                  <a:cubicBezTo>
                    <a:pt x="96" y="896"/>
                    <a:pt x="288" y="1144"/>
                    <a:pt x="432" y="1208"/>
                  </a:cubicBezTo>
                  <a:cubicBezTo>
                    <a:pt x="576" y="1272"/>
                    <a:pt x="768" y="1120"/>
                    <a:pt x="912" y="1112"/>
                  </a:cubicBezTo>
                  <a:cubicBezTo>
                    <a:pt x="1056" y="1104"/>
                    <a:pt x="1184" y="1256"/>
                    <a:pt x="1296" y="1160"/>
                  </a:cubicBezTo>
                  <a:cubicBezTo>
                    <a:pt x="1408" y="1064"/>
                    <a:pt x="1576" y="704"/>
                    <a:pt x="1584" y="536"/>
                  </a:cubicBezTo>
                  <a:cubicBezTo>
                    <a:pt x="1592" y="368"/>
                    <a:pt x="1512" y="240"/>
                    <a:pt x="1344" y="152"/>
                  </a:cubicBezTo>
                  <a:cubicBezTo>
                    <a:pt x="1176" y="64"/>
                    <a:pt x="776" y="0"/>
                    <a:pt x="576" y="8"/>
                  </a:cubicBezTo>
                  <a:cubicBezTo>
                    <a:pt x="376" y="16"/>
                    <a:pt x="232" y="80"/>
                    <a:pt x="144" y="200"/>
                  </a:cubicBezTo>
                  <a:close/>
                </a:path>
              </a:pathLst>
            </a:custGeom>
            <a:noFill/>
            <a:ln w="28575" cap="flat" cmpd="sng">
              <a:solidFill>
                <a:srgbClr val="3333FF"/>
              </a:solidFill>
              <a:prstDash val="solid"/>
              <a:round/>
              <a:headEnd type="none" w="med" len="med"/>
              <a:tailEnd type="none" w="sm" len="lg"/>
            </a:ln>
            <a:effectLst/>
          </p:spPr>
          <p:txBody>
            <a:bodyPr/>
            <a:lstStyle/>
            <a:p>
              <a:endParaRPr lang="zh-CN" altLang="en-US" sz="2800"/>
            </a:p>
          </p:txBody>
        </p:sp>
        <p:sp>
          <p:nvSpPr>
            <p:cNvPr id="170012" name="Freeform 28"/>
            <p:cNvSpPr>
              <a:spLocks/>
            </p:cNvSpPr>
            <p:nvPr/>
          </p:nvSpPr>
          <p:spPr bwMode="auto">
            <a:xfrm>
              <a:off x="4203" y="2652"/>
              <a:ext cx="105" cy="36"/>
            </a:xfrm>
            <a:custGeom>
              <a:avLst/>
              <a:gdLst/>
              <a:ahLst/>
              <a:cxnLst>
                <a:cxn ang="0">
                  <a:pos x="0" y="36"/>
                </a:cxn>
                <a:cxn ang="0">
                  <a:pos x="105" y="0"/>
                </a:cxn>
              </a:cxnLst>
              <a:rect l="0" t="0" r="r" b="b"/>
              <a:pathLst>
                <a:path w="105" h="36">
                  <a:moveTo>
                    <a:pt x="0" y="36"/>
                  </a:moveTo>
                  <a:lnTo>
                    <a:pt x="105" y="0"/>
                  </a:lnTo>
                </a:path>
              </a:pathLst>
            </a:custGeom>
            <a:noFill/>
            <a:ln w="28575" cap="flat" cmpd="sng">
              <a:solidFill>
                <a:srgbClr val="3333FF"/>
              </a:solidFill>
              <a:prstDash val="solid"/>
              <a:round/>
              <a:headEnd type="none" w="med" len="med"/>
              <a:tailEnd type="triangle" w="sm" len="lg"/>
            </a:ln>
            <a:effectLst/>
          </p:spPr>
          <p:txBody>
            <a:bodyPr/>
            <a:lstStyle/>
            <a:p>
              <a:endParaRPr lang="zh-CN" altLang="en-US" sz="2800"/>
            </a:p>
          </p:txBody>
        </p:sp>
        <p:grpSp>
          <p:nvGrpSpPr>
            <p:cNvPr id="3" name="Group 66"/>
            <p:cNvGrpSpPr>
              <a:grpSpLocks/>
            </p:cNvGrpSpPr>
            <p:nvPr/>
          </p:nvGrpSpPr>
          <p:grpSpPr bwMode="auto">
            <a:xfrm>
              <a:off x="4464" y="2256"/>
              <a:ext cx="144" cy="144"/>
              <a:chOff x="1200" y="2304"/>
              <a:chExt cx="144" cy="144"/>
            </a:xfrm>
          </p:grpSpPr>
          <p:sp>
            <p:nvSpPr>
              <p:cNvPr id="170051" name="Oval 67"/>
              <p:cNvSpPr>
                <a:spLocks noChangeArrowheads="1"/>
              </p:cNvSpPr>
              <p:nvPr/>
            </p:nvSpPr>
            <p:spPr bwMode="auto">
              <a:xfrm>
                <a:off x="1200" y="2304"/>
                <a:ext cx="144" cy="144"/>
              </a:xfrm>
              <a:prstGeom prst="ellipse">
                <a:avLst/>
              </a:prstGeom>
              <a:solidFill>
                <a:srgbClr val="FFFFFF"/>
              </a:solidFill>
              <a:ln w="19050">
                <a:solidFill>
                  <a:schemeClr val="tx1"/>
                </a:solidFill>
                <a:round/>
                <a:headEnd/>
                <a:tailEnd/>
              </a:ln>
              <a:effectLst/>
            </p:spPr>
            <p:txBody>
              <a:bodyPr wrap="none" anchor="ctr"/>
              <a:lstStyle/>
              <a:p>
                <a:endParaRPr lang="zh-CN" altLang="en-US" sz="2800"/>
              </a:p>
            </p:txBody>
          </p:sp>
          <p:sp>
            <p:nvSpPr>
              <p:cNvPr id="170052" name="Oval 68"/>
              <p:cNvSpPr>
                <a:spLocks noChangeArrowheads="1"/>
              </p:cNvSpPr>
              <p:nvPr/>
            </p:nvSpPr>
            <p:spPr bwMode="auto">
              <a:xfrm>
                <a:off x="1248" y="2352"/>
                <a:ext cx="48" cy="48"/>
              </a:xfrm>
              <a:prstGeom prst="ellipse">
                <a:avLst/>
              </a:prstGeom>
              <a:solidFill>
                <a:srgbClr val="FF0000"/>
              </a:solidFill>
              <a:ln w="9525">
                <a:solidFill>
                  <a:schemeClr val="tx1"/>
                </a:solidFill>
                <a:round/>
                <a:headEnd/>
                <a:tailEnd/>
              </a:ln>
              <a:effectLst/>
            </p:spPr>
            <p:txBody>
              <a:bodyPr wrap="none" anchor="ctr"/>
              <a:lstStyle/>
              <a:p>
                <a:endParaRPr lang="zh-CN" altLang="en-US" sz="2800"/>
              </a:p>
            </p:txBody>
          </p:sp>
        </p:grpSp>
        <p:grpSp>
          <p:nvGrpSpPr>
            <p:cNvPr id="4" name="Group 115"/>
            <p:cNvGrpSpPr>
              <a:grpSpLocks/>
            </p:cNvGrpSpPr>
            <p:nvPr/>
          </p:nvGrpSpPr>
          <p:grpSpPr bwMode="auto">
            <a:xfrm>
              <a:off x="4224" y="2928"/>
              <a:ext cx="144" cy="144"/>
              <a:chOff x="1200" y="2304"/>
              <a:chExt cx="144" cy="144"/>
            </a:xfrm>
          </p:grpSpPr>
          <p:sp>
            <p:nvSpPr>
              <p:cNvPr id="170100" name="Oval 116"/>
              <p:cNvSpPr>
                <a:spLocks noChangeArrowheads="1"/>
              </p:cNvSpPr>
              <p:nvPr/>
            </p:nvSpPr>
            <p:spPr bwMode="auto">
              <a:xfrm>
                <a:off x="1200" y="2304"/>
                <a:ext cx="144" cy="144"/>
              </a:xfrm>
              <a:prstGeom prst="ellipse">
                <a:avLst/>
              </a:prstGeom>
              <a:solidFill>
                <a:srgbClr val="FFFFFF"/>
              </a:solidFill>
              <a:ln w="19050">
                <a:solidFill>
                  <a:schemeClr val="tx1"/>
                </a:solidFill>
                <a:round/>
                <a:headEnd/>
                <a:tailEnd/>
              </a:ln>
              <a:effectLst/>
            </p:spPr>
            <p:txBody>
              <a:bodyPr wrap="none" anchor="ctr"/>
              <a:lstStyle/>
              <a:p>
                <a:endParaRPr lang="zh-CN" altLang="en-US" sz="2800"/>
              </a:p>
            </p:txBody>
          </p:sp>
          <p:sp>
            <p:nvSpPr>
              <p:cNvPr id="170101" name="Oval 117"/>
              <p:cNvSpPr>
                <a:spLocks noChangeArrowheads="1"/>
              </p:cNvSpPr>
              <p:nvPr/>
            </p:nvSpPr>
            <p:spPr bwMode="auto">
              <a:xfrm>
                <a:off x="1248" y="2352"/>
                <a:ext cx="48" cy="48"/>
              </a:xfrm>
              <a:prstGeom prst="ellipse">
                <a:avLst/>
              </a:prstGeom>
              <a:solidFill>
                <a:srgbClr val="FF0000"/>
              </a:solidFill>
              <a:ln w="9525">
                <a:solidFill>
                  <a:schemeClr val="tx1"/>
                </a:solidFill>
                <a:round/>
                <a:headEnd/>
                <a:tailEnd/>
              </a:ln>
              <a:effectLst/>
            </p:spPr>
            <p:txBody>
              <a:bodyPr wrap="none" anchor="ctr"/>
              <a:lstStyle/>
              <a:p>
                <a:endParaRPr lang="zh-CN" altLang="en-US" sz="2800"/>
              </a:p>
            </p:txBody>
          </p:sp>
        </p:grpSp>
        <p:graphicFrame>
          <p:nvGraphicFramePr>
            <p:cNvPr id="170102" name="Object 118"/>
            <p:cNvGraphicFramePr>
              <a:graphicFrameLocks noChangeAspect="1"/>
            </p:cNvGraphicFramePr>
            <p:nvPr/>
          </p:nvGraphicFramePr>
          <p:xfrm>
            <a:off x="4667" y="1344"/>
            <a:ext cx="308" cy="395"/>
          </p:xfrm>
          <a:graphic>
            <a:graphicData uri="http://schemas.openxmlformats.org/presentationml/2006/ole">
              <p:oleObj spid="_x0000_s1054727" name="Equation" r:id="rId3" imgW="177480" imgH="228600" progId="">
                <p:embed/>
              </p:oleObj>
            </a:graphicData>
          </a:graphic>
        </p:graphicFrame>
        <p:graphicFrame>
          <p:nvGraphicFramePr>
            <p:cNvPr id="170103" name="Object 119"/>
            <p:cNvGraphicFramePr>
              <a:graphicFrameLocks noChangeAspect="1"/>
            </p:cNvGraphicFramePr>
            <p:nvPr/>
          </p:nvGraphicFramePr>
          <p:xfrm>
            <a:off x="4942" y="960"/>
            <a:ext cx="290" cy="347"/>
          </p:xfrm>
          <a:graphic>
            <a:graphicData uri="http://schemas.openxmlformats.org/presentationml/2006/ole">
              <p:oleObj spid="_x0000_s1054728" name="Equation" r:id="rId4" imgW="190440" imgH="228600" progId="">
                <p:embed/>
              </p:oleObj>
            </a:graphicData>
          </a:graphic>
        </p:graphicFrame>
        <p:grpSp>
          <p:nvGrpSpPr>
            <p:cNvPr id="5" name="Group 121"/>
            <p:cNvGrpSpPr>
              <a:grpSpLocks/>
            </p:cNvGrpSpPr>
            <p:nvPr/>
          </p:nvGrpSpPr>
          <p:grpSpPr bwMode="auto">
            <a:xfrm>
              <a:off x="2976" y="2279"/>
              <a:ext cx="219" cy="217"/>
              <a:chOff x="3381" y="2638"/>
              <a:chExt cx="219" cy="217"/>
            </a:xfrm>
          </p:grpSpPr>
          <p:sp>
            <p:nvSpPr>
              <p:cNvPr id="170080" name="Oval 96"/>
              <p:cNvSpPr>
                <a:spLocks noChangeArrowheads="1"/>
              </p:cNvSpPr>
              <p:nvPr/>
            </p:nvSpPr>
            <p:spPr bwMode="auto">
              <a:xfrm>
                <a:off x="3456" y="2688"/>
                <a:ext cx="144" cy="144"/>
              </a:xfrm>
              <a:prstGeom prst="ellipse">
                <a:avLst/>
              </a:prstGeom>
              <a:solidFill>
                <a:srgbClr val="FFFFFF"/>
              </a:solidFill>
              <a:ln w="19050">
                <a:solidFill>
                  <a:schemeClr val="tx1"/>
                </a:solidFill>
                <a:round/>
                <a:headEnd/>
                <a:tailEnd/>
              </a:ln>
              <a:effectLst/>
            </p:spPr>
            <p:txBody>
              <a:bodyPr wrap="none" anchor="ctr"/>
              <a:lstStyle/>
              <a:p>
                <a:endParaRPr lang="zh-CN" altLang="en-US" sz="2800"/>
              </a:p>
            </p:txBody>
          </p:sp>
          <p:graphicFrame>
            <p:nvGraphicFramePr>
              <p:cNvPr id="170104" name="Object 120"/>
              <p:cNvGraphicFramePr>
                <a:graphicFrameLocks noChangeAspect="1"/>
              </p:cNvGraphicFramePr>
              <p:nvPr/>
            </p:nvGraphicFramePr>
            <p:xfrm>
              <a:off x="3381" y="2638"/>
              <a:ext cx="195" cy="217"/>
            </p:xfrm>
            <a:graphic>
              <a:graphicData uri="http://schemas.openxmlformats.org/presentationml/2006/ole">
                <p:oleObj spid="_x0000_s1054735" name="Equation" r:id="rId5" imgW="114120" imgH="126720" progId="">
                  <p:embed/>
                </p:oleObj>
              </a:graphicData>
            </a:graphic>
          </p:graphicFrame>
        </p:grpSp>
        <p:grpSp>
          <p:nvGrpSpPr>
            <p:cNvPr id="6" name="Group 122"/>
            <p:cNvGrpSpPr>
              <a:grpSpLocks/>
            </p:cNvGrpSpPr>
            <p:nvPr/>
          </p:nvGrpSpPr>
          <p:grpSpPr bwMode="auto">
            <a:xfrm>
              <a:off x="3789" y="1655"/>
              <a:ext cx="195" cy="217"/>
              <a:chOff x="3429" y="2663"/>
              <a:chExt cx="195" cy="217"/>
            </a:xfrm>
          </p:grpSpPr>
          <p:sp>
            <p:nvSpPr>
              <p:cNvPr id="170107" name="Oval 123"/>
              <p:cNvSpPr>
                <a:spLocks noChangeArrowheads="1"/>
              </p:cNvSpPr>
              <p:nvPr/>
            </p:nvSpPr>
            <p:spPr bwMode="auto">
              <a:xfrm>
                <a:off x="3456" y="2688"/>
                <a:ext cx="144" cy="144"/>
              </a:xfrm>
              <a:prstGeom prst="ellipse">
                <a:avLst/>
              </a:prstGeom>
              <a:solidFill>
                <a:srgbClr val="FFFFFF"/>
              </a:solidFill>
              <a:ln w="19050">
                <a:solidFill>
                  <a:schemeClr val="tx1"/>
                </a:solidFill>
                <a:round/>
                <a:headEnd/>
                <a:tailEnd/>
              </a:ln>
              <a:effectLst/>
            </p:spPr>
            <p:txBody>
              <a:bodyPr wrap="none" anchor="ctr"/>
              <a:lstStyle/>
              <a:p>
                <a:endParaRPr lang="zh-CN" altLang="en-US" sz="2800"/>
              </a:p>
            </p:txBody>
          </p:sp>
          <p:graphicFrame>
            <p:nvGraphicFramePr>
              <p:cNvPr id="170108" name="Object 124"/>
              <p:cNvGraphicFramePr>
                <a:graphicFrameLocks noChangeAspect="1"/>
              </p:cNvGraphicFramePr>
              <p:nvPr/>
            </p:nvGraphicFramePr>
            <p:xfrm>
              <a:off x="3429" y="2663"/>
              <a:ext cx="195" cy="217"/>
            </p:xfrm>
            <a:graphic>
              <a:graphicData uri="http://schemas.openxmlformats.org/presentationml/2006/ole">
                <p:oleObj spid="_x0000_s1054734" name="Equation" r:id="rId6" imgW="114120" imgH="126720" progId="">
                  <p:embed/>
                </p:oleObj>
              </a:graphicData>
            </a:graphic>
          </p:graphicFrame>
        </p:grpSp>
        <p:graphicFrame>
          <p:nvGraphicFramePr>
            <p:cNvPr id="170109" name="Object 125"/>
            <p:cNvGraphicFramePr>
              <a:graphicFrameLocks noChangeAspect="1"/>
            </p:cNvGraphicFramePr>
            <p:nvPr/>
          </p:nvGraphicFramePr>
          <p:xfrm>
            <a:off x="4224" y="2197"/>
            <a:ext cx="232" cy="347"/>
          </p:xfrm>
          <a:graphic>
            <a:graphicData uri="http://schemas.openxmlformats.org/presentationml/2006/ole">
              <p:oleObj spid="_x0000_s1054729" name="Equation" r:id="rId7" imgW="152280" imgH="228600" progId="">
                <p:embed/>
              </p:oleObj>
            </a:graphicData>
          </a:graphic>
        </p:graphicFrame>
        <p:graphicFrame>
          <p:nvGraphicFramePr>
            <p:cNvPr id="170110" name="Object 126"/>
            <p:cNvGraphicFramePr>
              <a:graphicFrameLocks noChangeAspect="1"/>
            </p:cNvGraphicFramePr>
            <p:nvPr/>
          </p:nvGraphicFramePr>
          <p:xfrm>
            <a:off x="3984" y="1632"/>
            <a:ext cx="213" cy="347"/>
          </p:xfrm>
          <a:graphic>
            <a:graphicData uri="http://schemas.openxmlformats.org/presentationml/2006/ole">
              <p:oleObj spid="_x0000_s1054730" name="Equation" r:id="rId8" imgW="139680" imgH="228600" progId="">
                <p:embed/>
              </p:oleObj>
            </a:graphicData>
          </a:graphic>
        </p:graphicFrame>
        <p:graphicFrame>
          <p:nvGraphicFramePr>
            <p:cNvPr id="170111" name="Object 127"/>
            <p:cNvGraphicFramePr>
              <a:graphicFrameLocks noChangeAspect="1"/>
            </p:cNvGraphicFramePr>
            <p:nvPr/>
          </p:nvGraphicFramePr>
          <p:xfrm>
            <a:off x="4368" y="2832"/>
            <a:ext cx="232" cy="347"/>
          </p:xfrm>
          <a:graphic>
            <a:graphicData uri="http://schemas.openxmlformats.org/presentationml/2006/ole">
              <p:oleObj spid="_x0000_s1054731" name="Equation" r:id="rId9" imgW="152280" imgH="228600" progId="">
                <p:embed/>
              </p:oleObj>
            </a:graphicData>
          </a:graphic>
        </p:graphicFrame>
        <p:graphicFrame>
          <p:nvGraphicFramePr>
            <p:cNvPr id="170112" name="Object 128"/>
            <p:cNvGraphicFramePr>
              <a:graphicFrameLocks noChangeAspect="1"/>
            </p:cNvGraphicFramePr>
            <p:nvPr/>
          </p:nvGraphicFramePr>
          <p:xfrm>
            <a:off x="3176" y="2352"/>
            <a:ext cx="232" cy="347"/>
          </p:xfrm>
          <a:graphic>
            <a:graphicData uri="http://schemas.openxmlformats.org/presentationml/2006/ole">
              <p:oleObj spid="_x0000_s1054732" name="Equation" r:id="rId10" imgW="152280" imgH="228600" progId="">
                <p:embed/>
              </p:oleObj>
            </a:graphicData>
          </a:graphic>
        </p:graphicFrame>
        <p:grpSp>
          <p:nvGrpSpPr>
            <p:cNvPr id="7" name="Group 130"/>
            <p:cNvGrpSpPr>
              <a:grpSpLocks/>
            </p:cNvGrpSpPr>
            <p:nvPr/>
          </p:nvGrpSpPr>
          <p:grpSpPr bwMode="auto">
            <a:xfrm>
              <a:off x="2936" y="3365"/>
              <a:ext cx="144" cy="144"/>
              <a:chOff x="1200" y="2304"/>
              <a:chExt cx="144" cy="144"/>
            </a:xfrm>
          </p:grpSpPr>
          <p:sp>
            <p:nvSpPr>
              <p:cNvPr id="170115" name="Oval 131"/>
              <p:cNvSpPr>
                <a:spLocks noChangeArrowheads="1"/>
              </p:cNvSpPr>
              <p:nvPr/>
            </p:nvSpPr>
            <p:spPr bwMode="auto">
              <a:xfrm>
                <a:off x="1200" y="2304"/>
                <a:ext cx="144" cy="144"/>
              </a:xfrm>
              <a:prstGeom prst="ellipse">
                <a:avLst/>
              </a:prstGeom>
              <a:solidFill>
                <a:srgbClr val="FFFFFF"/>
              </a:solidFill>
              <a:ln w="19050">
                <a:solidFill>
                  <a:schemeClr val="tx1"/>
                </a:solidFill>
                <a:round/>
                <a:headEnd/>
                <a:tailEnd/>
              </a:ln>
              <a:effectLst/>
            </p:spPr>
            <p:txBody>
              <a:bodyPr wrap="none" anchor="ctr"/>
              <a:lstStyle/>
              <a:p>
                <a:endParaRPr lang="zh-CN" altLang="en-US" sz="2800"/>
              </a:p>
            </p:txBody>
          </p:sp>
          <p:sp>
            <p:nvSpPr>
              <p:cNvPr id="170116" name="Oval 132"/>
              <p:cNvSpPr>
                <a:spLocks noChangeArrowheads="1"/>
              </p:cNvSpPr>
              <p:nvPr/>
            </p:nvSpPr>
            <p:spPr bwMode="auto">
              <a:xfrm>
                <a:off x="1248" y="2352"/>
                <a:ext cx="48" cy="48"/>
              </a:xfrm>
              <a:prstGeom prst="ellipse">
                <a:avLst/>
              </a:prstGeom>
              <a:solidFill>
                <a:srgbClr val="FF0000"/>
              </a:solidFill>
              <a:ln w="9525">
                <a:solidFill>
                  <a:schemeClr val="tx1"/>
                </a:solidFill>
                <a:round/>
                <a:headEnd/>
                <a:tailEnd/>
              </a:ln>
              <a:effectLst/>
            </p:spPr>
            <p:txBody>
              <a:bodyPr wrap="none" anchor="ctr"/>
              <a:lstStyle/>
              <a:p>
                <a:endParaRPr lang="zh-CN" altLang="en-US" sz="2800"/>
              </a:p>
            </p:txBody>
          </p:sp>
        </p:grpSp>
        <p:graphicFrame>
          <p:nvGraphicFramePr>
            <p:cNvPr id="170117" name="Object 133"/>
            <p:cNvGraphicFramePr>
              <a:graphicFrameLocks noChangeAspect="1"/>
            </p:cNvGraphicFramePr>
            <p:nvPr/>
          </p:nvGraphicFramePr>
          <p:xfrm>
            <a:off x="3128" y="3301"/>
            <a:ext cx="232" cy="347"/>
          </p:xfrm>
          <a:graphic>
            <a:graphicData uri="http://schemas.openxmlformats.org/presentationml/2006/ole">
              <p:oleObj spid="_x0000_s1054733" name="Equation" r:id="rId11" imgW="152280" imgH="228600" progId="">
                <p:embed/>
              </p:oleObj>
            </a:graphicData>
          </a:graphic>
        </p:graphicFrame>
      </p:grpSp>
      <p:grpSp>
        <p:nvGrpSpPr>
          <p:cNvPr id="8" name="Group 142"/>
          <p:cNvGrpSpPr>
            <a:grpSpLocks/>
          </p:cNvGrpSpPr>
          <p:nvPr/>
        </p:nvGrpSpPr>
        <p:grpSpPr bwMode="auto">
          <a:xfrm>
            <a:off x="609600" y="685800"/>
            <a:ext cx="2590800" cy="609600"/>
            <a:chOff x="384" y="576"/>
            <a:chExt cx="1632" cy="384"/>
          </a:xfrm>
        </p:grpSpPr>
        <p:graphicFrame>
          <p:nvGraphicFramePr>
            <p:cNvPr id="170118" name="Object 134"/>
            <p:cNvGraphicFramePr>
              <a:graphicFrameLocks noChangeAspect="1"/>
            </p:cNvGraphicFramePr>
            <p:nvPr/>
          </p:nvGraphicFramePr>
          <p:xfrm>
            <a:off x="1584" y="576"/>
            <a:ext cx="299" cy="384"/>
          </p:xfrm>
          <a:graphic>
            <a:graphicData uri="http://schemas.openxmlformats.org/presentationml/2006/ole">
              <p:oleObj spid="_x0000_s1054726" name="Equation" r:id="rId12" imgW="177480" imgH="228600" progId="">
                <p:embed/>
              </p:oleObj>
            </a:graphicData>
          </a:graphic>
        </p:graphicFrame>
        <p:sp>
          <p:nvSpPr>
            <p:cNvPr id="170119" name="Text Box 135"/>
            <p:cNvSpPr txBox="1">
              <a:spLocks noChangeArrowheads="1"/>
            </p:cNvSpPr>
            <p:nvPr/>
          </p:nvSpPr>
          <p:spPr bwMode="auto">
            <a:xfrm>
              <a:off x="384" y="576"/>
              <a:ext cx="1632" cy="327"/>
            </a:xfrm>
            <a:prstGeom prst="rect">
              <a:avLst/>
            </a:prstGeom>
            <a:noFill/>
            <a:ln w="9525">
              <a:noFill/>
              <a:miter lim="800000"/>
              <a:headEnd/>
              <a:tailEnd type="none" w="sm" len="lg"/>
            </a:ln>
            <a:effectLst/>
          </p:spPr>
          <p:txBody>
            <a:bodyPr>
              <a:spAutoFit/>
            </a:bodyPr>
            <a:lstStyle/>
            <a:p>
              <a:pPr>
                <a:spcBef>
                  <a:spcPct val="50000"/>
                </a:spcBef>
              </a:pPr>
              <a:r>
                <a:rPr lang="zh-CN" altLang="en-US" sz="2800"/>
                <a:t>对闭合回路</a:t>
              </a:r>
            </a:p>
          </p:txBody>
        </p:sp>
      </p:grpSp>
      <p:grpSp>
        <p:nvGrpSpPr>
          <p:cNvPr id="9" name="Group 143"/>
          <p:cNvGrpSpPr>
            <a:grpSpLocks/>
          </p:cNvGrpSpPr>
          <p:nvPr/>
        </p:nvGrpSpPr>
        <p:grpSpPr bwMode="auto">
          <a:xfrm>
            <a:off x="685800" y="2895600"/>
            <a:ext cx="2590800" cy="609600"/>
            <a:chOff x="425" y="2160"/>
            <a:chExt cx="1632" cy="384"/>
          </a:xfrm>
        </p:grpSpPr>
        <p:sp>
          <p:nvSpPr>
            <p:cNvPr id="170122" name="Text Box 138"/>
            <p:cNvSpPr txBox="1">
              <a:spLocks noChangeArrowheads="1"/>
            </p:cNvSpPr>
            <p:nvPr/>
          </p:nvSpPr>
          <p:spPr bwMode="auto">
            <a:xfrm>
              <a:off x="425" y="2160"/>
              <a:ext cx="1632" cy="327"/>
            </a:xfrm>
            <a:prstGeom prst="rect">
              <a:avLst/>
            </a:prstGeom>
            <a:noFill/>
            <a:ln w="9525">
              <a:noFill/>
              <a:miter lim="800000"/>
              <a:headEnd/>
              <a:tailEnd type="none" w="sm" len="lg"/>
            </a:ln>
            <a:effectLst/>
          </p:spPr>
          <p:txBody>
            <a:bodyPr>
              <a:spAutoFit/>
            </a:bodyPr>
            <a:lstStyle/>
            <a:p>
              <a:pPr>
                <a:spcBef>
                  <a:spcPct val="50000"/>
                </a:spcBef>
              </a:pPr>
              <a:r>
                <a:rPr lang="zh-CN" altLang="en-US" sz="2800"/>
                <a:t>对闭合回路</a:t>
              </a:r>
            </a:p>
          </p:txBody>
        </p:sp>
        <p:graphicFrame>
          <p:nvGraphicFramePr>
            <p:cNvPr id="170124" name="Object 140"/>
            <p:cNvGraphicFramePr>
              <a:graphicFrameLocks noChangeAspect="1"/>
            </p:cNvGraphicFramePr>
            <p:nvPr/>
          </p:nvGraphicFramePr>
          <p:xfrm>
            <a:off x="1647" y="2160"/>
            <a:ext cx="321" cy="384"/>
          </p:xfrm>
          <a:graphic>
            <a:graphicData uri="http://schemas.openxmlformats.org/presentationml/2006/ole">
              <p:oleObj spid="_x0000_s1054725" name="Equation" r:id="rId13" imgW="190440" imgH="228600" progId="">
                <p:embed/>
              </p:oleObj>
            </a:graphicData>
          </a:graphic>
        </p:graphicFrame>
      </p:grpSp>
      <p:graphicFrame>
        <p:nvGraphicFramePr>
          <p:cNvPr id="170128" name="Object 144"/>
          <p:cNvGraphicFramePr>
            <a:graphicFrameLocks noChangeAspect="1"/>
          </p:cNvGraphicFramePr>
          <p:nvPr/>
        </p:nvGraphicFramePr>
        <p:xfrm>
          <a:off x="228600" y="1600200"/>
          <a:ext cx="3810000" cy="952500"/>
        </p:xfrm>
        <a:graphic>
          <a:graphicData uri="http://schemas.openxmlformats.org/presentationml/2006/ole">
            <p:oleObj spid="_x0000_s1054722" name="Equation" r:id="rId14" imgW="1269720" imgH="317160" progId="Equation.3">
              <p:embed/>
            </p:oleObj>
          </a:graphicData>
        </a:graphic>
      </p:graphicFrame>
      <p:grpSp>
        <p:nvGrpSpPr>
          <p:cNvPr id="10" name="Group 147"/>
          <p:cNvGrpSpPr>
            <a:grpSpLocks/>
          </p:cNvGrpSpPr>
          <p:nvPr/>
        </p:nvGrpSpPr>
        <p:grpSpPr bwMode="auto">
          <a:xfrm>
            <a:off x="457200" y="3962400"/>
            <a:ext cx="3505200" cy="1716088"/>
            <a:chOff x="288" y="2688"/>
            <a:chExt cx="2208" cy="1081"/>
          </a:xfrm>
        </p:grpSpPr>
        <p:graphicFrame>
          <p:nvGraphicFramePr>
            <p:cNvPr id="170129" name="Object 145"/>
            <p:cNvGraphicFramePr>
              <a:graphicFrameLocks noChangeAspect="1"/>
            </p:cNvGraphicFramePr>
            <p:nvPr/>
          </p:nvGraphicFramePr>
          <p:xfrm>
            <a:off x="480" y="2688"/>
            <a:ext cx="1296" cy="626"/>
          </p:xfrm>
          <a:graphic>
            <a:graphicData uri="http://schemas.openxmlformats.org/presentationml/2006/ole">
              <p:oleObj spid="_x0000_s1054723" name="Equation" r:id="rId15" imgW="583920" imgH="317160" progId="Equation.3">
                <p:embed/>
              </p:oleObj>
            </a:graphicData>
          </a:graphic>
        </p:graphicFrame>
        <p:graphicFrame>
          <p:nvGraphicFramePr>
            <p:cNvPr id="170130" name="Object 146"/>
            <p:cNvGraphicFramePr>
              <a:graphicFrameLocks noChangeAspect="1"/>
            </p:cNvGraphicFramePr>
            <p:nvPr/>
          </p:nvGraphicFramePr>
          <p:xfrm>
            <a:off x="288" y="3312"/>
            <a:ext cx="2208" cy="457"/>
          </p:xfrm>
          <a:graphic>
            <a:graphicData uri="http://schemas.openxmlformats.org/presentationml/2006/ole">
              <p:oleObj spid="_x0000_s1054724" name="Equation" r:id="rId16" imgW="1231560" imgH="2286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0128"/>
                                        </p:tgtEl>
                                        <p:attrNameLst>
                                          <p:attrName>style.visibility</p:attrName>
                                        </p:attrNameLst>
                                      </p:cBhvr>
                                      <p:to>
                                        <p:strVal val="visible"/>
                                      </p:to>
                                    </p:set>
                                    <p:animEffect transition="in" filter="blinds(horizontal)">
                                      <p:cBhvr>
                                        <p:cTn id="7" dur="500"/>
                                        <p:tgtEl>
                                          <p:spTgt spid="1701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2819" name="Object 3"/>
          <p:cNvGraphicFramePr>
            <a:graphicFrameLocks noChangeAspect="1"/>
          </p:cNvGraphicFramePr>
          <p:nvPr/>
        </p:nvGraphicFramePr>
        <p:xfrm>
          <a:off x="1447800" y="2209800"/>
          <a:ext cx="2362200" cy="703263"/>
        </p:xfrm>
        <a:graphic>
          <a:graphicData uri="http://schemas.openxmlformats.org/presentationml/2006/ole">
            <p:oleObj spid="_x0000_s1055746" name="公式" r:id="rId3" imgW="888840" imgH="228600" progId="Equation.3">
              <p:embed/>
            </p:oleObj>
          </a:graphicData>
        </a:graphic>
      </p:graphicFrame>
      <p:grpSp>
        <p:nvGrpSpPr>
          <p:cNvPr id="2" name="Group 38"/>
          <p:cNvGrpSpPr>
            <a:grpSpLocks/>
          </p:cNvGrpSpPr>
          <p:nvPr/>
        </p:nvGrpSpPr>
        <p:grpSpPr bwMode="auto">
          <a:xfrm>
            <a:off x="152400" y="3886204"/>
            <a:ext cx="7010400" cy="595313"/>
            <a:chOff x="0" y="2640"/>
            <a:chExt cx="4416" cy="375"/>
          </a:xfrm>
        </p:grpSpPr>
        <p:sp>
          <p:nvSpPr>
            <p:cNvPr id="162821" name="Text Box 5"/>
            <p:cNvSpPr txBox="1">
              <a:spLocks noChangeArrowheads="1"/>
            </p:cNvSpPr>
            <p:nvPr/>
          </p:nvSpPr>
          <p:spPr bwMode="auto">
            <a:xfrm>
              <a:off x="0" y="2688"/>
              <a:ext cx="4416" cy="327"/>
            </a:xfrm>
            <a:prstGeom prst="rect">
              <a:avLst/>
            </a:prstGeom>
            <a:noFill/>
            <a:ln w="9525">
              <a:noFill/>
              <a:miter lim="800000"/>
              <a:headEnd/>
              <a:tailEnd/>
            </a:ln>
            <a:effectLst/>
          </p:spPr>
          <p:txBody>
            <a:bodyPr>
              <a:spAutoFit/>
            </a:bodyPr>
            <a:lstStyle/>
            <a:p>
              <a:pPr>
                <a:spcBef>
                  <a:spcPct val="50000"/>
                </a:spcBef>
              </a:pPr>
              <a:r>
                <a:rPr lang="zh-CN" altLang="en-US" sz="2800" dirty="0">
                  <a:solidFill>
                    <a:srgbClr val="CC0000"/>
                  </a:solidFill>
                </a:rPr>
                <a:t> 问  1</a:t>
              </a:r>
              <a:r>
                <a:rPr lang="zh-CN" altLang="en-US" sz="2800" dirty="0">
                  <a:solidFill>
                    <a:srgbClr val="333333"/>
                  </a:solidFill>
                </a:rPr>
                <a:t>）</a:t>
              </a:r>
              <a:r>
                <a:rPr lang="zh-CN" altLang="en-US" sz="2800" dirty="0">
                  <a:solidFill>
                    <a:schemeClr val="tx1"/>
                  </a:solidFill>
                </a:rPr>
                <a:t>    是否与回路     外电流有关</a:t>
              </a:r>
              <a:r>
                <a:rPr lang="zh-CN" altLang="en-US" sz="2800" dirty="0">
                  <a:solidFill>
                    <a:srgbClr val="FF0000"/>
                  </a:solidFill>
                </a:rPr>
                <a:t>？</a:t>
              </a:r>
              <a:endParaRPr lang="zh-CN" altLang="en-US" sz="2800" dirty="0">
                <a:solidFill>
                  <a:schemeClr val="tx1"/>
                </a:solidFill>
              </a:endParaRPr>
            </a:p>
          </p:txBody>
        </p:sp>
        <p:graphicFrame>
          <p:nvGraphicFramePr>
            <p:cNvPr id="162822" name="Object 6"/>
            <p:cNvGraphicFramePr>
              <a:graphicFrameLocks noChangeAspect="1"/>
            </p:cNvGraphicFramePr>
            <p:nvPr/>
          </p:nvGraphicFramePr>
          <p:xfrm>
            <a:off x="2112" y="2688"/>
            <a:ext cx="220" cy="264"/>
          </p:xfrm>
          <a:graphic>
            <a:graphicData uri="http://schemas.openxmlformats.org/presentationml/2006/ole">
              <p:oleObj spid="_x0000_s1055758" name="Equation" r:id="rId4" imgW="190440" imgH="228600" progId="Equation.3">
                <p:embed/>
              </p:oleObj>
            </a:graphicData>
          </a:graphic>
        </p:graphicFrame>
        <p:graphicFrame>
          <p:nvGraphicFramePr>
            <p:cNvPr id="162823" name="Object 7"/>
            <p:cNvGraphicFramePr>
              <a:graphicFrameLocks noChangeAspect="1"/>
            </p:cNvGraphicFramePr>
            <p:nvPr/>
          </p:nvGraphicFramePr>
          <p:xfrm>
            <a:off x="720" y="2640"/>
            <a:ext cx="253" cy="312"/>
          </p:xfrm>
          <a:graphic>
            <a:graphicData uri="http://schemas.openxmlformats.org/presentationml/2006/ole">
              <p:oleObj spid="_x0000_s1055759" name="Equation" r:id="rId5" imgW="215640" imgH="266400" progId="Equation.3">
                <p:embed/>
              </p:oleObj>
            </a:graphicData>
          </a:graphic>
        </p:graphicFrame>
      </p:grpSp>
      <p:grpSp>
        <p:nvGrpSpPr>
          <p:cNvPr id="3" name="Group 8"/>
          <p:cNvGrpSpPr>
            <a:grpSpLocks/>
          </p:cNvGrpSpPr>
          <p:nvPr/>
        </p:nvGrpSpPr>
        <p:grpSpPr bwMode="auto">
          <a:xfrm>
            <a:off x="4953000" y="685800"/>
            <a:ext cx="3962400" cy="3048000"/>
            <a:chOff x="3120" y="672"/>
            <a:chExt cx="2496" cy="1920"/>
          </a:xfrm>
        </p:grpSpPr>
        <p:sp>
          <p:nvSpPr>
            <p:cNvPr id="162825" name="Rectangle 9"/>
            <p:cNvSpPr>
              <a:spLocks noChangeArrowheads="1"/>
            </p:cNvSpPr>
            <p:nvPr/>
          </p:nvSpPr>
          <p:spPr bwMode="auto">
            <a:xfrm>
              <a:off x="3120" y="672"/>
              <a:ext cx="2496" cy="192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2826" name="Oval 10"/>
            <p:cNvSpPr>
              <a:spLocks noChangeArrowheads="1"/>
            </p:cNvSpPr>
            <p:nvPr/>
          </p:nvSpPr>
          <p:spPr bwMode="auto">
            <a:xfrm>
              <a:off x="3665" y="1166"/>
              <a:ext cx="1350" cy="668"/>
            </a:xfrm>
            <a:prstGeom prst="ellipse">
              <a:avLst/>
            </a:prstGeom>
            <a:solidFill>
              <a:srgbClr val="CDEBFF">
                <a:alpha val="50000"/>
              </a:srgbClr>
            </a:solidFill>
            <a:ln w="38100">
              <a:solidFill>
                <a:srgbClr val="3333CC"/>
              </a:solidFill>
              <a:round/>
              <a:headEnd/>
              <a:tailEnd/>
            </a:ln>
            <a:effectLst/>
          </p:spPr>
          <p:txBody>
            <a:bodyPr wrap="none" anchor="ctr"/>
            <a:lstStyle/>
            <a:p>
              <a:endParaRPr lang="zh-CN" altLang="en-US" sz="2800"/>
            </a:p>
          </p:txBody>
        </p:sp>
        <p:sp>
          <p:nvSpPr>
            <p:cNvPr id="162827" name="Freeform 11"/>
            <p:cNvSpPr>
              <a:spLocks/>
            </p:cNvSpPr>
            <p:nvPr/>
          </p:nvSpPr>
          <p:spPr bwMode="auto">
            <a:xfrm>
              <a:off x="3504" y="849"/>
              <a:ext cx="792" cy="822"/>
            </a:xfrm>
            <a:custGeom>
              <a:avLst/>
              <a:gdLst/>
              <a:ahLst/>
              <a:cxnLst>
                <a:cxn ang="0">
                  <a:pos x="0" y="822"/>
                </a:cxn>
                <a:cxn ang="0">
                  <a:pos x="16" y="583"/>
                </a:cxn>
                <a:cxn ang="0">
                  <a:pos x="87" y="332"/>
                </a:cxn>
                <a:cxn ang="0">
                  <a:pos x="174" y="154"/>
                </a:cxn>
                <a:cxn ang="0">
                  <a:pos x="368" y="31"/>
                </a:cxn>
                <a:cxn ang="0">
                  <a:pos x="609" y="20"/>
                </a:cxn>
                <a:cxn ang="0">
                  <a:pos x="784" y="154"/>
                </a:cxn>
                <a:cxn ang="0">
                  <a:pos x="914" y="555"/>
                </a:cxn>
                <a:cxn ang="0">
                  <a:pos x="914" y="599"/>
                </a:cxn>
              </a:cxnLst>
              <a:rect l="0" t="0" r="r" b="b"/>
              <a:pathLst>
                <a:path w="936" h="822">
                  <a:moveTo>
                    <a:pt x="0" y="822"/>
                  </a:moveTo>
                  <a:cubicBezTo>
                    <a:pt x="3" y="782"/>
                    <a:pt x="2" y="665"/>
                    <a:pt x="16" y="583"/>
                  </a:cubicBezTo>
                  <a:cubicBezTo>
                    <a:pt x="30" y="501"/>
                    <a:pt x="61" y="403"/>
                    <a:pt x="87" y="332"/>
                  </a:cubicBezTo>
                  <a:cubicBezTo>
                    <a:pt x="113" y="261"/>
                    <a:pt x="127" y="204"/>
                    <a:pt x="174" y="154"/>
                  </a:cubicBezTo>
                  <a:cubicBezTo>
                    <a:pt x="221" y="104"/>
                    <a:pt x="296" y="53"/>
                    <a:pt x="368" y="31"/>
                  </a:cubicBezTo>
                  <a:cubicBezTo>
                    <a:pt x="440" y="9"/>
                    <a:pt x="540" y="0"/>
                    <a:pt x="609" y="20"/>
                  </a:cubicBezTo>
                  <a:cubicBezTo>
                    <a:pt x="678" y="40"/>
                    <a:pt x="733" y="64"/>
                    <a:pt x="784" y="154"/>
                  </a:cubicBezTo>
                  <a:cubicBezTo>
                    <a:pt x="834" y="243"/>
                    <a:pt x="892" y="480"/>
                    <a:pt x="914" y="555"/>
                  </a:cubicBezTo>
                  <a:cubicBezTo>
                    <a:pt x="936" y="629"/>
                    <a:pt x="914" y="592"/>
                    <a:pt x="914" y="599"/>
                  </a:cubicBezTo>
                </a:path>
              </a:pathLst>
            </a:custGeom>
            <a:noFill/>
            <a:ln w="38100" cap="flat" cmpd="sng">
              <a:solidFill>
                <a:srgbClr val="CC00CC"/>
              </a:solidFill>
              <a:prstDash val="solid"/>
              <a:round/>
              <a:headEnd type="none" w="sm" len="lg"/>
              <a:tailEnd type="triangle" w="sm" len="lg"/>
            </a:ln>
            <a:effectLst/>
          </p:spPr>
          <p:txBody>
            <a:bodyPr wrap="none" anchor="ctr"/>
            <a:lstStyle/>
            <a:p>
              <a:endParaRPr lang="zh-CN" altLang="en-US" sz="2800"/>
            </a:p>
          </p:txBody>
        </p:sp>
        <p:sp>
          <p:nvSpPr>
            <p:cNvPr id="162828" name="Freeform 12"/>
            <p:cNvSpPr>
              <a:spLocks/>
            </p:cNvSpPr>
            <p:nvPr/>
          </p:nvSpPr>
          <p:spPr bwMode="auto">
            <a:xfrm>
              <a:off x="3967" y="1776"/>
              <a:ext cx="395" cy="642"/>
            </a:xfrm>
            <a:custGeom>
              <a:avLst/>
              <a:gdLst/>
              <a:ahLst/>
              <a:cxnLst>
                <a:cxn ang="0">
                  <a:pos x="395" y="66"/>
                </a:cxn>
                <a:cxn ang="0">
                  <a:pos x="351" y="319"/>
                </a:cxn>
                <a:cxn ang="0">
                  <a:pos x="249" y="600"/>
                </a:cxn>
                <a:cxn ang="0">
                  <a:pos x="105" y="568"/>
                </a:cxn>
                <a:cxn ang="0">
                  <a:pos x="17" y="207"/>
                </a:cxn>
                <a:cxn ang="0">
                  <a:pos x="3" y="0"/>
                </a:cxn>
              </a:cxnLst>
              <a:rect l="0" t="0" r="r" b="b"/>
              <a:pathLst>
                <a:path w="395" h="642">
                  <a:moveTo>
                    <a:pt x="395" y="66"/>
                  </a:moveTo>
                  <a:cubicBezTo>
                    <a:pt x="389" y="107"/>
                    <a:pt x="375" y="230"/>
                    <a:pt x="351" y="319"/>
                  </a:cubicBezTo>
                  <a:cubicBezTo>
                    <a:pt x="327" y="408"/>
                    <a:pt x="290" y="558"/>
                    <a:pt x="249" y="600"/>
                  </a:cubicBezTo>
                  <a:cubicBezTo>
                    <a:pt x="208" y="642"/>
                    <a:pt x="144" y="634"/>
                    <a:pt x="105" y="568"/>
                  </a:cubicBezTo>
                  <a:cubicBezTo>
                    <a:pt x="66" y="502"/>
                    <a:pt x="34" y="302"/>
                    <a:pt x="17" y="207"/>
                  </a:cubicBezTo>
                  <a:cubicBezTo>
                    <a:pt x="0" y="112"/>
                    <a:pt x="6" y="43"/>
                    <a:pt x="3" y="0"/>
                  </a:cubicBezTo>
                </a:path>
              </a:pathLst>
            </a:custGeom>
            <a:noFill/>
            <a:ln w="38100" cap="flat" cmpd="sng">
              <a:solidFill>
                <a:srgbClr val="CC00CC"/>
              </a:solidFill>
              <a:prstDash val="solid"/>
              <a:round/>
              <a:headEnd type="none" w="sm" len="lg"/>
              <a:tailEnd type="triangle" w="sm" len="lg"/>
            </a:ln>
            <a:effectLst/>
          </p:spPr>
          <p:txBody>
            <a:bodyPr wrap="none" anchor="ctr"/>
            <a:lstStyle/>
            <a:p>
              <a:endParaRPr lang="zh-CN" altLang="en-US" sz="2800"/>
            </a:p>
          </p:txBody>
        </p:sp>
        <p:sp>
          <p:nvSpPr>
            <p:cNvPr id="162829" name="Freeform 13"/>
            <p:cNvSpPr>
              <a:spLocks/>
            </p:cNvSpPr>
            <p:nvPr/>
          </p:nvSpPr>
          <p:spPr bwMode="auto">
            <a:xfrm>
              <a:off x="3953" y="845"/>
              <a:ext cx="590" cy="722"/>
            </a:xfrm>
            <a:custGeom>
              <a:avLst/>
              <a:gdLst/>
              <a:ahLst/>
              <a:cxnLst>
                <a:cxn ang="0">
                  <a:pos x="16" y="677"/>
                </a:cxn>
                <a:cxn ang="0">
                  <a:pos x="7" y="467"/>
                </a:cxn>
                <a:cxn ang="0">
                  <a:pos x="60" y="232"/>
                </a:cxn>
                <a:cxn ang="0">
                  <a:pos x="183" y="43"/>
                </a:cxn>
                <a:cxn ang="0">
                  <a:pos x="408" y="9"/>
                </a:cxn>
                <a:cxn ang="0">
                  <a:pos x="539" y="98"/>
                </a:cxn>
                <a:cxn ang="0">
                  <a:pos x="583" y="232"/>
                </a:cxn>
                <a:cxn ang="0">
                  <a:pos x="583" y="544"/>
                </a:cxn>
                <a:cxn ang="0">
                  <a:pos x="583" y="722"/>
                </a:cxn>
              </a:cxnLst>
              <a:rect l="0" t="0" r="r" b="b"/>
              <a:pathLst>
                <a:path w="590" h="722">
                  <a:moveTo>
                    <a:pt x="16" y="677"/>
                  </a:moveTo>
                  <a:cubicBezTo>
                    <a:pt x="15" y="642"/>
                    <a:pt x="0" y="541"/>
                    <a:pt x="7" y="467"/>
                  </a:cubicBezTo>
                  <a:cubicBezTo>
                    <a:pt x="14" y="393"/>
                    <a:pt x="31" y="303"/>
                    <a:pt x="60" y="232"/>
                  </a:cubicBezTo>
                  <a:cubicBezTo>
                    <a:pt x="89" y="161"/>
                    <a:pt x="125" y="80"/>
                    <a:pt x="183" y="43"/>
                  </a:cubicBezTo>
                  <a:cubicBezTo>
                    <a:pt x="241" y="6"/>
                    <a:pt x="349" y="0"/>
                    <a:pt x="408" y="9"/>
                  </a:cubicBezTo>
                  <a:cubicBezTo>
                    <a:pt x="467" y="18"/>
                    <a:pt x="510" y="61"/>
                    <a:pt x="539" y="98"/>
                  </a:cubicBezTo>
                  <a:cubicBezTo>
                    <a:pt x="568" y="135"/>
                    <a:pt x="575" y="158"/>
                    <a:pt x="583" y="232"/>
                  </a:cubicBezTo>
                  <a:cubicBezTo>
                    <a:pt x="590" y="306"/>
                    <a:pt x="583" y="462"/>
                    <a:pt x="583" y="544"/>
                  </a:cubicBezTo>
                  <a:cubicBezTo>
                    <a:pt x="583" y="625"/>
                    <a:pt x="583" y="692"/>
                    <a:pt x="583" y="722"/>
                  </a:cubicBezTo>
                </a:path>
              </a:pathLst>
            </a:custGeom>
            <a:noFill/>
            <a:ln w="38100" cap="flat" cmpd="sng">
              <a:solidFill>
                <a:srgbClr val="CC00CC"/>
              </a:solidFill>
              <a:prstDash val="solid"/>
              <a:round/>
              <a:headEnd type="none" w="sm" len="lg"/>
              <a:tailEnd type="triangle" w="sm" len="lg"/>
            </a:ln>
            <a:effectLst/>
          </p:spPr>
          <p:txBody>
            <a:bodyPr wrap="none" anchor="ctr"/>
            <a:lstStyle/>
            <a:p>
              <a:endParaRPr lang="zh-CN" altLang="en-US" sz="2800"/>
            </a:p>
          </p:txBody>
        </p:sp>
        <p:sp>
          <p:nvSpPr>
            <p:cNvPr id="162830" name="Line 14"/>
            <p:cNvSpPr>
              <a:spLocks noChangeShapeType="1"/>
            </p:cNvSpPr>
            <p:nvPr/>
          </p:nvSpPr>
          <p:spPr bwMode="auto">
            <a:xfrm>
              <a:off x="4536" y="1834"/>
              <a:ext cx="0" cy="535"/>
            </a:xfrm>
            <a:prstGeom prst="line">
              <a:avLst/>
            </a:prstGeom>
            <a:noFill/>
            <a:ln w="38100">
              <a:solidFill>
                <a:srgbClr val="CC00CC"/>
              </a:solidFill>
              <a:round/>
              <a:headEnd type="none" w="sm" len="lg"/>
              <a:tailEnd type="triangle" w="sm" len="lg"/>
            </a:ln>
            <a:effectLst/>
          </p:spPr>
          <p:txBody>
            <a:bodyPr wrap="none" anchor="ctr"/>
            <a:lstStyle/>
            <a:p>
              <a:endParaRPr lang="zh-CN" altLang="en-US" sz="2800"/>
            </a:p>
          </p:txBody>
        </p:sp>
        <p:sp>
          <p:nvSpPr>
            <p:cNvPr id="162831" name="Line 15"/>
            <p:cNvSpPr>
              <a:spLocks noChangeShapeType="1"/>
            </p:cNvSpPr>
            <p:nvPr/>
          </p:nvSpPr>
          <p:spPr bwMode="auto">
            <a:xfrm>
              <a:off x="3504" y="1632"/>
              <a:ext cx="0" cy="402"/>
            </a:xfrm>
            <a:prstGeom prst="line">
              <a:avLst/>
            </a:prstGeom>
            <a:noFill/>
            <a:ln w="38100">
              <a:solidFill>
                <a:srgbClr val="CC00CC"/>
              </a:solidFill>
              <a:prstDash val="sysDot"/>
              <a:round/>
              <a:headEnd type="triangle" w="sm" len="lg"/>
              <a:tailEnd type="none" w="sm" len="lg"/>
            </a:ln>
            <a:effectLst/>
          </p:spPr>
          <p:txBody>
            <a:bodyPr wrap="none" anchor="ctr"/>
            <a:lstStyle/>
            <a:p>
              <a:endParaRPr lang="zh-CN" altLang="en-US" sz="2800"/>
            </a:p>
          </p:txBody>
        </p:sp>
        <p:sp>
          <p:nvSpPr>
            <p:cNvPr id="162832" name="Line 16"/>
            <p:cNvSpPr>
              <a:spLocks noChangeShapeType="1"/>
            </p:cNvSpPr>
            <p:nvPr/>
          </p:nvSpPr>
          <p:spPr bwMode="auto">
            <a:xfrm>
              <a:off x="4536" y="2369"/>
              <a:ext cx="0" cy="223"/>
            </a:xfrm>
            <a:prstGeom prst="line">
              <a:avLst/>
            </a:prstGeom>
            <a:noFill/>
            <a:ln w="38100">
              <a:solidFill>
                <a:srgbClr val="CC00CC"/>
              </a:solidFill>
              <a:prstDash val="sysDot"/>
              <a:round/>
              <a:headEnd type="none" w="sm" len="lg"/>
              <a:tailEnd type="none" w="sm" len="lg"/>
            </a:ln>
            <a:effectLst/>
          </p:spPr>
          <p:txBody>
            <a:bodyPr wrap="none" anchor="ctr"/>
            <a:lstStyle/>
            <a:p>
              <a:endParaRPr lang="zh-CN" altLang="en-US" sz="2800"/>
            </a:p>
          </p:txBody>
        </p:sp>
        <p:sp>
          <p:nvSpPr>
            <p:cNvPr id="162833" name="Freeform 17"/>
            <p:cNvSpPr>
              <a:spLocks/>
            </p:cNvSpPr>
            <p:nvPr/>
          </p:nvSpPr>
          <p:spPr bwMode="auto">
            <a:xfrm>
              <a:off x="4790" y="765"/>
              <a:ext cx="181" cy="802"/>
            </a:xfrm>
            <a:custGeom>
              <a:avLst/>
              <a:gdLst/>
              <a:ahLst/>
              <a:cxnLst>
                <a:cxn ang="0">
                  <a:pos x="200" y="0"/>
                </a:cxn>
                <a:cxn ang="0">
                  <a:pos x="104" y="96"/>
                </a:cxn>
                <a:cxn ang="0">
                  <a:pos x="56" y="192"/>
                </a:cxn>
                <a:cxn ang="0">
                  <a:pos x="8" y="384"/>
                </a:cxn>
                <a:cxn ang="0">
                  <a:pos x="8" y="528"/>
                </a:cxn>
                <a:cxn ang="0">
                  <a:pos x="56" y="864"/>
                </a:cxn>
              </a:cxnLst>
              <a:rect l="0" t="0" r="r" b="b"/>
              <a:pathLst>
                <a:path w="200" h="864">
                  <a:moveTo>
                    <a:pt x="200" y="0"/>
                  </a:moveTo>
                  <a:cubicBezTo>
                    <a:pt x="164" y="32"/>
                    <a:pt x="128" y="64"/>
                    <a:pt x="104" y="96"/>
                  </a:cubicBezTo>
                  <a:cubicBezTo>
                    <a:pt x="80" y="128"/>
                    <a:pt x="72" y="144"/>
                    <a:pt x="56" y="192"/>
                  </a:cubicBezTo>
                  <a:cubicBezTo>
                    <a:pt x="40" y="240"/>
                    <a:pt x="16" y="328"/>
                    <a:pt x="8" y="384"/>
                  </a:cubicBezTo>
                  <a:cubicBezTo>
                    <a:pt x="0" y="440"/>
                    <a:pt x="0" y="448"/>
                    <a:pt x="8" y="528"/>
                  </a:cubicBezTo>
                  <a:cubicBezTo>
                    <a:pt x="16" y="608"/>
                    <a:pt x="48" y="808"/>
                    <a:pt x="56" y="864"/>
                  </a:cubicBezTo>
                </a:path>
              </a:pathLst>
            </a:custGeom>
            <a:noFill/>
            <a:ln w="38100" cap="flat" cmpd="sng">
              <a:solidFill>
                <a:srgbClr val="CC00CC"/>
              </a:solidFill>
              <a:prstDash val="solid"/>
              <a:round/>
              <a:headEnd type="none" w="sm" len="lg"/>
              <a:tailEnd type="triangle" w="sm" len="lg"/>
            </a:ln>
            <a:effectLst/>
          </p:spPr>
          <p:txBody>
            <a:bodyPr wrap="none" anchor="ctr"/>
            <a:lstStyle/>
            <a:p>
              <a:endParaRPr lang="zh-CN" altLang="en-US" sz="2800"/>
            </a:p>
          </p:txBody>
        </p:sp>
        <p:sp>
          <p:nvSpPr>
            <p:cNvPr id="162834" name="Freeform 18"/>
            <p:cNvSpPr>
              <a:spLocks/>
            </p:cNvSpPr>
            <p:nvPr/>
          </p:nvSpPr>
          <p:spPr bwMode="auto">
            <a:xfrm>
              <a:off x="4841" y="1745"/>
              <a:ext cx="50" cy="401"/>
            </a:xfrm>
            <a:custGeom>
              <a:avLst/>
              <a:gdLst/>
              <a:ahLst/>
              <a:cxnLst>
                <a:cxn ang="0">
                  <a:pos x="0" y="0"/>
                </a:cxn>
                <a:cxn ang="0">
                  <a:pos x="48" y="336"/>
                </a:cxn>
                <a:cxn ang="0">
                  <a:pos x="48" y="432"/>
                </a:cxn>
              </a:cxnLst>
              <a:rect l="0" t="0" r="r" b="b"/>
              <a:pathLst>
                <a:path w="56" h="432">
                  <a:moveTo>
                    <a:pt x="0" y="0"/>
                  </a:moveTo>
                  <a:cubicBezTo>
                    <a:pt x="20" y="132"/>
                    <a:pt x="40" y="264"/>
                    <a:pt x="48" y="336"/>
                  </a:cubicBezTo>
                  <a:cubicBezTo>
                    <a:pt x="56" y="408"/>
                    <a:pt x="48" y="416"/>
                    <a:pt x="48" y="432"/>
                  </a:cubicBezTo>
                </a:path>
              </a:pathLst>
            </a:custGeom>
            <a:noFill/>
            <a:ln w="38100" cap="flat" cmpd="sng">
              <a:solidFill>
                <a:srgbClr val="CC00CC"/>
              </a:solidFill>
              <a:prstDash val="solid"/>
              <a:round/>
              <a:headEnd type="none" w="sm" len="lg"/>
              <a:tailEnd type="triangle" w="sm" len="lg"/>
            </a:ln>
            <a:effectLst/>
          </p:spPr>
          <p:txBody>
            <a:bodyPr wrap="none" anchor="ctr"/>
            <a:lstStyle/>
            <a:p>
              <a:endParaRPr lang="zh-CN" altLang="en-US" sz="2800"/>
            </a:p>
          </p:txBody>
        </p:sp>
        <p:sp>
          <p:nvSpPr>
            <p:cNvPr id="162835" name="Line 19"/>
            <p:cNvSpPr>
              <a:spLocks noChangeShapeType="1"/>
            </p:cNvSpPr>
            <p:nvPr/>
          </p:nvSpPr>
          <p:spPr bwMode="auto">
            <a:xfrm>
              <a:off x="4884" y="2146"/>
              <a:ext cx="0" cy="223"/>
            </a:xfrm>
            <a:prstGeom prst="line">
              <a:avLst/>
            </a:prstGeom>
            <a:noFill/>
            <a:ln w="38100">
              <a:solidFill>
                <a:srgbClr val="CC00CC"/>
              </a:solidFill>
              <a:prstDash val="sysDot"/>
              <a:round/>
              <a:headEnd type="none" w="sm" len="lg"/>
              <a:tailEnd type="none" w="sm" len="lg"/>
            </a:ln>
            <a:effectLst/>
          </p:spPr>
          <p:txBody>
            <a:bodyPr wrap="none" anchor="ctr"/>
            <a:lstStyle/>
            <a:p>
              <a:endParaRPr lang="zh-CN" altLang="en-US" sz="2800"/>
            </a:p>
          </p:txBody>
        </p:sp>
        <p:sp>
          <p:nvSpPr>
            <p:cNvPr id="162836" name="Freeform 20"/>
            <p:cNvSpPr>
              <a:spLocks/>
            </p:cNvSpPr>
            <p:nvPr/>
          </p:nvSpPr>
          <p:spPr bwMode="auto">
            <a:xfrm>
              <a:off x="5168" y="898"/>
              <a:ext cx="152" cy="1204"/>
            </a:xfrm>
            <a:custGeom>
              <a:avLst/>
              <a:gdLst/>
              <a:ahLst/>
              <a:cxnLst>
                <a:cxn ang="0">
                  <a:pos x="152" y="0"/>
                </a:cxn>
                <a:cxn ang="0">
                  <a:pos x="65" y="223"/>
                </a:cxn>
                <a:cxn ang="0">
                  <a:pos x="24" y="478"/>
                </a:cxn>
                <a:cxn ang="0">
                  <a:pos x="0" y="814"/>
                </a:cxn>
                <a:cxn ang="0">
                  <a:pos x="21" y="1115"/>
                </a:cxn>
                <a:cxn ang="0">
                  <a:pos x="65" y="1204"/>
                </a:cxn>
              </a:cxnLst>
              <a:rect l="0" t="0" r="r" b="b"/>
              <a:pathLst>
                <a:path w="152" h="1204">
                  <a:moveTo>
                    <a:pt x="152" y="0"/>
                  </a:moveTo>
                  <a:cubicBezTo>
                    <a:pt x="116" y="78"/>
                    <a:pt x="86" y="143"/>
                    <a:pt x="65" y="223"/>
                  </a:cubicBezTo>
                  <a:cubicBezTo>
                    <a:pt x="44" y="303"/>
                    <a:pt x="35" y="380"/>
                    <a:pt x="24" y="478"/>
                  </a:cubicBezTo>
                  <a:cubicBezTo>
                    <a:pt x="13" y="576"/>
                    <a:pt x="0" y="708"/>
                    <a:pt x="0" y="814"/>
                  </a:cubicBezTo>
                  <a:cubicBezTo>
                    <a:pt x="0" y="920"/>
                    <a:pt x="10" y="1050"/>
                    <a:pt x="21" y="1115"/>
                  </a:cubicBezTo>
                  <a:cubicBezTo>
                    <a:pt x="32" y="1180"/>
                    <a:pt x="58" y="1189"/>
                    <a:pt x="65" y="1204"/>
                  </a:cubicBezTo>
                </a:path>
              </a:pathLst>
            </a:custGeom>
            <a:noFill/>
            <a:ln w="38100" cap="flat" cmpd="sng">
              <a:solidFill>
                <a:srgbClr val="CC00CC"/>
              </a:solidFill>
              <a:prstDash val="solid"/>
              <a:round/>
              <a:headEnd type="triangle" w="sm" len="lg"/>
              <a:tailEnd type="none" w="sm" len="lg"/>
            </a:ln>
            <a:effectLst/>
          </p:spPr>
          <p:txBody>
            <a:bodyPr wrap="none" anchor="ctr"/>
            <a:lstStyle/>
            <a:p>
              <a:endParaRPr lang="zh-CN" altLang="en-US" sz="2800"/>
            </a:p>
          </p:txBody>
        </p:sp>
        <p:sp>
          <p:nvSpPr>
            <p:cNvPr id="162837" name="Line 21"/>
            <p:cNvSpPr>
              <a:spLocks noChangeShapeType="1"/>
            </p:cNvSpPr>
            <p:nvPr/>
          </p:nvSpPr>
          <p:spPr bwMode="auto">
            <a:xfrm>
              <a:off x="5232" y="2102"/>
              <a:ext cx="131" cy="178"/>
            </a:xfrm>
            <a:prstGeom prst="line">
              <a:avLst/>
            </a:prstGeom>
            <a:noFill/>
            <a:ln w="38100">
              <a:solidFill>
                <a:srgbClr val="CC00CC"/>
              </a:solidFill>
              <a:prstDash val="sysDot"/>
              <a:round/>
              <a:headEnd type="none" w="sm" len="lg"/>
              <a:tailEnd type="none" w="sm" len="lg"/>
            </a:ln>
            <a:effectLst/>
          </p:spPr>
          <p:txBody>
            <a:bodyPr wrap="none" anchor="ctr"/>
            <a:lstStyle/>
            <a:p>
              <a:endParaRPr lang="zh-CN" altLang="en-US" sz="2800"/>
            </a:p>
          </p:txBody>
        </p:sp>
        <p:sp>
          <p:nvSpPr>
            <p:cNvPr id="162838" name="Line 22"/>
            <p:cNvSpPr>
              <a:spLocks noChangeShapeType="1"/>
            </p:cNvSpPr>
            <p:nvPr/>
          </p:nvSpPr>
          <p:spPr bwMode="auto">
            <a:xfrm flipV="1">
              <a:off x="5320" y="765"/>
              <a:ext cx="87" cy="133"/>
            </a:xfrm>
            <a:prstGeom prst="line">
              <a:avLst/>
            </a:prstGeom>
            <a:noFill/>
            <a:ln w="38100">
              <a:solidFill>
                <a:srgbClr val="CC00CC"/>
              </a:solidFill>
              <a:prstDash val="sysDot"/>
              <a:round/>
              <a:headEnd type="none" w="sm" len="lg"/>
              <a:tailEnd type="none" w="sm" len="lg"/>
            </a:ln>
            <a:effectLst/>
          </p:spPr>
          <p:txBody>
            <a:bodyPr wrap="none" anchor="ctr"/>
            <a:lstStyle/>
            <a:p>
              <a:endParaRPr lang="zh-CN" altLang="en-US" sz="2800"/>
            </a:p>
          </p:txBody>
        </p:sp>
        <p:sp>
          <p:nvSpPr>
            <p:cNvPr id="162839" name="Line 23"/>
            <p:cNvSpPr>
              <a:spLocks noChangeShapeType="1"/>
            </p:cNvSpPr>
            <p:nvPr/>
          </p:nvSpPr>
          <p:spPr bwMode="auto">
            <a:xfrm flipV="1">
              <a:off x="4971" y="720"/>
              <a:ext cx="131" cy="45"/>
            </a:xfrm>
            <a:prstGeom prst="line">
              <a:avLst/>
            </a:prstGeom>
            <a:noFill/>
            <a:ln w="38100">
              <a:solidFill>
                <a:srgbClr val="CC00CC"/>
              </a:solidFill>
              <a:prstDash val="sysDot"/>
              <a:round/>
              <a:headEnd type="none" w="sm" len="lg"/>
              <a:tailEnd type="none" w="sm" len="lg"/>
            </a:ln>
            <a:effectLst/>
          </p:spPr>
          <p:txBody>
            <a:bodyPr wrap="none" anchor="ctr"/>
            <a:lstStyle/>
            <a:p>
              <a:endParaRPr lang="zh-CN" altLang="en-US" sz="2800"/>
            </a:p>
          </p:txBody>
        </p:sp>
        <p:sp>
          <p:nvSpPr>
            <p:cNvPr id="162840" name="Line 24"/>
            <p:cNvSpPr>
              <a:spLocks noChangeShapeType="1"/>
            </p:cNvSpPr>
            <p:nvPr/>
          </p:nvSpPr>
          <p:spPr bwMode="auto">
            <a:xfrm>
              <a:off x="4169" y="1824"/>
              <a:ext cx="151" cy="10"/>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graphicFrame>
          <p:nvGraphicFramePr>
            <p:cNvPr id="162841" name="Object 25"/>
            <p:cNvGraphicFramePr>
              <a:graphicFrameLocks noChangeAspect="1"/>
            </p:cNvGraphicFramePr>
            <p:nvPr/>
          </p:nvGraphicFramePr>
          <p:xfrm>
            <a:off x="5184" y="1056"/>
            <a:ext cx="248" cy="384"/>
          </p:xfrm>
          <a:graphic>
            <a:graphicData uri="http://schemas.openxmlformats.org/presentationml/2006/ole">
              <p:oleObj spid="_x0000_s1055752" name="公式" r:id="rId6" imgW="152280" imgH="228600" progId="Equation.3">
                <p:embed/>
              </p:oleObj>
            </a:graphicData>
          </a:graphic>
        </p:graphicFrame>
        <p:graphicFrame>
          <p:nvGraphicFramePr>
            <p:cNvPr id="162842" name="Object 26"/>
            <p:cNvGraphicFramePr>
              <a:graphicFrameLocks noChangeAspect="1"/>
            </p:cNvGraphicFramePr>
            <p:nvPr/>
          </p:nvGraphicFramePr>
          <p:xfrm>
            <a:off x="4800" y="960"/>
            <a:ext cx="284" cy="381"/>
          </p:xfrm>
          <a:graphic>
            <a:graphicData uri="http://schemas.openxmlformats.org/presentationml/2006/ole">
              <p:oleObj spid="_x0000_s1055753" name="公式" r:id="rId7" imgW="164880" imgH="215640" progId="Equation.3">
                <p:embed/>
              </p:oleObj>
            </a:graphicData>
          </a:graphic>
        </p:graphicFrame>
        <p:graphicFrame>
          <p:nvGraphicFramePr>
            <p:cNvPr id="162843" name="Object 27"/>
            <p:cNvGraphicFramePr>
              <a:graphicFrameLocks noChangeAspect="1"/>
            </p:cNvGraphicFramePr>
            <p:nvPr/>
          </p:nvGraphicFramePr>
          <p:xfrm>
            <a:off x="3504" y="1536"/>
            <a:ext cx="244" cy="381"/>
          </p:xfrm>
          <a:graphic>
            <a:graphicData uri="http://schemas.openxmlformats.org/presentationml/2006/ole">
              <p:oleObj spid="_x0000_s1055754" name="公式" r:id="rId8" imgW="139680" imgH="215640" progId="Equation.3">
                <p:embed/>
              </p:oleObj>
            </a:graphicData>
          </a:graphic>
        </p:graphicFrame>
        <p:graphicFrame>
          <p:nvGraphicFramePr>
            <p:cNvPr id="162844" name="Object 28"/>
            <p:cNvGraphicFramePr>
              <a:graphicFrameLocks noChangeAspect="1"/>
            </p:cNvGraphicFramePr>
            <p:nvPr/>
          </p:nvGraphicFramePr>
          <p:xfrm>
            <a:off x="4320" y="1584"/>
            <a:ext cx="200" cy="240"/>
          </p:xfrm>
          <a:graphic>
            <a:graphicData uri="http://schemas.openxmlformats.org/presentationml/2006/ole">
              <p:oleObj spid="_x0000_s1055755" name="Equation" r:id="rId9" imgW="190440" imgH="228600" progId="Equation.3">
                <p:embed/>
              </p:oleObj>
            </a:graphicData>
          </a:graphic>
        </p:graphicFrame>
        <p:graphicFrame>
          <p:nvGraphicFramePr>
            <p:cNvPr id="162845" name="Object 29"/>
            <p:cNvGraphicFramePr>
              <a:graphicFrameLocks noChangeAspect="1"/>
            </p:cNvGraphicFramePr>
            <p:nvPr/>
          </p:nvGraphicFramePr>
          <p:xfrm>
            <a:off x="4032" y="1152"/>
            <a:ext cx="244" cy="381"/>
          </p:xfrm>
          <a:graphic>
            <a:graphicData uri="http://schemas.openxmlformats.org/presentationml/2006/ole">
              <p:oleObj spid="_x0000_s1055756" name="公式" r:id="rId10" imgW="139680" imgH="215640" progId="Equation.3">
                <p:embed/>
              </p:oleObj>
            </a:graphicData>
          </a:graphic>
        </p:graphicFrame>
        <p:graphicFrame>
          <p:nvGraphicFramePr>
            <p:cNvPr id="162846" name="Object 30"/>
            <p:cNvGraphicFramePr>
              <a:graphicFrameLocks noChangeAspect="1"/>
            </p:cNvGraphicFramePr>
            <p:nvPr/>
          </p:nvGraphicFramePr>
          <p:xfrm>
            <a:off x="4512" y="1872"/>
            <a:ext cx="244" cy="381"/>
          </p:xfrm>
          <a:graphic>
            <a:graphicData uri="http://schemas.openxmlformats.org/presentationml/2006/ole">
              <p:oleObj spid="_x0000_s1055757" name="公式" r:id="rId11" imgW="139680" imgH="215640" progId="Equation.3">
                <p:embed/>
              </p:oleObj>
            </a:graphicData>
          </a:graphic>
        </p:graphicFrame>
      </p:grpSp>
      <p:graphicFrame>
        <p:nvGraphicFramePr>
          <p:cNvPr id="162847" name="Object 31"/>
          <p:cNvGraphicFramePr>
            <a:graphicFrameLocks noChangeAspect="1"/>
          </p:cNvGraphicFramePr>
          <p:nvPr/>
        </p:nvGraphicFramePr>
        <p:xfrm>
          <a:off x="152400" y="990600"/>
          <a:ext cx="4724400" cy="911225"/>
        </p:xfrm>
        <a:graphic>
          <a:graphicData uri="http://schemas.openxmlformats.org/presentationml/2006/ole">
            <p:oleObj spid="_x0000_s1055747" name="Equation" r:id="rId12" imgW="1854000" imgH="291960" progId="Equation.3">
              <p:embed/>
            </p:oleObj>
          </a:graphicData>
        </a:graphic>
      </p:graphicFrame>
      <p:grpSp>
        <p:nvGrpSpPr>
          <p:cNvPr id="4" name="Group 32"/>
          <p:cNvGrpSpPr>
            <a:grpSpLocks/>
          </p:cNvGrpSpPr>
          <p:nvPr/>
        </p:nvGrpSpPr>
        <p:grpSpPr bwMode="auto">
          <a:xfrm>
            <a:off x="728663" y="4648200"/>
            <a:ext cx="8034337" cy="1314450"/>
            <a:chOff x="459" y="3120"/>
            <a:chExt cx="5061" cy="828"/>
          </a:xfrm>
        </p:grpSpPr>
        <p:sp>
          <p:nvSpPr>
            <p:cNvPr id="162849" name="Text Box 33"/>
            <p:cNvSpPr txBox="1">
              <a:spLocks noChangeArrowheads="1"/>
            </p:cNvSpPr>
            <p:nvPr/>
          </p:nvSpPr>
          <p:spPr bwMode="auto">
            <a:xfrm>
              <a:off x="459" y="3217"/>
              <a:ext cx="5061" cy="731"/>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CC0000"/>
                  </a:solidFill>
                </a:rPr>
                <a:t>2</a:t>
              </a:r>
              <a:r>
                <a:rPr lang="zh-CN" altLang="en-US" sz="2800">
                  <a:solidFill>
                    <a:srgbClr val="333333"/>
                  </a:solidFill>
                </a:rPr>
                <a:t>）</a:t>
              </a:r>
              <a:r>
                <a:rPr lang="zh-CN" altLang="en-US" sz="2800">
                  <a:solidFill>
                    <a:schemeClr val="tx1"/>
                  </a:solidFill>
                </a:rPr>
                <a:t>若                        ，是否回路     上各处             </a:t>
              </a:r>
              <a:r>
                <a:rPr lang="zh-CN" altLang="en-US" sz="2800">
                  <a:solidFill>
                    <a:srgbClr val="FF0000"/>
                  </a:solidFill>
                </a:rPr>
                <a:t>？</a:t>
              </a:r>
            </a:p>
            <a:p>
              <a:pPr>
                <a:spcBef>
                  <a:spcPct val="50000"/>
                </a:spcBef>
              </a:pPr>
              <a:r>
                <a:rPr lang="zh-CN" altLang="en-US" sz="2800">
                  <a:solidFill>
                    <a:srgbClr val="FF0000"/>
                  </a:solidFill>
                </a:rPr>
                <a:t>      </a:t>
              </a:r>
              <a:r>
                <a:rPr lang="zh-CN" altLang="en-US" sz="2800">
                  <a:solidFill>
                    <a:schemeClr val="tx1"/>
                  </a:solidFill>
                </a:rPr>
                <a:t>是否回路     内无电流穿过</a:t>
              </a:r>
              <a:r>
                <a:rPr lang="zh-CN" altLang="en-US" sz="2800">
                  <a:solidFill>
                    <a:srgbClr val="FF0000"/>
                  </a:solidFill>
                </a:rPr>
                <a:t>？</a:t>
              </a:r>
              <a:endParaRPr lang="zh-CN" altLang="en-US" sz="2800">
                <a:solidFill>
                  <a:schemeClr val="tx1"/>
                </a:solidFill>
              </a:endParaRPr>
            </a:p>
          </p:txBody>
        </p:sp>
        <p:graphicFrame>
          <p:nvGraphicFramePr>
            <p:cNvPr id="162850" name="Object 34"/>
            <p:cNvGraphicFramePr>
              <a:graphicFrameLocks noChangeAspect="1"/>
            </p:cNvGraphicFramePr>
            <p:nvPr/>
          </p:nvGraphicFramePr>
          <p:xfrm>
            <a:off x="4320" y="3189"/>
            <a:ext cx="683" cy="327"/>
          </p:xfrm>
          <a:graphic>
            <a:graphicData uri="http://schemas.openxmlformats.org/presentationml/2006/ole">
              <p:oleObj spid="_x0000_s1055748" name="Equation" r:id="rId13" imgW="583920" imgH="279360" progId="Equation.3">
                <p:embed/>
              </p:oleObj>
            </a:graphicData>
          </a:graphic>
        </p:graphicFrame>
        <p:graphicFrame>
          <p:nvGraphicFramePr>
            <p:cNvPr id="162851" name="Object 35"/>
            <p:cNvGraphicFramePr>
              <a:graphicFrameLocks noChangeAspect="1"/>
            </p:cNvGraphicFramePr>
            <p:nvPr/>
          </p:nvGraphicFramePr>
          <p:xfrm>
            <a:off x="3504" y="3239"/>
            <a:ext cx="231" cy="277"/>
          </p:xfrm>
          <a:graphic>
            <a:graphicData uri="http://schemas.openxmlformats.org/presentationml/2006/ole">
              <p:oleObj spid="_x0000_s1055749" name="Equation" r:id="rId14" imgW="190440" imgH="228600" progId="Equation.3">
                <p:embed/>
              </p:oleObj>
            </a:graphicData>
          </a:graphic>
        </p:graphicFrame>
        <p:graphicFrame>
          <p:nvGraphicFramePr>
            <p:cNvPr id="162852" name="Object 36"/>
            <p:cNvGraphicFramePr>
              <a:graphicFrameLocks noChangeAspect="1"/>
            </p:cNvGraphicFramePr>
            <p:nvPr/>
          </p:nvGraphicFramePr>
          <p:xfrm>
            <a:off x="1056" y="3120"/>
            <a:ext cx="1211" cy="568"/>
          </p:xfrm>
          <a:graphic>
            <a:graphicData uri="http://schemas.openxmlformats.org/presentationml/2006/ole">
              <p:oleObj spid="_x0000_s1055750" name="Equation" r:id="rId15" imgW="711000" imgH="291960" progId="Equation.3">
                <p:embed/>
              </p:oleObj>
            </a:graphicData>
          </a:graphic>
        </p:graphicFrame>
        <p:graphicFrame>
          <p:nvGraphicFramePr>
            <p:cNvPr id="162853" name="Object 37"/>
            <p:cNvGraphicFramePr>
              <a:graphicFrameLocks noChangeAspect="1"/>
            </p:cNvGraphicFramePr>
            <p:nvPr/>
          </p:nvGraphicFramePr>
          <p:xfrm>
            <a:off x="1728" y="3648"/>
            <a:ext cx="231" cy="277"/>
          </p:xfrm>
          <a:graphic>
            <a:graphicData uri="http://schemas.openxmlformats.org/presentationml/2006/ole">
              <p:oleObj spid="_x0000_s1055751" name="Equation" r:id="rId16" imgW="190440" imgH="2286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62847"/>
                                        </p:tgtEl>
                                        <p:attrNameLst>
                                          <p:attrName>style.visibility</p:attrName>
                                        </p:attrNameLst>
                                      </p:cBhvr>
                                      <p:to>
                                        <p:strVal val="visible"/>
                                      </p:to>
                                    </p:set>
                                    <p:animEffect transition="in" filter="blinds(vertical)">
                                      <p:cBhvr>
                                        <p:cTn id="7" dur="500"/>
                                        <p:tgtEl>
                                          <p:spTgt spid="1628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2819"/>
                                        </p:tgtEl>
                                        <p:attrNameLst>
                                          <p:attrName>style.visibility</p:attrName>
                                        </p:attrNameLst>
                                      </p:cBhvr>
                                      <p:to>
                                        <p:strVal val="visible"/>
                                      </p:to>
                                    </p:set>
                                    <p:animEffect transition="in" filter="blinds(vertical)">
                                      <p:cBhvr>
                                        <p:cTn id="12" dur="500"/>
                                        <p:tgtEl>
                                          <p:spTgt spid="1628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334000" y="2271712"/>
            <a:ext cx="3352800" cy="3200400"/>
            <a:chOff x="3024" y="1634"/>
            <a:chExt cx="2496" cy="2350"/>
          </a:xfrm>
        </p:grpSpPr>
        <p:grpSp>
          <p:nvGrpSpPr>
            <p:cNvPr id="3" name="Group 3"/>
            <p:cNvGrpSpPr>
              <a:grpSpLocks/>
            </p:cNvGrpSpPr>
            <p:nvPr/>
          </p:nvGrpSpPr>
          <p:grpSpPr bwMode="auto">
            <a:xfrm>
              <a:off x="3024" y="1634"/>
              <a:ext cx="2496" cy="2350"/>
              <a:chOff x="2928" y="1538"/>
              <a:chExt cx="2688" cy="2542"/>
            </a:xfrm>
          </p:grpSpPr>
          <p:pic>
            <p:nvPicPr>
              <p:cNvPr id="165892" name="Picture 4" descr="C:\My Documents\XXX9.jpg"/>
              <p:cNvPicPr>
                <a:picLocks noChangeAspect="1" noChangeArrowheads="1"/>
              </p:cNvPicPr>
              <p:nvPr/>
            </p:nvPicPr>
            <p:blipFill>
              <a:blip r:embed="rId3"/>
              <a:srcRect/>
              <a:stretch>
                <a:fillRect/>
              </a:stretch>
            </p:blipFill>
            <p:spPr bwMode="auto">
              <a:xfrm>
                <a:off x="2928" y="1538"/>
                <a:ext cx="2688" cy="2542"/>
              </a:xfrm>
              <a:prstGeom prst="rect">
                <a:avLst/>
              </a:prstGeom>
              <a:solidFill>
                <a:schemeClr val="accent2"/>
              </a:solidFill>
              <a:ln w="9525">
                <a:solidFill>
                  <a:schemeClr val="tx2"/>
                </a:solidFill>
                <a:miter lim="800000"/>
                <a:headEnd/>
                <a:tailEnd/>
              </a:ln>
            </p:spPr>
          </p:pic>
          <p:sp>
            <p:nvSpPr>
              <p:cNvPr id="165893" name="Text Box 5"/>
              <p:cNvSpPr txBox="1">
                <a:spLocks noChangeArrowheads="1"/>
              </p:cNvSpPr>
              <p:nvPr/>
            </p:nvSpPr>
            <p:spPr bwMode="auto">
              <a:xfrm>
                <a:off x="4512" y="2739"/>
                <a:ext cx="249" cy="416"/>
              </a:xfrm>
              <a:prstGeom prst="rect">
                <a:avLst/>
              </a:prstGeom>
              <a:solidFill>
                <a:srgbClr val="FFFFFF"/>
              </a:solidFill>
              <a:ln w="9525">
                <a:noFill/>
                <a:miter lim="800000"/>
                <a:headEnd/>
                <a:tailEnd/>
              </a:ln>
              <a:effectLst/>
            </p:spPr>
            <p:txBody>
              <a:bodyPr>
                <a:spAutoFit/>
              </a:bodyPr>
              <a:lstStyle/>
              <a:p>
                <a:pPr>
                  <a:spcBef>
                    <a:spcPct val="50000"/>
                  </a:spcBef>
                </a:pPr>
                <a:endParaRPr lang="zh-CN" altLang="en-US" sz="2800">
                  <a:solidFill>
                    <a:schemeClr val="tx1"/>
                  </a:solidFill>
                </a:endParaRPr>
              </a:p>
            </p:txBody>
          </p:sp>
          <p:sp>
            <p:nvSpPr>
              <p:cNvPr id="165894" name="Rectangle 6"/>
              <p:cNvSpPr>
                <a:spLocks noChangeArrowheads="1"/>
              </p:cNvSpPr>
              <p:nvPr/>
            </p:nvSpPr>
            <p:spPr bwMode="auto">
              <a:xfrm>
                <a:off x="4421" y="2304"/>
                <a:ext cx="100" cy="144"/>
              </a:xfrm>
              <a:prstGeom prst="rect">
                <a:avLst/>
              </a:prstGeom>
              <a:solidFill>
                <a:srgbClr val="FFFFFF"/>
              </a:solidFill>
              <a:ln w="9525">
                <a:solidFill>
                  <a:schemeClr val="tx1"/>
                </a:solidFill>
                <a:miter lim="800000"/>
                <a:headEnd/>
                <a:tailEnd/>
              </a:ln>
              <a:effectLst/>
            </p:spPr>
            <p:txBody>
              <a:bodyPr wrap="none" anchor="ctr"/>
              <a:lstStyle/>
              <a:p>
                <a:endParaRPr lang="zh-CN" altLang="en-US" sz="2800"/>
              </a:p>
            </p:txBody>
          </p:sp>
          <p:sp>
            <p:nvSpPr>
              <p:cNvPr id="165895" name="Text Box 7"/>
              <p:cNvSpPr txBox="1">
                <a:spLocks noChangeArrowheads="1"/>
              </p:cNvSpPr>
              <p:nvPr/>
            </p:nvSpPr>
            <p:spPr bwMode="auto">
              <a:xfrm>
                <a:off x="4371" y="2255"/>
                <a:ext cx="250" cy="416"/>
              </a:xfrm>
              <a:prstGeom prst="rect">
                <a:avLst/>
              </a:prstGeom>
              <a:noFill/>
              <a:ln w="9525">
                <a:noFill/>
                <a:miter lim="800000"/>
                <a:headEnd/>
                <a:tailEnd/>
              </a:ln>
              <a:effectLst/>
            </p:spPr>
            <p:txBody>
              <a:bodyPr>
                <a:spAutoFit/>
              </a:bodyPr>
              <a:lstStyle/>
              <a:p>
                <a:pPr>
                  <a:spcBef>
                    <a:spcPct val="50000"/>
                  </a:spcBef>
                </a:pPr>
                <a:endParaRPr lang="zh-CN" altLang="en-US" sz="2800">
                  <a:solidFill>
                    <a:schemeClr val="tx1"/>
                  </a:solidFill>
                </a:endParaRPr>
              </a:p>
            </p:txBody>
          </p:sp>
          <p:sp>
            <p:nvSpPr>
              <p:cNvPr id="165896" name="Line 8"/>
              <p:cNvSpPr>
                <a:spLocks noChangeShapeType="1"/>
              </p:cNvSpPr>
              <p:nvPr/>
            </p:nvSpPr>
            <p:spPr bwMode="auto">
              <a:xfrm flipV="1">
                <a:off x="4521" y="2304"/>
                <a:ext cx="199" cy="240"/>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sp>
            <p:nvSpPr>
              <p:cNvPr id="165897" name="Line 9"/>
              <p:cNvSpPr>
                <a:spLocks noChangeShapeType="1"/>
              </p:cNvSpPr>
              <p:nvPr/>
            </p:nvSpPr>
            <p:spPr bwMode="auto">
              <a:xfrm flipV="1">
                <a:off x="4969" y="1824"/>
                <a:ext cx="215" cy="240"/>
              </a:xfrm>
              <a:prstGeom prst="line">
                <a:avLst/>
              </a:prstGeom>
              <a:noFill/>
              <a:ln w="38100">
                <a:solidFill>
                  <a:srgbClr val="FF0000"/>
                </a:solidFill>
                <a:round/>
                <a:headEnd type="triangle" w="sm" len="lg"/>
                <a:tailEnd type="none" w="sm" len="lg"/>
              </a:ln>
              <a:effectLst/>
            </p:spPr>
            <p:txBody>
              <a:bodyPr wrap="none" anchor="ctr"/>
              <a:lstStyle/>
              <a:p>
                <a:endParaRPr lang="zh-CN" altLang="en-US" sz="2800"/>
              </a:p>
            </p:txBody>
          </p:sp>
        </p:grpSp>
        <p:graphicFrame>
          <p:nvGraphicFramePr>
            <p:cNvPr id="165898" name="Object 10"/>
            <p:cNvGraphicFramePr>
              <a:graphicFrameLocks noChangeAspect="1"/>
            </p:cNvGraphicFramePr>
            <p:nvPr/>
          </p:nvGraphicFramePr>
          <p:xfrm>
            <a:off x="4317" y="2300"/>
            <a:ext cx="225" cy="266"/>
          </p:xfrm>
          <a:graphic>
            <a:graphicData uri="http://schemas.openxmlformats.org/presentationml/2006/ole">
              <p:oleObj spid="_x0000_s1056778" name="Equation" r:id="rId4" imgW="190440" imgH="253800" progId="Equation.3">
                <p:embed/>
              </p:oleObj>
            </a:graphicData>
          </a:graphic>
        </p:graphicFrame>
      </p:grpSp>
      <p:grpSp>
        <p:nvGrpSpPr>
          <p:cNvPr id="4" name="Group 11"/>
          <p:cNvGrpSpPr>
            <a:grpSpLocks/>
          </p:cNvGrpSpPr>
          <p:nvPr/>
        </p:nvGrpSpPr>
        <p:grpSpPr bwMode="auto">
          <a:xfrm>
            <a:off x="5830888" y="2752725"/>
            <a:ext cx="2235200" cy="2233612"/>
            <a:chOff x="3326" y="1920"/>
            <a:chExt cx="1792" cy="1776"/>
          </a:xfrm>
        </p:grpSpPr>
        <p:sp>
          <p:nvSpPr>
            <p:cNvPr id="165900" name="Line 12"/>
            <p:cNvSpPr>
              <a:spLocks noChangeShapeType="1"/>
            </p:cNvSpPr>
            <p:nvPr/>
          </p:nvSpPr>
          <p:spPr bwMode="auto">
            <a:xfrm>
              <a:off x="4224" y="2784"/>
              <a:ext cx="695" cy="576"/>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sp>
          <p:nvSpPr>
            <p:cNvPr id="165901" name="Oval 13"/>
            <p:cNvSpPr>
              <a:spLocks noChangeArrowheads="1"/>
            </p:cNvSpPr>
            <p:nvPr/>
          </p:nvSpPr>
          <p:spPr bwMode="auto">
            <a:xfrm>
              <a:off x="3326" y="1920"/>
              <a:ext cx="1792" cy="1776"/>
            </a:xfrm>
            <a:prstGeom prst="ellipse">
              <a:avLst/>
            </a:prstGeom>
            <a:noFill/>
            <a:ln w="38100">
              <a:solidFill>
                <a:srgbClr val="0000FF"/>
              </a:solidFill>
              <a:round/>
              <a:headEnd/>
              <a:tailEnd/>
            </a:ln>
            <a:effectLst/>
          </p:spPr>
          <p:txBody>
            <a:bodyPr wrap="none" anchor="ctr"/>
            <a:lstStyle/>
            <a:p>
              <a:endParaRPr lang="zh-CN" altLang="en-US" sz="2800"/>
            </a:p>
          </p:txBody>
        </p:sp>
        <p:graphicFrame>
          <p:nvGraphicFramePr>
            <p:cNvPr id="165902" name="Object 14"/>
            <p:cNvGraphicFramePr>
              <a:graphicFrameLocks noChangeAspect="1"/>
            </p:cNvGraphicFramePr>
            <p:nvPr/>
          </p:nvGraphicFramePr>
          <p:xfrm>
            <a:off x="4128" y="2930"/>
            <a:ext cx="272" cy="288"/>
          </p:xfrm>
          <a:graphic>
            <a:graphicData uri="http://schemas.openxmlformats.org/presentationml/2006/ole">
              <p:oleObj spid="_x0000_s1056777" name="Equation" r:id="rId5" imgW="215640" imgH="228600" progId="Equation.3">
                <p:embed/>
              </p:oleObj>
            </a:graphicData>
          </a:graphic>
        </p:graphicFrame>
      </p:grpSp>
      <p:pic>
        <p:nvPicPr>
          <p:cNvPr id="165903" name="Picture 15" descr="C:\My Documents\XXX8.jpg"/>
          <p:cNvPicPr>
            <a:picLocks noChangeAspect="1" noChangeArrowheads="1"/>
          </p:cNvPicPr>
          <p:nvPr/>
        </p:nvPicPr>
        <p:blipFill>
          <a:blip r:embed="rId6"/>
          <a:srcRect/>
          <a:stretch>
            <a:fillRect/>
          </a:stretch>
        </p:blipFill>
        <p:spPr bwMode="auto">
          <a:xfrm>
            <a:off x="5334000" y="595312"/>
            <a:ext cx="3352800" cy="1398588"/>
          </a:xfrm>
          <a:prstGeom prst="rect">
            <a:avLst/>
          </a:prstGeom>
          <a:noFill/>
          <a:ln w="9525">
            <a:solidFill>
              <a:schemeClr val="tx2"/>
            </a:solidFill>
            <a:miter lim="800000"/>
            <a:headEnd/>
            <a:tailEnd/>
          </a:ln>
        </p:spPr>
      </p:pic>
      <p:graphicFrame>
        <p:nvGraphicFramePr>
          <p:cNvPr id="165904" name="Object 16"/>
          <p:cNvGraphicFramePr>
            <a:graphicFrameLocks noChangeAspect="1"/>
          </p:cNvGraphicFramePr>
          <p:nvPr/>
        </p:nvGraphicFramePr>
        <p:xfrm>
          <a:off x="762000" y="3033712"/>
          <a:ext cx="4038600" cy="835025"/>
        </p:xfrm>
        <a:graphic>
          <a:graphicData uri="http://schemas.openxmlformats.org/presentationml/2006/ole">
            <p:oleObj spid="_x0000_s1056770" name="Equation" r:id="rId7" imgW="1625400" imgH="304560" progId="Equation.3">
              <p:embed/>
            </p:oleObj>
          </a:graphicData>
        </a:graphic>
      </p:graphicFrame>
      <p:graphicFrame>
        <p:nvGraphicFramePr>
          <p:cNvPr id="165905" name="Object 17"/>
          <p:cNvGraphicFramePr>
            <a:graphicFrameLocks noChangeAspect="1"/>
          </p:cNvGraphicFramePr>
          <p:nvPr/>
        </p:nvGraphicFramePr>
        <p:xfrm>
          <a:off x="2930525" y="5040312"/>
          <a:ext cx="2174875" cy="576263"/>
        </p:xfrm>
        <a:graphic>
          <a:graphicData uri="http://schemas.openxmlformats.org/presentationml/2006/ole">
            <p:oleObj spid="_x0000_s1056771" name="Equation" r:id="rId8" imgW="1549080" imgH="380880" progId="Equation.3">
              <p:embed/>
            </p:oleObj>
          </a:graphicData>
        </a:graphic>
      </p:graphicFrame>
      <p:grpSp>
        <p:nvGrpSpPr>
          <p:cNvPr id="5" name="Group 18"/>
          <p:cNvGrpSpPr>
            <a:grpSpLocks/>
          </p:cNvGrpSpPr>
          <p:nvPr/>
        </p:nvGrpSpPr>
        <p:grpSpPr bwMode="auto">
          <a:xfrm>
            <a:off x="381000" y="5700712"/>
            <a:ext cx="8305800" cy="519113"/>
            <a:chOff x="240" y="3552"/>
            <a:chExt cx="5232" cy="327"/>
          </a:xfrm>
        </p:grpSpPr>
        <p:sp>
          <p:nvSpPr>
            <p:cNvPr id="165907" name="Text Box 19"/>
            <p:cNvSpPr txBox="1">
              <a:spLocks noChangeArrowheads="1"/>
            </p:cNvSpPr>
            <p:nvPr/>
          </p:nvSpPr>
          <p:spPr bwMode="auto">
            <a:xfrm>
              <a:off x="240" y="3552"/>
              <a:ext cx="5232" cy="327"/>
            </a:xfrm>
            <a:prstGeom prst="rect">
              <a:avLst/>
            </a:prstGeom>
            <a:noFill/>
            <a:ln w="9525">
              <a:noFill/>
              <a:miter lim="800000"/>
              <a:headEnd/>
              <a:tailEnd/>
            </a:ln>
            <a:effectLst/>
          </p:spPr>
          <p:txBody>
            <a:bodyPr>
              <a:spAutoFit/>
            </a:bodyPr>
            <a:lstStyle/>
            <a:p>
              <a:pPr>
                <a:spcBef>
                  <a:spcPct val="50000"/>
                </a:spcBef>
              </a:pPr>
              <a:r>
                <a:rPr lang="zh-CN" altLang="en-US" sz="2800"/>
                <a:t>当                 时，螺绕环内可视为均匀场 .</a:t>
              </a:r>
            </a:p>
          </p:txBody>
        </p:sp>
        <p:graphicFrame>
          <p:nvGraphicFramePr>
            <p:cNvPr id="165908" name="Object 20"/>
            <p:cNvGraphicFramePr>
              <a:graphicFrameLocks noChangeAspect="1"/>
            </p:cNvGraphicFramePr>
            <p:nvPr/>
          </p:nvGraphicFramePr>
          <p:xfrm>
            <a:off x="576" y="3567"/>
            <a:ext cx="864" cy="273"/>
          </p:xfrm>
          <a:graphic>
            <a:graphicData uri="http://schemas.openxmlformats.org/presentationml/2006/ole">
              <p:oleObj spid="_x0000_s1056776" name="公式" r:id="rId9" imgW="888840" imgH="253800" progId="Equation.3">
                <p:embed/>
              </p:oleObj>
            </a:graphicData>
          </a:graphic>
        </p:graphicFrame>
      </p:grpSp>
      <p:sp>
        <p:nvSpPr>
          <p:cNvPr id="165909" name="Rectangle 21"/>
          <p:cNvSpPr>
            <a:spLocks noChangeArrowheads="1"/>
          </p:cNvSpPr>
          <p:nvPr/>
        </p:nvSpPr>
        <p:spPr bwMode="auto">
          <a:xfrm>
            <a:off x="228600" y="914400"/>
            <a:ext cx="5181600" cy="519112"/>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 例1   </a:t>
            </a:r>
            <a:r>
              <a:rPr lang="zh-CN" altLang="en-US" sz="2800" dirty="0"/>
              <a:t>求载流螺绕环内的磁场</a:t>
            </a:r>
          </a:p>
        </p:txBody>
      </p:sp>
      <p:graphicFrame>
        <p:nvGraphicFramePr>
          <p:cNvPr id="165910" name="Object 22"/>
          <p:cNvGraphicFramePr>
            <a:graphicFrameLocks noChangeAspect="1"/>
          </p:cNvGraphicFramePr>
          <p:nvPr/>
        </p:nvGraphicFramePr>
        <p:xfrm>
          <a:off x="1600200" y="3719512"/>
          <a:ext cx="1828800" cy="1143000"/>
        </p:xfrm>
        <a:graphic>
          <a:graphicData uri="http://schemas.openxmlformats.org/presentationml/2006/ole">
            <p:oleObj spid="_x0000_s1056772" name="Equation" r:id="rId10" imgW="660240" imgH="393480" progId="Equation.3">
              <p:embed/>
            </p:oleObj>
          </a:graphicData>
        </a:graphic>
      </p:graphicFrame>
      <p:sp>
        <p:nvSpPr>
          <p:cNvPr id="165911" name="Rectangle 23"/>
          <p:cNvSpPr>
            <a:spLocks noChangeArrowheads="1"/>
          </p:cNvSpPr>
          <p:nvPr/>
        </p:nvSpPr>
        <p:spPr bwMode="auto">
          <a:xfrm>
            <a:off x="914400" y="2514600"/>
            <a:ext cx="3048000" cy="519112"/>
          </a:xfrm>
          <a:prstGeom prst="rect">
            <a:avLst/>
          </a:prstGeom>
          <a:noFill/>
          <a:ln w="9525">
            <a:noFill/>
            <a:miter lim="800000"/>
            <a:headEnd/>
            <a:tailEnd/>
          </a:ln>
          <a:effectLst/>
        </p:spPr>
        <p:txBody>
          <a:bodyPr>
            <a:spAutoFit/>
          </a:bodyPr>
          <a:lstStyle/>
          <a:p>
            <a:r>
              <a:rPr lang="zh-CN" altLang="en-US" sz="2800">
                <a:solidFill>
                  <a:srgbClr val="CC0000"/>
                </a:solidFill>
              </a:rPr>
              <a:t>2</a:t>
            </a:r>
            <a:r>
              <a:rPr lang="zh-CN" altLang="en-US" sz="2800">
                <a:solidFill>
                  <a:srgbClr val="333333"/>
                </a:solidFill>
              </a:rPr>
              <a:t>）</a:t>
            </a:r>
            <a:r>
              <a:rPr lang="zh-CN" altLang="en-US" sz="2800">
                <a:solidFill>
                  <a:srgbClr val="1C1C1C"/>
                </a:solidFill>
              </a:rPr>
              <a:t>选回路 .</a:t>
            </a:r>
          </a:p>
        </p:txBody>
      </p:sp>
      <p:grpSp>
        <p:nvGrpSpPr>
          <p:cNvPr id="6" name="Group 24"/>
          <p:cNvGrpSpPr>
            <a:grpSpLocks/>
          </p:cNvGrpSpPr>
          <p:nvPr/>
        </p:nvGrpSpPr>
        <p:grpSpPr bwMode="auto">
          <a:xfrm>
            <a:off x="304800" y="1509712"/>
            <a:ext cx="4613275" cy="946150"/>
            <a:chOff x="192" y="912"/>
            <a:chExt cx="2906" cy="596"/>
          </a:xfrm>
        </p:grpSpPr>
        <p:sp>
          <p:nvSpPr>
            <p:cNvPr id="165913" name="Text Box 25"/>
            <p:cNvSpPr txBox="1">
              <a:spLocks noChangeArrowheads="1"/>
            </p:cNvSpPr>
            <p:nvPr/>
          </p:nvSpPr>
          <p:spPr bwMode="auto">
            <a:xfrm>
              <a:off x="192" y="912"/>
              <a:ext cx="2880" cy="596"/>
            </a:xfrm>
            <a:prstGeom prst="rect">
              <a:avLst/>
            </a:prstGeom>
            <a:noFill/>
            <a:ln w="9525">
              <a:noFill/>
              <a:miter lim="800000"/>
              <a:headEnd/>
              <a:tailEnd/>
            </a:ln>
            <a:effectLst/>
          </p:spPr>
          <p:txBody>
            <a:bodyPr>
              <a:spAutoFit/>
            </a:bodyPr>
            <a:lstStyle/>
            <a:p>
              <a:r>
                <a:rPr lang="zh-CN" altLang="en-US" sz="2800">
                  <a:solidFill>
                    <a:srgbClr val="CC0000"/>
                  </a:solidFill>
                </a:rPr>
                <a:t>解   1</a:t>
              </a:r>
              <a:r>
                <a:rPr lang="zh-CN" altLang="en-US" sz="2800">
                  <a:solidFill>
                    <a:srgbClr val="333333"/>
                  </a:solidFill>
                </a:rPr>
                <a:t>）</a:t>
              </a:r>
              <a:r>
                <a:rPr lang="zh-CN" altLang="en-US" sz="2800">
                  <a:solidFill>
                    <a:srgbClr val="1C1C1C"/>
                  </a:solidFill>
                </a:rPr>
                <a:t> 对称性分析；环内                    线为同心圆，环外     为零. </a:t>
              </a:r>
            </a:p>
          </p:txBody>
        </p:sp>
        <p:graphicFrame>
          <p:nvGraphicFramePr>
            <p:cNvPr id="165914" name="Object 26"/>
            <p:cNvGraphicFramePr>
              <a:graphicFrameLocks noChangeAspect="1"/>
            </p:cNvGraphicFramePr>
            <p:nvPr/>
          </p:nvGraphicFramePr>
          <p:xfrm>
            <a:off x="2086" y="1152"/>
            <a:ext cx="266" cy="336"/>
          </p:xfrm>
          <a:graphic>
            <a:graphicData uri="http://schemas.openxmlformats.org/presentationml/2006/ole">
              <p:oleObj spid="_x0000_s1056774" name="公式" r:id="rId11" imgW="152280" imgH="190440" progId="Equation.3">
                <p:embed/>
              </p:oleObj>
            </a:graphicData>
          </a:graphic>
        </p:graphicFrame>
        <p:graphicFrame>
          <p:nvGraphicFramePr>
            <p:cNvPr id="165915" name="Object 27"/>
            <p:cNvGraphicFramePr>
              <a:graphicFrameLocks noChangeAspect="1"/>
            </p:cNvGraphicFramePr>
            <p:nvPr/>
          </p:nvGraphicFramePr>
          <p:xfrm>
            <a:off x="2832" y="912"/>
            <a:ext cx="266" cy="336"/>
          </p:xfrm>
          <a:graphic>
            <a:graphicData uri="http://schemas.openxmlformats.org/presentationml/2006/ole">
              <p:oleObj spid="_x0000_s1056775" name="公式" r:id="rId12" imgW="152280" imgH="190440" progId="Equation.3">
                <p:embed/>
              </p:oleObj>
            </a:graphicData>
          </a:graphic>
        </p:graphicFrame>
      </p:grpSp>
      <p:grpSp>
        <p:nvGrpSpPr>
          <p:cNvPr id="7" name="Group 28"/>
          <p:cNvGrpSpPr>
            <a:grpSpLocks/>
          </p:cNvGrpSpPr>
          <p:nvPr/>
        </p:nvGrpSpPr>
        <p:grpSpPr bwMode="auto">
          <a:xfrm>
            <a:off x="381000" y="5014912"/>
            <a:ext cx="2133600" cy="525463"/>
            <a:chOff x="240" y="3168"/>
            <a:chExt cx="1344" cy="331"/>
          </a:xfrm>
        </p:grpSpPr>
        <p:graphicFrame>
          <p:nvGraphicFramePr>
            <p:cNvPr id="165917" name="Object 29"/>
            <p:cNvGraphicFramePr>
              <a:graphicFrameLocks noChangeAspect="1"/>
            </p:cNvGraphicFramePr>
            <p:nvPr/>
          </p:nvGraphicFramePr>
          <p:xfrm>
            <a:off x="576" y="3229"/>
            <a:ext cx="1008" cy="270"/>
          </p:xfrm>
          <a:graphic>
            <a:graphicData uri="http://schemas.openxmlformats.org/presentationml/2006/ole">
              <p:oleObj spid="_x0000_s1056773" name="Equation" r:id="rId13" imgW="1041120" imgH="279360" progId="Equation.3">
                <p:embed/>
              </p:oleObj>
            </a:graphicData>
          </a:graphic>
        </p:graphicFrame>
        <p:sp>
          <p:nvSpPr>
            <p:cNvPr id="165918" name="Text Box 30"/>
            <p:cNvSpPr txBox="1">
              <a:spLocks noChangeArrowheads="1"/>
            </p:cNvSpPr>
            <p:nvPr/>
          </p:nvSpPr>
          <p:spPr bwMode="auto">
            <a:xfrm>
              <a:off x="240" y="3168"/>
              <a:ext cx="576" cy="327"/>
            </a:xfrm>
            <a:prstGeom prst="rect">
              <a:avLst/>
            </a:prstGeom>
            <a:noFill/>
            <a:ln w="28575">
              <a:noFill/>
              <a:prstDash val="dash"/>
              <a:miter lim="800000"/>
              <a:headEnd/>
              <a:tailEnd type="none" w="sm" len="lg"/>
            </a:ln>
            <a:effectLst/>
          </p:spPr>
          <p:txBody>
            <a:bodyPr>
              <a:spAutoFit/>
            </a:bodyPr>
            <a:lstStyle/>
            <a:p>
              <a:pPr>
                <a:spcBef>
                  <a:spcPct val="50000"/>
                </a:spcBef>
              </a:pPr>
              <a:r>
                <a:rPr lang="zh-CN" altLang="en-US" sz="2800"/>
                <a:t>令</a:t>
              </a:r>
            </a:p>
          </p:txBody>
        </p:sp>
      </p:grpSp>
      <p:sp>
        <p:nvSpPr>
          <p:cNvPr id="165919" name="Rectangle 31"/>
          <p:cNvSpPr>
            <a:spLocks noChangeArrowheads="1"/>
          </p:cNvSpPr>
          <p:nvPr/>
        </p:nvSpPr>
        <p:spPr bwMode="auto">
          <a:xfrm>
            <a:off x="304800" y="304800"/>
            <a:ext cx="5943600" cy="519112"/>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二    安培环路定理的应用举例</a:t>
            </a:r>
          </a:p>
        </p:txBody>
      </p:sp>
      <p:sp>
        <p:nvSpPr>
          <p:cNvPr id="32" name="Rectangle 2"/>
          <p:cNvSpPr>
            <a:spLocks noChangeArrowheads="1"/>
          </p:cNvSpPr>
          <p:nvPr/>
        </p:nvSpPr>
        <p:spPr bwMode="auto">
          <a:xfrm>
            <a:off x="6400800" y="5486400"/>
            <a:ext cx="2743200" cy="1200329"/>
          </a:xfrm>
          <a:prstGeom prst="rect">
            <a:avLst/>
          </a:prstGeom>
          <a:noFill/>
          <a:ln w="9525">
            <a:noFill/>
            <a:miter lim="800000"/>
            <a:headEnd/>
            <a:tailEnd/>
          </a:ln>
        </p:spPr>
        <p:txBody>
          <a:bodyPr wrap="square">
            <a:spAutoFit/>
          </a:bodyPr>
          <a:lstStyle/>
          <a:p>
            <a:pPr>
              <a:spcBef>
                <a:spcPct val="50000"/>
              </a:spcBef>
            </a:pPr>
            <a:r>
              <a:rPr kumimoji="1" lang="zh-CN" altLang="en-US" dirty="0" smtClean="0">
                <a:solidFill>
                  <a:srgbClr val="00B050"/>
                </a:solidFill>
              </a:rPr>
              <a:t>写出</a:t>
            </a:r>
            <a:r>
              <a:rPr kumimoji="1" lang="en-US" altLang="zh-CN" dirty="0" smtClean="0">
                <a:solidFill>
                  <a:srgbClr val="00B050"/>
                </a:solidFill>
              </a:rPr>
              <a:t>B</a:t>
            </a:r>
            <a:r>
              <a:rPr kumimoji="1" lang="zh-CN" altLang="en-US" dirty="0" smtClean="0">
                <a:solidFill>
                  <a:srgbClr val="00B050"/>
                </a:solidFill>
              </a:rPr>
              <a:t>的范围，当</a:t>
            </a:r>
            <a:r>
              <a:rPr kumimoji="1" lang="en-US" altLang="zh-CN" dirty="0" smtClean="0">
                <a:solidFill>
                  <a:srgbClr val="00B050"/>
                </a:solidFill>
              </a:rPr>
              <a:t>R&gt;&gt;d</a:t>
            </a:r>
            <a:r>
              <a:rPr kumimoji="1" lang="zh-CN" altLang="en-US" dirty="0" smtClean="0">
                <a:solidFill>
                  <a:srgbClr val="00B050"/>
                </a:solidFill>
              </a:rPr>
              <a:t>时，最大值和最小值相差不多，所以螺绕环内的磁场近似为匀强磁场。</a:t>
            </a:r>
            <a:endParaRPr kumimoji="1" lang="en-US" altLang="zh-CN" dirty="0" smtClean="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5911"/>
                                        </p:tgtEl>
                                        <p:attrNameLst>
                                          <p:attrName>style.visibility</p:attrName>
                                        </p:attrNameLst>
                                      </p:cBhvr>
                                      <p:to>
                                        <p:strVal val="visible"/>
                                      </p:to>
                                    </p:set>
                                    <p:animEffect transition="in" filter="blinds(horizontal)">
                                      <p:cBhvr>
                                        <p:cTn id="12" dur="500"/>
                                        <p:tgtEl>
                                          <p:spTgt spid="16591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ou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65904"/>
                                        </p:tgtEl>
                                        <p:attrNameLst>
                                          <p:attrName>style.visibility</p:attrName>
                                        </p:attrNameLst>
                                      </p:cBhvr>
                                      <p:to>
                                        <p:strVal val="visible"/>
                                      </p:to>
                                    </p:set>
                                    <p:animEffect transition="in" filter="blinds(vertical)">
                                      <p:cBhvr>
                                        <p:cTn id="22" dur="500"/>
                                        <p:tgtEl>
                                          <p:spTgt spid="16590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65910"/>
                                        </p:tgtEl>
                                        <p:attrNameLst>
                                          <p:attrName>style.visibility</p:attrName>
                                        </p:attrNameLst>
                                      </p:cBhvr>
                                      <p:to>
                                        <p:strVal val="visible"/>
                                      </p:to>
                                    </p:set>
                                    <p:animEffect transition="in" filter="blinds(vertical)">
                                      <p:cBhvr>
                                        <p:cTn id="27" dur="500"/>
                                        <p:tgtEl>
                                          <p:spTgt spid="1659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5905"/>
                                        </p:tgtEl>
                                        <p:attrNameLst>
                                          <p:attrName>style.visibility</p:attrName>
                                        </p:attrNameLst>
                                      </p:cBhvr>
                                      <p:to>
                                        <p:strVal val="visible"/>
                                      </p:to>
                                    </p:set>
                                    <p:animEffect transition="in" filter="blinds(horizontal)">
                                      <p:cBhvr>
                                        <p:cTn id="37" dur="500"/>
                                        <p:tgtEl>
                                          <p:spTgt spid="16590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linds(horizontal)">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11" grpId="0" autoUpdateAnimBg="0"/>
      <p:bldP spid="3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638800" y="519112"/>
            <a:ext cx="3124200" cy="5410200"/>
            <a:chOff x="3600" y="528"/>
            <a:chExt cx="1968" cy="3408"/>
          </a:xfrm>
        </p:grpSpPr>
        <p:grpSp>
          <p:nvGrpSpPr>
            <p:cNvPr id="3" name="Group 3"/>
            <p:cNvGrpSpPr>
              <a:grpSpLocks/>
            </p:cNvGrpSpPr>
            <p:nvPr/>
          </p:nvGrpSpPr>
          <p:grpSpPr bwMode="auto">
            <a:xfrm>
              <a:off x="4272" y="528"/>
              <a:ext cx="707" cy="1920"/>
              <a:chOff x="960" y="576"/>
              <a:chExt cx="707" cy="1920"/>
            </a:xfrm>
          </p:grpSpPr>
          <p:sp>
            <p:nvSpPr>
              <p:cNvPr id="166916" name="Line 4"/>
              <p:cNvSpPr>
                <a:spLocks noChangeShapeType="1"/>
              </p:cNvSpPr>
              <p:nvPr/>
            </p:nvSpPr>
            <p:spPr bwMode="auto">
              <a:xfrm>
                <a:off x="1200" y="1440"/>
                <a:ext cx="0" cy="864"/>
              </a:xfrm>
              <a:prstGeom prst="line">
                <a:avLst/>
              </a:prstGeom>
              <a:noFill/>
              <a:ln w="28575">
                <a:solidFill>
                  <a:srgbClr val="FF0000"/>
                </a:solidFill>
                <a:prstDash val="dash"/>
                <a:round/>
                <a:headEnd/>
                <a:tailEnd type="none" w="sm" len="lg"/>
              </a:ln>
              <a:effectLst/>
            </p:spPr>
            <p:txBody>
              <a:bodyPr wrap="none" anchor="ctr"/>
              <a:lstStyle/>
              <a:p>
                <a:endParaRPr lang="zh-CN" altLang="en-US" sz="2800"/>
              </a:p>
            </p:txBody>
          </p:sp>
          <p:sp>
            <p:nvSpPr>
              <p:cNvPr id="166917" name="Line 5"/>
              <p:cNvSpPr>
                <a:spLocks noChangeShapeType="1"/>
              </p:cNvSpPr>
              <p:nvPr/>
            </p:nvSpPr>
            <p:spPr bwMode="auto">
              <a:xfrm>
                <a:off x="1200" y="2304"/>
                <a:ext cx="0" cy="192"/>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6918" name="AutoShape 6"/>
              <p:cNvSpPr>
                <a:spLocks noChangeArrowheads="1"/>
              </p:cNvSpPr>
              <p:nvPr/>
            </p:nvSpPr>
            <p:spPr bwMode="auto">
              <a:xfrm>
                <a:off x="960" y="768"/>
                <a:ext cx="480" cy="1536"/>
              </a:xfrm>
              <a:prstGeom prst="can">
                <a:avLst>
                  <a:gd name="adj" fmla="val 40000"/>
                </a:avLst>
              </a:prstGeom>
              <a:gradFill rotWithShape="0">
                <a:gsLst>
                  <a:gs pos="0">
                    <a:srgbClr val="CCFFCC">
                      <a:gamma/>
                      <a:shade val="55686"/>
                      <a:invGamma/>
                    </a:srgbClr>
                  </a:gs>
                  <a:gs pos="50000">
                    <a:srgbClr val="CCFFCC"/>
                  </a:gs>
                  <a:gs pos="100000">
                    <a:srgbClr val="CCFFCC">
                      <a:gamma/>
                      <a:shade val="55686"/>
                      <a:invGamma/>
                    </a:srgbClr>
                  </a:gs>
                </a:gsLst>
                <a:lin ang="0" scaled="1"/>
              </a:gradFill>
              <a:ln w="9525">
                <a:solidFill>
                  <a:schemeClr val="tx1"/>
                </a:solidFill>
                <a:round/>
                <a:headEnd/>
                <a:tailEnd/>
              </a:ln>
              <a:effectLst/>
            </p:spPr>
            <p:txBody>
              <a:bodyPr wrap="none" anchor="ctr"/>
              <a:lstStyle/>
              <a:p>
                <a:endParaRPr lang="zh-CN" altLang="en-US" sz="2800"/>
              </a:p>
            </p:txBody>
          </p:sp>
          <p:sp>
            <p:nvSpPr>
              <p:cNvPr id="166919" name="Line 7"/>
              <p:cNvSpPr>
                <a:spLocks noChangeShapeType="1"/>
              </p:cNvSpPr>
              <p:nvPr/>
            </p:nvSpPr>
            <p:spPr bwMode="auto">
              <a:xfrm flipV="1">
                <a:off x="1200" y="864"/>
                <a:ext cx="0" cy="1440"/>
              </a:xfrm>
              <a:prstGeom prst="line">
                <a:avLst/>
              </a:prstGeom>
              <a:noFill/>
              <a:ln w="28575">
                <a:solidFill>
                  <a:srgbClr val="FF0000"/>
                </a:solidFill>
                <a:prstDash val="dash"/>
                <a:round/>
                <a:headEnd/>
                <a:tailEnd type="none" w="sm" len="lg"/>
              </a:ln>
              <a:effectLst/>
            </p:spPr>
            <p:txBody>
              <a:bodyPr wrap="none" anchor="ctr"/>
              <a:lstStyle/>
              <a:p>
                <a:endParaRPr lang="zh-CN" altLang="en-US" sz="2800"/>
              </a:p>
            </p:txBody>
          </p:sp>
          <p:sp>
            <p:nvSpPr>
              <p:cNvPr id="166920" name="Line 8"/>
              <p:cNvSpPr>
                <a:spLocks noChangeShapeType="1"/>
              </p:cNvSpPr>
              <p:nvPr/>
            </p:nvSpPr>
            <p:spPr bwMode="auto">
              <a:xfrm>
                <a:off x="1200" y="576"/>
                <a:ext cx="0" cy="288"/>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6921" name="Line 9"/>
              <p:cNvSpPr>
                <a:spLocks noChangeShapeType="1"/>
              </p:cNvSpPr>
              <p:nvPr/>
            </p:nvSpPr>
            <p:spPr bwMode="auto">
              <a:xfrm>
                <a:off x="1200" y="1104"/>
                <a:ext cx="240" cy="0"/>
              </a:xfrm>
              <a:prstGeom prst="line">
                <a:avLst/>
              </a:prstGeom>
              <a:noFill/>
              <a:ln w="28575">
                <a:solidFill>
                  <a:srgbClr val="D60093"/>
                </a:solidFill>
                <a:round/>
                <a:headEnd/>
                <a:tailEnd type="triangle" w="sm" len="lg"/>
              </a:ln>
              <a:effectLst/>
            </p:spPr>
            <p:txBody>
              <a:bodyPr wrap="none" anchor="ctr"/>
              <a:lstStyle/>
              <a:p>
                <a:endParaRPr lang="zh-CN" altLang="en-US" sz="2800"/>
              </a:p>
            </p:txBody>
          </p:sp>
          <p:sp>
            <p:nvSpPr>
              <p:cNvPr id="166922" name="Line 10"/>
              <p:cNvSpPr>
                <a:spLocks noChangeShapeType="1"/>
              </p:cNvSpPr>
              <p:nvPr/>
            </p:nvSpPr>
            <p:spPr bwMode="auto">
              <a:xfrm>
                <a:off x="960" y="864"/>
                <a:ext cx="0" cy="672"/>
              </a:xfrm>
              <a:prstGeom prst="line">
                <a:avLst/>
              </a:prstGeom>
              <a:noFill/>
              <a:ln w="9525">
                <a:solidFill>
                  <a:srgbClr val="000000"/>
                </a:solidFill>
                <a:round/>
                <a:headEnd/>
                <a:tailEnd type="none" w="sm" len="lg"/>
              </a:ln>
              <a:effectLst/>
            </p:spPr>
            <p:txBody>
              <a:bodyPr wrap="none" anchor="ctr"/>
              <a:lstStyle/>
              <a:p>
                <a:endParaRPr lang="zh-CN" altLang="en-US" sz="2800"/>
              </a:p>
            </p:txBody>
          </p:sp>
          <p:sp>
            <p:nvSpPr>
              <p:cNvPr id="166923" name="Line 11"/>
              <p:cNvSpPr>
                <a:spLocks noChangeShapeType="1"/>
              </p:cNvSpPr>
              <p:nvPr/>
            </p:nvSpPr>
            <p:spPr bwMode="auto">
              <a:xfrm>
                <a:off x="1440" y="864"/>
                <a:ext cx="0" cy="672"/>
              </a:xfrm>
              <a:prstGeom prst="line">
                <a:avLst/>
              </a:prstGeom>
              <a:noFill/>
              <a:ln w="9525">
                <a:solidFill>
                  <a:srgbClr val="000000"/>
                </a:solidFill>
                <a:round/>
                <a:headEnd/>
                <a:tailEnd type="none" w="sm" len="lg"/>
              </a:ln>
              <a:effectLst/>
            </p:spPr>
            <p:txBody>
              <a:bodyPr wrap="none" anchor="ctr"/>
              <a:lstStyle/>
              <a:p>
                <a:endParaRPr lang="zh-CN" altLang="en-US" sz="2800"/>
              </a:p>
            </p:txBody>
          </p:sp>
          <p:graphicFrame>
            <p:nvGraphicFramePr>
              <p:cNvPr id="166924" name="Object 12"/>
              <p:cNvGraphicFramePr>
                <a:graphicFrameLocks noChangeAspect="1"/>
              </p:cNvGraphicFramePr>
              <p:nvPr/>
            </p:nvGraphicFramePr>
            <p:xfrm>
              <a:off x="1440" y="960"/>
              <a:ext cx="227" cy="240"/>
            </p:xfrm>
            <a:graphic>
              <a:graphicData uri="http://schemas.openxmlformats.org/presentationml/2006/ole">
                <p:oleObj spid="_x0000_s1057810" name="Equation" r:id="rId3" imgW="215640" imgH="228600" progId="Equation.3">
                  <p:embed/>
                </p:oleObj>
              </a:graphicData>
            </a:graphic>
          </p:graphicFrame>
          <p:graphicFrame>
            <p:nvGraphicFramePr>
              <p:cNvPr id="166925" name="Object 13"/>
              <p:cNvGraphicFramePr>
                <a:graphicFrameLocks noChangeAspect="1"/>
              </p:cNvGraphicFramePr>
              <p:nvPr/>
            </p:nvGraphicFramePr>
            <p:xfrm>
              <a:off x="1008" y="576"/>
              <a:ext cx="156" cy="216"/>
            </p:xfrm>
            <a:graphic>
              <a:graphicData uri="http://schemas.openxmlformats.org/presentationml/2006/ole">
                <p:oleObj spid="_x0000_s1057811" name="Equation" r:id="rId4" imgW="164880" imgH="228600" progId="Equation.3">
                  <p:embed/>
                </p:oleObj>
              </a:graphicData>
            </a:graphic>
          </p:graphicFrame>
        </p:grpSp>
        <p:sp>
          <p:nvSpPr>
            <p:cNvPr id="166926" name="Rectangle 14"/>
            <p:cNvSpPr>
              <a:spLocks noChangeArrowheads="1"/>
            </p:cNvSpPr>
            <p:nvPr/>
          </p:nvSpPr>
          <p:spPr bwMode="auto">
            <a:xfrm>
              <a:off x="3600" y="528"/>
              <a:ext cx="1968" cy="3408"/>
            </a:xfrm>
            <a:prstGeom prst="rect">
              <a:avLst/>
            </a:prstGeom>
            <a:solidFill>
              <a:schemeClr val="bg1"/>
            </a:solidFill>
            <a:ln w="12700">
              <a:solidFill>
                <a:schemeClr val="tx2"/>
              </a:solidFill>
              <a:miter lim="800000"/>
              <a:headEnd/>
              <a:tailEnd/>
            </a:ln>
            <a:effectLst/>
          </p:spPr>
          <p:txBody>
            <a:bodyPr wrap="none" anchor="ctr"/>
            <a:lstStyle/>
            <a:p>
              <a:pPr algn="ctr" fontAlgn="ctr"/>
              <a:endParaRPr lang="zh-CN" altLang="en-US" sz="2800">
                <a:solidFill>
                  <a:srgbClr val="1C1C1C"/>
                </a:solidFill>
              </a:endParaRPr>
            </a:p>
            <a:p>
              <a:pPr algn="ctr" fontAlgn="ctr"/>
              <a:endParaRPr lang="zh-CN" altLang="en-US" sz="2800">
                <a:solidFill>
                  <a:srgbClr val="1C1C1C"/>
                </a:solidFill>
              </a:endParaRPr>
            </a:p>
          </p:txBody>
        </p:sp>
        <p:sp>
          <p:nvSpPr>
            <p:cNvPr id="166927" name="Line 15"/>
            <p:cNvSpPr>
              <a:spLocks noChangeShapeType="1"/>
            </p:cNvSpPr>
            <p:nvPr/>
          </p:nvSpPr>
          <p:spPr bwMode="auto">
            <a:xfrm>
              <a:off x="4512" y="1392"/>
              <a:ext cx="0" cy="864"/>
            </a:xfrm>
            <a:prstGeom prst="line">
              <a:avLst/>
            </a:prstGeom>
            <a:noFill/>
            <a:ln w="28575">
              <a:solidFill>
                <a:srgbClr val="FF0000"/>
              </a:solidFill>
              <a:prstDash val="dash"/>
              <a:round/>
              <a:headEnd/>
              <a:tailEnd type="none" w="sm" len="lg"/>
            </a:ln>
            <a:effectLst/>
          </p:spPr>
          <p:txBody>
            <a:bodyPr wrap="none" anchor="ctr"/>
            <a:lstStyle/>
            <a:p>
              <a:endParaRPr lang="zh-CN" altLang="en-US" sz="2800"/>
            </a:p>
          </p:txBody>
        </p:sp>
        <p:sp>
          <p:nvSpPr>
            <p:cNvPr id="166928" name="Line 16"/>
            <p:cNvSpPr>
              <a:spLocks noChangeShapeType="1"/>
            </p:cNvSpPr>
            <p:nvPr/>
          </p:nvSpPr>
          <p:spPr bwMode="auto">
            <a:xfrm>
              <a:off x="4512" y="2208"/>
              <a:ext cx="0" cy="192"/>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6929" name="AutoShape 17"/>
            <p:cNvSpPr>
              <a:spLocks noChangeArrowheads="1"/>
            </p:cNvSpPr>
            <p:nvPr/>
          </p:nvSpPr>
          <p:spPr bwMode="auto">
            <a:xfrm>
              <a:off x="4272" y="720"/>
              <a:ext cx="480" cy="1536"/>
            </a:xfrm>
            <a:prstGeom prst="can">
              <a:avLst>
                <a:gd name="adj" fmla="val 40000"/>
              </a:avLst>
            </a:prstGeom>
            <a:gradFill rotWithShape="0">
              <a:gsLst>
                <a:gs pos="0">
                  <a:schemeClr val="bg1">
                    <a:gamma/>
                    <a:shade val="76078"/>
                    <a:invGamma/>
                  </a:schemeClr>
                </a:gs>
                <a:gs pos="50000">
                  <a:schemeClr val="bg1"/>
                </a:gs>
                <a:gs pos="100000">
                  <a:schemeClr val="bg1">
                    <a:gamma/>
                    <a:shade val="76078"/>
                    <a:invGamma/>
                  </a:schemeClr>
                </a:gs>
              </a:gsLst>
              <a:lin ang="0" scaled="1"/>
            </a:gradFill>
            <a:ln w="9525">
              <a:solidFill>
                <a:schemeClr val="tx1"/>
              </a:solidFill>
              <a:round/>
              <a:headEnd/>
              <a:tailEnd/>
            </a:ln>
            <a:effectLst/>
          </p:spPr>
          <p:txBody>
            <a:bodyPr wrap="none" anchor="ctr"/>
            <a:lstStyle/>
            <a:p>
              <a:endParaRPr lang="zh-CN" altLang="en-US" sz="2800"/>
            </a:p>
          </p:txBody>
        </p:sp>
        <p:sp>
          <p:nvSpPr>
            <p:cNvPr id="166930" name="Line 18"/>
            <p:cNvSpPr>
              <a:spLocks noChangeShapeType="1"/>
            </p:cNvSpPr>
            <p:nvPr/>
          </p:nvSpPr>
          <p:spPr bwMode="auto">
            <a:xfrm flipV="1">
              <a:off x="4512" y="816"/>
              <a:ext cx="0" cy="1440"/>
            </a:xfrm>
            <a:prstGeom prst="line">
              <a:avLst/>
            </a:prstGeom>
            <a:noFill/>
            <a:ln w="28575">
              <a:solidFill>
                <a:srgbClr val="FF0000"/>
              </a:solidFill>
              <a:prstDash val="dash"/>
              <a:round/>
              <a:headEnd/>
              <a:tailEnd type="none" w="sm" len="lg"/>
            </a:ln>
            <a:effectLst/>
          </p:spPr>
          <p:txBody>
            <a:bodyPr wrap="none" anchor="ctr"/>
            <a:lstStyle/>
            <a:p>
              <a:endParaRPr lang="zh-CN" altLang="en-US" sz="2800"/>
            </a:p>
          </p:txBody>
        </p:sp>
        <p:sp>
          <p:nvSpPr>
            <p:cNvPr id="166931" name="Line 19"/>
            <p:cNvSpPr>
              <a:spLocks noChangeShapeType="1"/>
            </p:cNvSpPr>
            <p:nvPr/>
          </p:nvSpPr>
          <p:spPr bwMode="auto">
            <a:xfrm>
              <a:off x="4512" y="576"/>
              <a:ext cx="0" cy="240"/>
            </a:xfrm>
            <a:prstGeom prst="line">
              <a:avLst/>
            </a:prstGeom>
            <a:noFill/>
            <a:ln w="28575">
              <a:solidFill>
                <a:srgbClr val="FF0000"/>
              </a:solidFill>
              <a:round/>
              <a:headEnd/>
              <a:tailEnd type="triangle" w="sm" len="lg"/>
            </a:ln>
            <a:effectLst/>
          </p:spPr>
          <p:txBody>
            <a:bodyPr/>
            <a:lstStyle/>
            <a:p>
              <a:endParaRPr lang="zh-CN" altLang="en-US" sz="2800"/>
            </a:p>
          </p:txBody>
        </p:sp>
      </p:grpSp>
      <p:sp>
        <p:nvSpPr>
          <p:cNvPr id="166932" name="Text Box 20"/>
          <p:cNvSpPr txBox="1">
            <a:spLocks noChangeArrowheads="1"/>
          </p:cNvSpPr>
          <p:nvPr/>
        </p:nvSpPr>
        <p:spPr bwMode="auto">
          <a:xfrm>
            <a:off x="304800" y="457200"/>
            <a:ext cx="5562600" cy="519112"/>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例2   </a:t>
            </a:r>
            <a:r>
              <a:rPr lang="zh-CN" altLang="en-US" sz="2800" dirty="0">
                <a:solidFill>
                  <a:schemeClr val="tx1"/>
                </a:solidFill>
              </a:rPr>
              <a:t>无限长载流圆柱体的磁场</a:t>
            </a:r>
          </a:p>
        </p:txBody>
      </p:sp>
      <p:sp>
        <p:nvSpPr>
          <p:cNvPr id="166933" name="Text Box 21"/>
          <p:cNvSpPr txBox="1">
            <a:spLocks noChangeArrowheads="1"/>
          </p:cNvSpPr>
          <p:nvPr/>
        </p:nvSpPr>
        <p:spPr bwMode="auto">
          <a:xfrm>
            <a:off x="304800" y="1143000"/>
            <a:ext cx="3429000" cy="519112"/>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解  1</a:t>
            </a:r>
            <a:r>
              <a:rPr lang="zh-CN" altLang="en-US" sz="2800">
                <a:solidFill>
                  <a:srgbClr val="333333"/>
                </a:solidFill>
              </a:rPr>
              <a:t>）</a:t>
            </a:r>
            <a:r>
              <a:rPr lang="zh-CN" altLang="en-US" sz="2800">
                <a:solidFill>
                  <a:schemeClr val="tx1"/>
                </a:solidFill>
              </a:rPr>
              <a:t>对称性分析</a:t>
            </a:r>
          </a:p>
        </p:txBody>
      </p:sp>
      <p:sp>
        <p:nvSpPr>
          <p:cNvPr id="166934" name="Text Box 22"/>
          <p:cNvSpPr txBox="1">
            <a:spLocks noChangeArrowheads="1"/>
          </p:cNvSpPr>
          <p:nvPr/>
        </p:nvSpPr>
        <p:spPr bwMode="auto">
          <a:xfrm>
            <a:off x="3352800" y="1143000"/>
            <a:ext cx="2590800" cy="519112"/>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2</a:t>
            </a:r>
            <a:r>
              <a:rPr lang="zh-CN" altLang="en-US" sz="2800">
                <a:solidFill>
                  <a:srgbClr val="333333"/>
                </a:solidFill>
              </a:rPr>
              <a:t>）</a:t>
            </a:r>
            <a:r>
              <a:rPr lang="zh-CN" altLang="en-US" sz="2800">
                <a:solidFill>
                  <a:schemeClr val="tx1"/>
                </a:solidFill>
              </a:rPr>
              <a:t>选取回路</a:t>
            </a:r>
          </a:p>
        </p:txBody>
      </p:sp>
      <p:graphicFrame>
        <p:nvGraphicFramePr>
          <p:cNvPr id="166935" name="Object 23"/>
          <p:cNvGraphicFramePr>
            <a:graphicFrameLocks noChangeAspect="1"/>
          </p:cNvGraphicFramePr>
          <p:nvPr/>
        </p:nvGraphicFramePr>
        <p:xfrm>
          <a:off x="762000" y="1970087"/>
          <a:ext cx="1143000" cy="530225"/>
        </p:xfrm>
        <a:graphic>
          <a:graphicData uri="http://schemas.openxmlformats.org/presentationml/2006/ole">
            <p:oleObj spid="_x0000_s1057794" name="Equation" r:id="rId5" imgW="368280" imgH="164880" progId="Equation.3">
              <p:embed/>
            </p:oleObj>
          </a:graphicData>
        </a:graphic>
      </p:graphicFrame>
      <p:graphicFrame>
        <p:nvGraphicFramePr>
          <p:cNvPr id="166936" name="Object 24"/>
          <p:cNvGraphicFramePr>
            <a:graphicFrameLocks noChangeAspect="1"/>
          </p:cNvGraphicFramePr>
          <p:nvPr/>
        </p:nvGraphicFramePr>
        <p:xfrm>
          <a:off x="457200" y="2960687"/>
          <a:ext cx="2133600" cy="682625"/>
        </p:xfrm>
        <a:graphic>
          <a:graphicData uri="http://schemas.openxmlformats.org/presentationml/2006/ole">
            <p:oleObj spid="_x0000_s1057795" name="Equation" r:id="rId6" imgW="774360" imgH="228600" progId="Equation.3">
              <p:embed/>
            </p:oleObj>
          </a:graphicData>
        </a:graphic>
      </p:graphicFrame>
      <p:graphicFrame>
        <p:nvGraphicFramePr>
          <p:cNvPr id="166937" name="Object 25"/>
          <p:cNvGraphicFramePr>
            <a:graphicFrameLocks noChangeAspect="1"/>
          </p:cNvGraphicFramePr>
          <p:nvPr/>
        </p:nvGraphicFramePr>
        <p:xfrm>
          <a:off x="3200400" y="2635250"/>
          <a:ext cx="1752600" cy="1160462"/>
        </p:xfrm>
        <a:graphic>
          <a:graphicData uri="http://schemas.openxmlformats.org/presentationml/2006/ole">
            <p:oleObj spid="_x0000_s1057796" name="Equation" r:id="rId7" imgW="596880" imgH="393480" progId="Equation.3">
              <p:embed/>
            </p:oleObj>
          </a:graphicData>
        </a:graphic>
      </p:graphicFrame>
      <p:graphicFrame>
        <p:nvGraphicFramePr>
          <p:cNvPr id="166938" name="Object 26"/>
          <p:cNvGraphicFramePr>
            <a:graphicFrameLocks noChangeAspect="1"/>
          </p:cNvGraphicFramePr>
          <p:nvPr/>
        </p:nvGraphicFramePr>
        <p:xfrm>
          <a:off x="381000" y="3719512"/>
          <a:ext cx="5029200" cy="1219200"/>
        </p:xfrm>
        <a:graphic>
          <a:graphicData uri="http://schemas.openxmlformats.org/presentationml/2006/ole">
            <p:oleObj spid="_x0000_s1057797" name="Equation" r:id="rId8" imgW="1981080" imgH="419040" progId="Equation.3">
              <p:embed/>
            </p:oleObj>
          </a:graphicData>
        </a:graphic>
      </p:graphicFrame>
      <p:graphicFrame>
        <p:nvGraphicFramePr>
          <p:cNvPr id="166939" name="Object 27"/>
          <p:cNvGraphicFramePr>
            <a:graphicFrameLocks noChangeAspect="1"/>
          </p:cNvGraphicFramePr>
          <p:nvPr/>
        </p:nvGraphicFramePr>
        <p:xfrm>
          <a:off x="457200" y="4873625"/>
          <a:ext cx="2362200" cy="1208087"/>
        </p:xfrm>
        <a:graphic>
          <a:graphicData uri="http://schemas.openxmlformats.org/presentationml/2006/ole">
            <p:oleObj spid="_x0000_s1057798" name="Equation" r:id="rId9" imgW="965160" imgH="419040" progId="Equation.3">
              <p:embed/>
            </p:oleObj>
          </a:graphicData>
        </a:graphic>
      </p:graphicFrame>
      <p:graphicFrame>
        <p:nvGraphicFramePr>
          <p:cNvPr id="166940" name="Object 28"/>
          <p:cNvGraphicFramePr>
            <a:graphicFrameLocks noChangeAspect="1"/>
          </p:cNvGraphicFramePr>
          <p:nvPr/>
        </p:nvGraphicFramePr>
        <p:xfrm>
          <a:off x="3352800" y="4973637"/>
          <a:ext cx="1905000" cy="1108075"/>
        </p:xfrm>
        <a:graphic>
          <a:graphicData uri="http://schemas.openxmlformats.org/presentationml/2006/ole">
            <p:oleObj spid="_x0000_s1057799" name="Equation" r:id="rId10" imgW="698400" imgH="393480" progId="Equation.3">
              <p:embed/>
            </p:oleObj>
          </a:graphicData>
        </a:graphic>
      </p:graphicFrame>
      <p:graphicFrame>
        <p:nvGraphicFramePr>
          <p:cNvPr id="166941" name="Object 29"/>
          <p:cNvGraphicFramePr>
            <a:graphicFrameLocks noChangeAspect="1"/>
          </p:cNvGraphicFramePr>
          <p:nvPr/>
        </p:nvGraphicFramePr>
        <p:xfrm>
          <a:off x="2514600" y="1819275"/>
          <a:ext cx="2590800" cy="860425"/>
        </p:xfrm>
        <a:graphic>
          <a:graphicData uri="http://schemas.openxmlformats.org/presentationml/2006/ole">
            <p:oleObj spid="_x0000_s1057800" name="Equation" r:id="rId11" imgW="863280" imgH="291960" progId="Equation.3">
              <p:embed/>
            </p:oleObj>
          </a:graphicData>
        </a:graphic>
      </p:graphicFrame>
      <p:grpSp>
        <p:nvGrpSpPr>
          <p:cNvPr id="4" name="Group 30"/>
          <p:cNvGrpSpPr>
            <a:grpSpLocks/>
          </p:cNvGrpSpPr>
          <p:nvPr/>
        </p:nvGrpSpPr>
        <p:grpSpPr bwMode="auto">
          <a:xfrm>
            <a:off x="6248400" y="3643312"/>
            <a:ext cx="1676400" cy="1676400"/>
            <a:chOff x="3984" y="2544"/>
            <a:chExt cx="1056" cy="1056"/>
          </a:xfrm>
        </p:grpSpPr>
        <p:sp>
          <p:nvSpPr>
            <p:cNvPr id="166943" name="Oval 31"/>
            <p:cNvSpPr>
              <a:spLocks noChangeArrowheads="1"/>
            </p:cNvSpPr>
            <p:nvPr/>
          </p:nvSpPr>
          <p:spPr bwMode="auto">
            <a:xfrm>
              <a:off x="4272" y="2832"/>
              <a:ext cx="480" cy="480"/>
            </a:xfrm>
            <a:prstGeom prst="ellipse">
              <a:avLst/>
            </a:prstGeom>
            <a:solidFill>
              <a:srgbClr val="CBF4F5">
                <a:alpha val="50000"/>
              </a:srgbClr>
            </a:solidFill>
            <a:ln w="9525">
              <a:solidFill>
                <a:schemeClr val="tx1"/>
              </a:solidFill>
              <a:round/>
              <a:headEnd/>
              <a:tailEnd/>
            </a:ln>
            <a:effectLst/>
          </p:spPr>
          <p:txBody>
            <a:bodyPr wrap="none" anchor="ctr"/>
            <a:lstStyle/>
            <a:p>
              <a:pPr algn="ctr" fontAlgn="ctr"/>
              <a:endParaRPr lang="zh-CN" altLang="en-US" sz="2800">
                <a:solidFill>
                  <a:srgbClr val="1C1C1C"/>
                </a:solidFill>
              </a:endParaRPr>
            </a:p>
            <a:p>
              <a:pPr algn="ctr" fontAlgn="ctr"/>
              <a:endParaRPr lang="zh-CN" altLang="en-US" sz="2800">
                <a:solidFill>
                  <a:srgbClr val="1C1C1C"/>
                </a:solidFill>
              </a:endParaRPr>
            </a:p>
          </p:txBody>
        </p:sp>
        <p:sp>
          <p:nvSpPr>
            <p:cNvPr id="166944" name="Oval 32"/>
            <p:cNvSpPr>
              <a:spLocks noChangeArrowheads="1"/>
            </p:cNvSpPr>
            <p:nvPr/>
          </p:nvSpPr>
          <p:spPr bwMode="auto">
            <a:xfrm>
              <a:off x="3984" y="2544"/>
              <a:ext cx="1056" cy="1056"/>
            </a:xfrm>
            <a:prstGeom prst="ellipse">
              <a:avLst/>
            </a:prstGeom>
            <a:noFill/>
            <a:ln w="28575">
              <a:solidFill>
                <a:srgbClr val="0000FF"/>
              </a:solidFill>
              <a:round/>
              <a:headEnd/>
              <a:tailEnd/>
            </a:ln>
            <a:effectLst/>
          </p:spPr>
          <p:txBody>
            <a:bodyPr wrap="none" anchor="ctr"/>
            <a:lstStyle/>
            <a:p>
              <a:endParaRPr lang="zh-CN" altLang="en-US" sz="2800"/>
            </a:p>
          </p:txBody>
        </p:sp>
        <p:graphicFrame>
          <p:nvGraphicFramePr>
            <p:cNvPr id="166945" name="Object 33"/>
            <p:cNvGraphicFramePr>
              <a:graphicFrameLocks noChangeAspect="1"/>
            </p:cNvGraphicFramePr>
            <p:nvPr/>
          </p:nvGraphicFramePr>
          <p:xfrm>
            <a:off x="4128" y="2928"/>
            <a:ext cx="191" cy="264"/>
          </p:xfrm>
          <a:graphic>
            <a:graphicData uri="http://schemas.openxmlformats.org/presentationml/2006/ole">
              <p:oleObj spid="_x0000_s1057809" name="Equation" r:id="rId12" imgW="164880" imgH="228600" progId="Equation.3">
                <p:embed/>
              </p:oleObj>
            </a:graphicData>
          </a:graphic>
        </p:graphicFrame>
      </p:grpSp>
      <p:grpSp>
        <p:nvGrpSpPr>
          <p:cNvPr id="5" name="Group 34"/>
          <p:cNvGrpSpPr>
            <a:grpSpLocks/>
          </p:cNvGrpSpPr>
          <p:nvPr/>
        </p:nvGrpSpPr>
        <p:grpSpPr bwMode="auto">
          <a:xfrm>
            <a:off x="6858000" y="4125912"/>
            <a:ext cx="1576388" cy="1117600"/>
            <a:chOff x="4368" y="2848"/>
            <a:chExt cx="993" cy="704"/>
          </a:xfrm>
        </p:grpSpPr>
        <p:graphicFrame>
          <p:nvGraphicFramePr>
            <p:cNvPr id="166947" name="Object 35"/>
            <p:cNvGraphicFramePr>
              <a:graphicFrameLocks noChangeAspect="1"/>
            </p:cNvGraphicFramePr>
            <p:nvPr/>
          </p:nvGraphicFramePr>
          <p:xfrm>
            <a:off x="5040" y="2848"/>
            <a:ext cx="321" cy="272"/>
          </p:xfrm>
          <a:graphic>
            <a:graphicData uri="http://schemas.openxmlformats.org/presentationml/2006/ole">
              <p:oleObj spid="_x0000_s1057807" name="Equation" r:id="rId13" imgW="330120" imgH="279360" progId="Equation.3">
                <p:embed/>
              </p:oleObj>
            </a:graphicData>
          </a:graphic>
        </p:graphicFrame>
        <p:grpSp>
          <p:nvGrpSpPr>
            <p:cNvPr id="6" name="Group 36"/>
            <p:cNvGrpSpPr>
              <a:grpSpLocks/>
            </p:cNvGrpSpPr>
            <p:nvPr/>
          </p:nvGrpSpPr>
          <p:grpSpPr bwMode="auto">
            <a:xfrm>
              <a:off x="4368" y="3072"/>
              <a:ext cx="768" cy="480"/>
              <a:chOff x="4368" y="3072"/>
              <a:chExt cx="768" cy="480"/>
            </a:xfrm>
          </p:grpSpPr>
          <p:sp>
            <p:nvSpPr>
              <p:cNvPr id="166949" name="Oval 37"/>
              <p:cNvSpPr>
                <a:spLocks noChangeArrowheads="1"/>
              </p:cNvSpPr>
              <p:nvPr/>
            </p:nvSpPr>
            <p:spPr bwMode="auto">
              <a:xfrm>
                <a:off x="4512" y="3168"/>
                <a:ext cx="48" cy="48"/>
              </a:xfrm>
              <a:prstGeom prst="ellipse">
                <a:avLst/>
              </a:prstGeom>
              <a:solidFill>
                <a:srgbClr val="FF0000"/>
              </a:solidFill>
              <a:ln w="9525">
                <a:solidFill>
                  <a:schemeClr val="tx1"/>
                </a:solidFill>
                <a:round/>
                <a:headEnd/>
                <a:tailEnd/>
              </a:ln>
              <a:effectLst/>
            </p:spPr>
            <p:txBody>
              <a:bodyPr wrap="none" anchor="ctr"/>
              <a:lstStyle/>
              <a:p>
                <a:endParaRPr lang="zh-CN" altLang="en-US" sz="2800"/>
              </a:p>
            </p:txBody>
          </p:sp>
          <p:grpSp>
            <p:nvGrpSpPr>
              <p:cNvPr id="7" name="Group 38"/>
              <p:cNvGrpSpPr>
                <a:grpSpLocks/>
              </p:cNvGrpSpPr>
              <p:nvPr/>
            </p:nvGrpSpPr>
            <p:grpSpPr bwMode="auto">
              <a:xfrm>
                <a:off x="4368" y="3072"/>
                <a:ext cx="768" cy="480"/>
                <a:chOff x="4368" y="3072"/>
                <a:chExt cx="768" cy="480"/>
              </a:xfrm>
            </p:grpSpPr>
            <p:graphicFrame>
              <p:nvGraphicFramePr>
                <p:cNvPr id="166951" name="Object 39"/>
                <p:cNvGraphicFramePr>
                  <a:graphicFrameLocks noChangeAspect="1"/>
                </p:cNvGraphicFramePr>
                <p:nvPr/>
              </p:nvGraphicFramePr>
              <p:xfrm>
                <a:off x="4368" y="3290"/>
                <a:ext cx="288" cy="262"/>
              </p:xfrm>
              <a:graphic>
                <a:graphicData uri="http://schemas.openxmlformats.org/presentationml/2006/ole">
                  <p:oleObj spid="_x0000_s1057808" name="Equation" r:id="rId14" imgW="279360" imgH="253800" progId="Equation.3">
                    <p:embed/>
                  </p:oleObj>
                </a:graphicData>
              </a:graphic>
            </p:graphicFrame>
            <p:grpSp>
              <p:nvGrpSpPr>
                <p:cNvPr id="8" name="Group 40"/>
                <p:cNvGrpSpPr>
                  <a:grpSpLocks/>
                </p:cNvGrpSpPr>
                <p:nvPr/>
              </p:nvGrpSpPr>
              <p:grpSpPr bwMode="auto">
                <a:xfrm>
                  <a:off x="4560" y="3072"/>
                  <a:ext cx="576" cy="432"/>
                  <a:chOff x="1104" y="3024"/>
                  <a:chExt cx="576" cy="432"/>
                </a:xfrm>
              </p:grpSpPr>
              <p:sp>
                <p:nvSpPr>
                  <p:cNvPr id="166953" name="Line 41"/>
                  <p:cNvSpPr>
                    <a:spLocks noChangeShapeType="1"/>
                  </p:cNvSpPr>
                  <p:nvPr/>
                </p:nvSpPr>
                <p:spPr bwMode="auto">
                  <a:xfrm flipV="1">
                    <a:off x="1104" y="3024"/>
                    <a:ext cx="480" cy="96"/>
                  </a:xfrm>
                  <a:prstGeom prst="line">
                    <a:avLst/>
                  </a:prstGeom>
                  <a:noFill/>
                  <a:ln w="25400">
                    <a:solidFill>
                      <a:srgbClr val="FF3399"/>
                    </a:solidFill>
                    <a:round/>
                    <a:headEnd/>
                    <a:tailEnd type="triangle" w="sm" len="lg"/>
                  </a:ln>
                  <a:effectLst/>
                </p:spPr>
                <p:txBody>
                  <a:bodyPr wrap="none" anchor="ctr"/>
                  <a:lstStyle/>
                  <a:p>
                    <a:endParaRPr lang="zh-CN" altLang="en-US" sz="2800"/>
                  </a:p>
                </p:txBody>
              </p:sp>
              <p:sp>
                <p:nvSpPr>
                  <p:cNvPr id="166954" name="Line 42"/>
                  <p:cNvSpPr>
                    <a:spLocks noChangeShapeType="1"/>
                  </p:cNvSpPr>
                  <p:nvPr/>
                </p:nvSpPr>
                <p:spPr bwMode="auto">
                  <a:xfrm>
                    <a:off x="1584" y="3024"/>
                    <a:ext cx="96" cy="432"/>
                  </a:xfrm>
                  <a:prstGeom prst="line">
                    <a:avLst/>
                  </a:prstGeom>
                  <a:noFill/>
                  <a:ln w="31750">
                    <a:solidFill>
                      <a:srgbClr val="FF3399"/>
                    </a:solidFill>
                    <a:round/>
                    <a:headEnd/>
                    <a:tailEnd type="triangle" w="sm" len="lg"/>
                  </a:ln>
                  <a:effectLst/>
                </p:spPr>
                <p:txBody>
                  <a:bodyPr wrap="none" anchor="ctr"/>
                  <a:lstStyle/>
                  <a:p>
                    <a:endParaRPr lang="zh-CN" altLang="en-US" sz="2800"/>
                  </a:p>
                </p:txBody>
              </p:sp>
            </p:grpSp>
          </p:grpSp>
        </p:grpSp>
      </p:grpSp>
      <p:grpSp>
        <p:nvGrpSpPr>
          <p:cNvPr id="9" name="Group 43"/>
          <p:cNvGrpSpPr>
            <a:grpSpLocks/>
          </p:cNvGrpSpPr>
          <p:nvPr/>
        </p:nvGrpSpPr>
        <p:grpSpPr bwMode="auto">
          <a:xfrm>
            <a:off x="7086600" y="4252912"/>
            <a:ext cx="838200" cy="914400"/>
            <a:chOff x="1056" y="2880"/>
            <a:chExt cx="528" cy="576"/>
          </a:xfrm>
        </p:grpSpPr>
        <p:sp>
          <p:nvSpPr>
            <p:cNvPr id="166956" name="Oval 44"/>
            <p:cNvSpPr>
              <a:spLocks noChangeArrowheads="1"/>
            </p:cNvSpPr>
            <p:nvPr/>
          </p:nvSpPr>
          <p:spPr bwMode="auto">
            <a:xfrm>
              <a:off x="1056" y="2880"/>
              <a:ext cx="48" cy="48"/>
            </a:xfrm>
            <a:prstGeom prst="ellipse">
              <a:avLst/>
            </a:prstGeom>
            <a:solidFill>
              <a:srgbClr val="FF0000"/>
            </a:solidFill>
            <a:ln w="9525">
              <a:solidFill>
                <a:schemeClr val="tx1"/>
              </a:solidFill>
              <a:round/>
              <a:headEnd/>
              <a:tailEnd/>
            </a:ln>
            <a:effectLst/>
          </p:spPr>
          <p:txBody>
            <a:bodyPr wrap="none" anchor="ctr"/>
            <a:lstStyle/>
            <a:p>
              <a:endParaRPr lang="zh-CN" altLang="en-US" sz="2800"/>
            </a:p>
          </p:txBody>
        </p:sp>
        <p:sp>
          <p:nvSpPr>
            <p:cNvPr id="166957" name="Line 45"/>
            <p:cNvSpPr>
              <a:spLocks noChangeShapeType="1"/>
            </p:cNvSpPr>
            <p:nvPr/>
          </p:nvSpPr>
          <p:spPr bwMode="auto">
            <a:xfrm>
              <a:off x="1104" y="2928"/>
              <a:ext cx="480" cy="96"/>
            </a:xfrm>
            <a:prstGeom prst="line">
              <a:avLst/>
            </a:prstGeom>
            <a:noFill/>
            <a:ln w="25400">
              <a:solidFill>
                <a:srgbClr val="008000"/>
              </a:solidFill>
              <a:round/>
              <a:headEnd/>
              <a:tailEnd type="triangle" w="sm" len="lg"/>
            </a:ln>
            <a:effectLst/>
          </p:spPr>
          <p:txBody>
            <a:bodyPr wrap="none" anchor="ctr"/>
            <a:lstStyle/>
            <a:p>
              <a:endParaRPr lang="zh-CN" altLang="en-US" sz="2800"/>
            </a:p>
          </p:txBody>
        </p:sp>
        <p:sp>
          <p:nvSpPr>
            <p:cNvPr id="166958" name="Line 46"/>
            <p:cNvSpPr>
              <a:spLocks noChangeShapeType="1"/>
            </p:cNvSpPr>
            <p:nvPr/>
          </p:nvSpPr>
          <p:spPr bwMode="auto">
            <a:xfrm flipH="1">
              <a:off x="1488" y="3024"/>
              <a:ext cx="96" cy="432"/>
            </a:xfrm>
            <a:prstGeom prst="line">
              <a:avLst/>
            </a:prstGeom>
            <a:noFill/>
            <a:ln w="31750">
              <a:solidFill>
                <a:srgbClr val="008000"/>
              </a:solidFill>
              <a:round/>
              <a:headEnd/>
              <a:tailEnd type="triangle" w="sm" len="lg"/>
            </a:ln>
            <a:effectLst/>
          </p:spPr>
          <p:txBody>
            <a:bodyPr wrap="none" anchor="ctr"/>
            <a:lstStyle/>
            <a:p>
              <a:endParaRPr lang="zh-CN" altLang="en-US" sz="2800"/>
            </a:p>
          </p:txBody>
        </p:sp>
      </p:grpSp>
      <p:grpSp>
        <p:nvGrpSpPr>
          <p:cNvPr id="10" name="Group 47"/>
          <p:cNvGrpSpPr>
            <a:grpSpLocks/>
          </p:cNvGrpSpPr>
          <p:nvPr/>
        </p:nvGrpSpPr>
        <p:grpSpPr bwMode="auto">
          <a:xfrm>
            <a:off x="6858000" y="4114800"/>
            <a:ext cx="1066800" cy="1509712"/>
            <a:chOff x="4368" y="2841"/>
            <a:chExt cx="672" cy="951"/>
          </a:xfrm>
        </p:grpSpPr>
        <p:grpSp>
          <p:nvGrpSpPr>
            <p:cNvPr id="11" name="Group 48"/>
            <p:cNvGrpSpPr>
              <a:grpSpLocks/>
            </p:cNvGrpSpPr>
            <p:nvPr/>
          </p:nvGrpSpPr>
          <p:grpSpPr bwMode="auto">
            <a:xfrm>
              <a:off x="4368" y="2928"/>
              <a:ext cx="672" cy="864"/>
              <a:chOff x="4368" y="2928"/>
              <a:chExt cx="672" cy="864"/>
            </a:xfrm>
          </p:grpSpPr>
          <p:sp>
            <p:nvSpPr>
              <p:cNvPr id="166961" name="Line 49"/>
              <p:cNvSpPr>
                <a:spLocks noChangeShapeType="1"/>
              </p:cNvSpPr>
              <p:nvPr/>
            </p:nvSpPr>
            <p:spPr bwMode="auto">
              <a:xfrm>
                <a:off x="5040" y="3072"/>
                <a:ext cx="0" cy="720"/>
              </a:xfrm>
              <a:prstGeom prst="line">
                <a:avLst/>
              </a:prstGeom>
              <a:noFill/>
              <a:ln w="19050">
                <a:solidFill>
                  <a:srgbClr val="0000FF"/>
                </a:solidFill>
                <a:prstDash val="dash"/>
                <a:round/>
                <a:headEnd/>
                <a:tailEnd type="none" w="sm" len="lg"/>
              </a:ln>
              <a:effectLst/>
            </p:spPr>
            <p:txBody>
              <a:bodyPr wrap="none" anchor="ctr"/>
              <a:lstStyle/>
              <a:p>
                <a:endParaRPr lang="zh-CN" altLang="en-US" sz="2800"/>
              </a:p>
            </p:txBody>
          </p:sp>
          <p:grpSp>
            <p:nvGrpSpPr>
              <p:cNvPr id="12" name="Group 50"/>
              <p:cNvGrpSpPr>
                <a:grpSpLocks/>
              </p:cNvGrpSpPr>
              <p:nvPr/>
            </p:nvGrpSpPr>
            <p:grpSpPr bwMode="auto">
              <a:xfrm>
                <a:off x="4368" y="2928"/>
                <a:ext cx="672" cy="288"/>
                <a:chOff x="4368" y="2928"/>
                <a:chExt cx="672" cy="288"/>
              </a:xfrm>
            </p:grpSpPr>
            <p:sp>
              <p:nvSpPr>
                <p:cNvPr id="166963" name="Line 51"/>
                <p:cNvSpPr>
                  <a:spLocks noChangeShapeType="1"/>
                </p:cNvSpPr>
                <p:nvPr/>
              </p:nvSpPr>
              <p:spPr bwMode="auto">
                <a:xfrm>
                  <a:off x="4512" y="3072"/>
                  <a:ext cx="528" cy="0"/>
                </a:xfrm>
                <a:prstGeom prst="line">
                  <a:avLst/>
                </a:prstGeom>
                <a:noFill/>
                <a:ln w="19050">
                  <a:solidFill>
                    <a:srgbClr val="0000FF"/>
                  </a:solidFill>
                  <a:prstDash val="dash"/>
                  <a:round/>
                  <a:headEnd/>
                  <a:tailEnd type="none" w="sm" len="lg"/>
                </a:ln>
                <a:effectLst/>
              </p:spPr>
              <p:txBody>
                <a:bodyPr wrap="none" anchor="ctr"/>
                <a:lstStyle/>
                <a:p>
                  <a:endParaRPr lang="zh-CN" altLang="en-US" sz="2800"/>
                </a:p>
              </p:txBody>
            </p:sp>
            <p:sp>
              <p:nvSpPr>
                <p:cNvPr id="166964" name="Oval 52"/>
                <p:cNvSpPr>
                  <a:spLocks noChangeArrowheads="1"/>
                </p:cNvSpPr>
                <p:nvPr/>
              </p:nvSpPr>
              <p:spPr bwMode="auto">
                <a:xfrm>
                  <a:off x="4368" y="2928"/>
                  <a:ext cx="288" cy="288"/>
                </a:xfrm>
                <a:prstGeom prst="ellipse">
                  <a:avLst/>
                </a:prstGeom>
                <a:noFill/>
                <a:ln w="28575">
                  <a:solidFill>
                    <a:srgbClr val="CC6600"/>
                  </a:solidFill>
                  <a:prstDash val="dash"/>
                  <a:round/>
                  <a:headEnd/>
                  <a:tailEnd/>
                </a:ln>
                <a:effectLst/>
              </p:spPr>
              <p:txBody>
                <a:bodyPr wrap="none" anchor="ctr"/>
                <a:lstStyle/>
                <a:p>
                  <a:endParaRPr lang="zh-CN" altLang="en-US" sz="2800"/>
                </a:p>
              </p:txBody>
            </p:sp>
          </p:grpSp>
        </p:grpSp>
        <p:sp>
          <p:nvSpPr>
            <p:cNvPr id="166965" name="Text Box 53"/>
            <p:cNvSpPr txBox="1">
              <a:spLocks noChangeArrowheads="1"/>
            </p:cNvSpPr>
            <p:nvPr/>
          </p:nvSpPr>
          <p:spPr bwMode="auto">
            <a:xfrm>
              <a:off x="4426" y="2841"/>
              <a:ext cx="174" cy="330"/>
            </a:xfrm>
            <a:prstGeom prst="rect">
              <a:avLst/>
            </a:prstGeom>
            <a:noFill/>
            <a:ln w="9525">
              <a:noFill/>
              <a:miter lim="800000"/>
              <a:headEnd/>
              <a:tailEnd/>
            </a:ln>
            <a:effectLst/>
          </p:spPr>
          <p:txBody>
            <a:bodyPr wrap="none">
              <a:spAutoFit/>
            </a:bodyPr>
            <a:lstStyle/>
            <a:p>
              <a:pPr algn="ctr" fontAlgn="ctr"/>
              <a:r>
                <a:rPr lang="zh-CN" altLang="en-US" sz="2800">
                  <a:solidFill>
                    <a:srgbClr val="1C1C1C"/>
                  </a:solidFill>
                </a:rPr>
                <a:t>.</a:t>
              </a:r>
            </a:p>
          </p:txBody>
        </p:sp>
      </p:grpSp>
      <p:grpSp>
        <p:nvGrpSpPr>
          <p:cNvPr id="13" name="Group 54"/>
          <p:cNvGrpSpPr>
            <a:grpSpLocks/>
          </p:cNvGrpSpPr>
          <p:nvPr/>
        </p:nvGrpSpPr>
        <p:grpSpPr bwMode="auto">
          <a:xfrm>
            <a:off x="7531100" y="4462462"/>
            <a:ext cx="422275" cy="1466850"/>
            <a:chOff x="4792" y="3060"/>
            <a:chExt cx="266" cy="924"/>
          </a:xfrm>
        </p:grpSpPr>
        <p:graphicFrame>
          <p:nvGraphicFramePr>
            <p:cNvPr id="166967" name="Object 55"/>
            <p:cNvGraphicFramePr>
              <a:graphicFrameLocks noChangeAspect="1"/>
            </p:cNvGraphicFramePr>
            <p:nvPr/>
          </p:nvGraphicFramePr>
          <p:xfrm>
            <a:off x="4792" y="3648"/>
            <a:ext cx="266" cy="336"/>
          </p:xfrm>
          <a:graphic>
            <a:graphicData uri="http://schemas.openxmlformats.org/presentationml/2006/ole">
              <p:oleObj spid="_x0000_s1057806" name="公式" r:id="rId15" imgW="152280" imgH="190440" progId="Equation.3">
                <p:embed/>
              </p:oleObj>
            </a:graphicData>
          </a:graphic>
        </p:graphicFrame>
        <p:sp>
          <p:nvSpPr>
            <p:cNvPr id="166968" name="Freeform 56"/>
            <p:cNvSpPr>
              <a:spLocks/>
            </p:cNvSpPr>
            <p:nvPr/>
          </p:nvSpPr>
          <p:spPr bwMode="auto">
            <a:xfrm>
              <a:off x="5038" y="3060"/>
              <a:ext cx="1" cy="642"/>
            </a:xfrm>
            <a:custGeom>
              <a:avLst/>
              <a:gdLst/>
              <a:ahLst/>
              <a:cxnLst>
                <a:cxn ang="0">
                  <a:pos x="0" y="0"/>
                </a:cxn>
                <a:cxn ang="0">
                  <a:pos x="0" y="642"/>
                </a:cxn>
              </a:cxnLst>
              <a:rect l="0" t="0" r="r" b="b"/>
              <a:pathLst>
                <a:path w="1" h="642">
                  <a:moveTo>
                    <a:pt x="0" y="0"/>
                  </a:moveTo>
                  <a:lnTo>
                    <a:pt x="0" y="642"/>
                  </a:lnTo>
                </a:path>
              </a:pathLst>
            </a:custGeom>
            <a:noFill/>
            <a:ln w="28575">
              <a:solidFill>
                <a:srgbClr val="0000FF"/>
              </a:solidFill>
              <a:round/>
              <a:headEnd/>
              <a:tailEnd type="triangle" w="sm" len="lg"/>
            </a:ln>
            <a:effectLst/>
          </p:spPr>
          <p:txBody>
            <a:bodyPr wrap="none" anchor="ctr"/>
            <a:lstStyle/>
            <a:p>
              <a:endParaRPr lang="zh-CN" altLang="en-US" sz="2800"/>
            </a:p>
          </p:txBody>
        </p:sp>
      </p:grpSp>
      <p:grpSp>
        <p:nvGrpSpPr>
          <p:cNvPr id="14" name="Group 57"/>
          <p:cNvGrpSpPr>
            <a:grpSpLocks/>
          </p:cNvGrpSpPr>
          <p:nvPr/>
        </p:nvGrpSpPr>
        <p:grpSpPr bwMode="auto">
          <a:xfrm>
            <a:off x="5791200" y="595312"/>
            <a:ext cx="2209800" cy="1905000"/>
            <a:chOff x="3696" y="528"/>
            <a:chExt cx="1392" cy="1200"/>
          </a:xfrm>
        </p:grpSpPr>
        <p:grpSp>
          <p:nvGrpSpPr>
            <p:cNvPr id="15" name="Group 58"/>
            <p:cNvGrpSpPr>
              <a:grpSpLocks/>
            </p:cNvGrpSpPr>
            <p:nvPr/>
          </p:nvGrpSpPr>
          <p:grpSpPr bwMode="auto">
            <a:xfrm>
              <a:off x="3696" y="528"/>
              <a:ext cx="1392" cy="1200"/>
              <a:chOff x="3696" y="528"/>
              <a:chExt cx="1392" cy="1200"/>
            </a:xfrm>
          </p:grpSpPr>
          <p:sp>
            <p:nvSpPr>
              <p:cNvPr id="166971" name="Line 59"/>
              <p:cNvSpPr>
                <a:spLocks noChangeShapeType="1"/>
              </p:cNvSpPr>
              <p:nvPr/>
            </p:nvSpPr>
            <p:spPr bwMode="auto">
              <a:xfrm>
                <a:off x="4512" y="576"/>
                <a:ext cx="0" cy="288"/>
              </a:xfrm>
              <a:prstGeom prst="line">
                <a:avLst/>
              </a:prstGeom>
              <a:noFill/>
              <a:ln w="38100">
                <a:solidFill>
                  <a:srgbClr val="FF0000"/>
                </a:solidFill>
                <a:round/>
                <a:headEnd/>
                <a:tailEnd type="triangle" w="sm" len="lg"/>
              </a:ln>
              <a:effectLst/>
            </p:spPr>
            <p:txBody>
              <a:bodyPr wrap="none" anchor="ctr"/>
              <a:lstStyle/>
              <a:p>
                <a:endParaRPr lang="zh-CN" altLang="en-US" sz="2800"/>
              </a:p>
            </p:txBody>
          </p:sp>
          <p:sp>
            <p:nvSpPr>
              <p:cNvPr id="166972" name="Line 60"/>
              <p:cNvSpPr>
                <a:spLocks noChangeShapeType="1"/>
              </p:cNvSpPr>
              <p:nvPr/>
            </p:nvSpPr>
            <p:spPr bwMode="auto">
              <a:xfrm>
                <a:off x="4512" y="1104"/>
                <a:ext cx="240" cy="0"/>
              </a:xfrm>
              <a:prstGeom prst="line">
                <a:avLst/>
              </a:prstGeom>
              <a:noFill/>
              <a:ln w="28575">
                <a:solidFill>
                  <a:srgbClr val="D60093"/>
                </a:solidFill>
                <a:round/>
                <a:headEnd/>
                <a:tailEnd type="triangle" w="sm" len="lg"/>
              </a:ln>
              <a:effectLst/>
            </p:spPr>
            <p:txBody>
              <a:bodyPr wrap="none" anchor="ctr"/>
              <a:lstStyle/>
              <a:p>
                <a:endParaRPr lang="zh-CN" altLang="en-US" sz="2800"/>
              </a:p>
            </p:txBody>
          </p:sp>
          <p:sp>
            <p:nvSpPr>
              <p:cNvPr id="166973" name="Line 61"/>
              <p:cNvSpPr>
                <a:spLocks noChangeShapeType="1"/>
              </p:cNvSpPr>
              <p:nvPr/>
            </p:nvSpPr>
            <p:spPr bwMode="auto">
              <a:xfrm>
                <a:off x="4272" y="864"/>
                <a:ext cx="0" cy="672"/>
              </a:xfrm>
              <a:prstGeom prst="line">
                <a:avLst/>
              </a:prstGeom>
              <a:noFill/>
              <a:ln w="9525">
                <a:solidFill>
                  <a:srgbClr val="000000"/>
                </a:solidFill>
                <a:round/>
                <a:headEnd/>
                <a:tailEnd type="none" w="sm" len="lg"/>
              </a:ln>
              <a:effectLst/>
            </p:spPr>
            <p:txBody>
              <a:bodyPr wrap="none" anchor="ctr"/>
              <a:lstStyle/>
              <a:p>
                <a:endParaRPr lang="zh-CN" altLang="en-US" sz="2800"/>
              </a:p>
            </p:txBody>
          </p:sp>
          <p:sp>
            <p:nvSpPr>
              <p:cNvPr id="166974" name="Line 62"/>
              <p:cNvSpPr>
                <a:spLocks noChangeShapeType="1"/>
              </p:cNvSpPr>
              <p:nvPr/>
            </p:nvSpPr>
            <p:spPr bwMode="auto">
              <a:xfrm>
                <a:off x="4752" y="864"/>
                <a:ext cx="0" cy="672"/>
              </a:xfrm>
              <a:prstGeom prst="line">
                <a:avLst/>
              </a:prstGeom>
              <a:noFill/>
              <a:ln w="9525">
                <a:solidFill>
                  <a:srgbClr val="000000"/>
                </a:solidFill>
                <a:round/>
                <a:headEnd/>
                <a:tailEnd type="none" w="sm" len="lg"/>
              </a:ln>
              <a:effectLst/>
            </p:spPr>
            <p:txBody>
              <a:bodyPr wrap="none" anchor="ctr"/>
              <a:lstStyle/>
              <a:p>
                <a:endParaRPr lang="zh-CN" altLang="en-US" sz="2800"/>
              </a:p>
            </p:txBody>
          </p:sp>
          <p:graphicFrame>
            <p:nvGraphicFramePr>
              <p:cNvPr id="166975" name="Object 63"/>
              <p:cNvGraphicFramePr>
                <a:graphicFrameLocks noChangeAspect="1"/>
              </p:cNvGraphicFramePr>
              <p:nvPr/>
            </p:nvGraphicFramePr>
            <p:xfrm>
              <a:off x="4752" y="960"/>
              <a:ext cx="227" cy="240"/>
            </p:xfrm>
            <a:graphic>
              <a:graphicData uri="http://schemas.openxmlformats.org/presentationml/2006/ole">
                <p:oleObj spid="_x0000_s1057802" name="Equation" r:id="rId16" imgW="215640" imgH="228600" progId="Equation.3">
                  <p:embed/>
                </p:oleObj>
              </a:graphicData>
            </a:graphic>
          </p:graphicFrame>
          <p:graphicFrame>
            <p:nvGraphicFramePr>
              <p:cNvPr id="166976" name="Object 64"/>
              <p:cNvGraphicFramePr>
                <a:graphicFrameLocks noChangeAspect="1"/>
              </p:cNvGraphicFramePr>
              <p:nvPr/>
            </p:nvGraphicFramePr>
            <p:xfrm>
              <a:off x="3696" y="1248"/>
              <a:ext cx="220" cy="264"/>
            </p:xfrm>
            <a:graphic>
              <a:graphicData uri="http://schemas.openxmlformats.org/presentationml/2006/ole">
                <p:oleObj spid="_x0000_s1057803" name="Equation" r:id="rId17" imgW="190440" imgH="228600" progId="Equation.3">
                  <p:embed/>
                </p:oleObj>
              </a:graphicData>
            </a:graphic>
          </p:graphicFrame>
          <p:sp>
            <p:nvSpPr>
              <p:cNvPr id="166977" name="Oval 65"/>
              <p:cNvSpPr>
                <a:spLocks noChangeArrowheads="1"/>
              </p:cNvSpPr>
              <p:nvPr/>
            </p:nvSpPr>
            <p:spPr bwMode="auto">
              <a:xfrm>
                <a:off x="3936" y="1056"/>
                <a:ext cx="1152" cy="672"/>
              </a:xfrm>
              <a:prstGeom prst="ellipse">
                <a:avLst/>
              </a:prstGeom>
              <a:solidFill>
                <a:srgbClr val="FFCCFF">
                  <a:alpha val="50000"/>
                </a:srgbClr>
              </a:solidFill>
              <a:ln w="28575">
                <a:solidFill>
                  <a:srgbClr val="FF0000"/>
                </a:solidFill>
                <a:round/>
                <a:headEnd/>
                <a:tailEnd/>
              </a:ln>
              <a:effectLst/>
            </p:spPr>
            <p:txBody>
              <a:bodyPr wrap="none" anchor="ctr"/>
              <a:lstStyle/>
              <a:p>
                <a:endParaRPr lang="zh-CN" altLang="en-US" sz="2800"/>
              </a:p>
            </p:txBody>
          </p:sp>
          <p:graphicFrame>
            <p:nvGraphicFramePr>
              <p:cNvPr id="166978" name="Object 66"/>
              <p:cNvGraphicFramePr>
                <a:graphicFrameLocks noChangeAspect="1"/>
              </p:cNvGraphicFramePr>
              <p:nvPr/>
            </p:nvGraphicFramePr>
            <p:xfrm>
              <a:off x="4704" y="1392"/>
              <a:ext cx="208" cy="231"/>
            </p:xfrm>
            <a:graphic>
              <a:graphicData uri="http://schemas.openxmlformats.org/presentationml/2006/ole">
                <p:oleObj spid="_x0000_s1057804" name="公式" r:id="rId18" imgW="114120" imgH="126720" progId="Equation.3">
                  <p:embed/>
                </p:oleObj>
              </a:graphicData>
            </a:graphic>
          </p:graphicFrame>
          <p:sp>
            <p:nvSpPr>
              <p:cNvPr id="166979" name="Line 67"/>
              <p:cNvSpPr>
                <a:spLocks noChangeShapeType="1"/>
              </p:cNvSpPr>
              <p:nvPr/>
            </p:nvSpPr>
            <p:spPr bwMode="auto">
              <a:xfrm>
                <a:off x="4512" y="1344"/>
                <a:ext cx="576" cy="96"/>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66980" name="Line 68"/>
              <p:cNvSpPr>
                <a:spLocks noChangeShapeType="1"/>
              </p:cNvSpPr>
              <p:nvPr/>
            </p:nvSpPr>
            <p:spPr bwMode="auto">
              <a:xfrm flipV="1">
                <a:off x="3936" y="1344"/>
                <a:ext cx="0" cy="96"/>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66981" name="AutoShape 69"/>
              <p:cNvSpPr>
                <a:spLocks noChangeArrowheads="1"/>
              </p:cNvSpPr>
              <p:nvPr/>
            </p:nvSpPr>
            <p:spPr bwMode="auto">
              <a:xfrm>
                <a:off x="4272" y="672"/>
                <a:ext cx="480" cy="816"/>
              </a:xfrm>
              <a:prstGeom prst="can">
                <a:avLst>
                  <a:gd name="adj" fmla="val 42500"/>
                </a:avLst>
              </a:prstGeom>
              <a:gradFill rotWithShape="0">
                <a:gsLst>
                  <a:gs pos="0">
                    <a:schemeClr val="bg1">
                      <a:gamma/>
                      <a:shade val="76078"/>
                      <a:invGamma/>
                    </a:schemeClr>
                  </a:gs>
                  <a:gs pos="50000">
                    <a:schemeClr val="bg1"/>
                  </a:gs>
                  <a:gs pos="100000">
                    <a:schemeClr val="bg1">
                      <a:gamma/>
                      <a:shade val="76078"/>
                      <a:invGamma/>
                    </a:schemeClr>
                  </a:gs>
                </a:gsLst>
                <a:lin ang="0" scaled="1"/>
              </a:gradFill>
              <a:ln w="9525">
                <a:noFill/>
                <a:round/>
                <a:headEnd/>
                <a:tailEnd/>
              </a:ln>
              <a:effectLst/>
            </p:spPr>
            <p:txBody>
              <a:bodyPr wrap="none" anchor="ctr"/>
              <a:lstStyle/>
              <a:p>
                <a:endParaRPr lang="zh-CN" altLang="en-US" sz="2800"/>
              </a:p>
            </p:txBody>
          </p:sp>
          <p:sp>
            <p:nvSpPr>
              <p:cNvPr id="166982" name="Line 70"/>
              <p:cNvSpPr>
                <a:spLocks noChangeShapeType="1"/>
              </p:cNvSpPr>
              <p:nvPr/>
            </p:nvSpPr>
            <p:spPr bwMode="auto">
              <a:xfrm flipV="1">
                <a:off x="4272" y="768"/>
                <a:ext cx="0" cy="624"/>
              </a:xfrm>
              <a:prstGeom prst="line">
                <a:avLst/>
              </a:prstGeom>
              <a:noFill/>
              <a:ln w="9525">
                <a:solidFill>
                  <a:srgbClr val="000000"/>
                </a:solidFill>
                <a:round/>
                <a:headEnd/>
                <a:tailEnd/>
              </a:ln>
              <a:effectLst/>
            </p:spPr>
            <p:txBody>
              <a:bodyPr/>
              <a:lstStyle/>
              <a:p>
                <a:endParaRPr lang="zh-CN" altLang="en-US" sz="2800"/>
              </a:p>
            </p:txBody>
          </p:sp>
          <p:sp>
            <p:nvSpPr>
              <p:cNvPr id="166983" name="Oval 71"/>
              <p:cNvSpPr>
                <a:spLocks noChangeArrowheads="1"/>
              </p:cNvSpPr>
              <p:nvPr/>
            </p:nvSpPr>
            <p:spPr bwMode="auto">
              <a:xfrm>
                <a:off x="4272" y="672"/>
                <a:ext cx="480" cy="192"/>
              </a:xfrm>
              <a:prstGeom prst="ellipse">
                <a:avLst/>
              </a:prstGeom>
              <a:solidFill>
                <a:srgbClr val="FFFFFF"/>
              </a:solidFill>
              <a:ln w="12700">
                <a:solidFill>
                  <a:schemeClr val="tx1"/>
                </a:solidFill>
                <a:round/>
                <a:headEnd/>
                <a:tailEnd/>
              </a:ln>
              <a:effectLst/>
            </p:spPr>
            <p:txBody>
              <a:bodyPr wrap="none" anchor="ctr"/>
              <a:lstStyle/>
              <a:p>
                <a:endParaRPr lang="zh-CN" altLang="en-US" sz="2800"/>
              </a:p>
            </p:txBody>
          </p:sp>
          <p:sp>
            <p:nvSpPr>
              <p:cNvPr id="166984" name="Line 72"/>
              <p:cNvSpPr>
                <a:spLocks noChangeShapeType="1"/>
              </p:cNvSpPr>
              <p:nvPr/>
            </p:nvSpPr>
            <p:spPr bwMode="auto">
              <a:xfrm flipV="1">
                <a:off x="4512" y="864"/>
                <a:ext cx="0" cy="624"/>
              </a:xfrm>
              <a:prstGeom prst="line">
                <a:avLst/>
              </a:prstGeom>
              <a:noFill/>
              <a:ln w="28575">
                <a:solidFill>
                  <a:srgbClr val="FF0000"/>
                </a:solidFill>
                <a:prstDash val="dash"/>
                <a:round/>
                <a:headEnd/>
                <a:tailEnd type="none" w="sm" len="lg"/>
              </a:ln>
              <a:effectLst/>
            </p:spPr>
            <p:txBody>
              <a:bodyPr wrap="none" anchor="ctr"/>
              <a:lstStyle/>
              <a:p>
                <a:endParaRPr lang="zh-CN" altLang="en-US" sz="2800"/>
              </a:p>
            </p:txBody>
          </p:sp>
          <p:sp>
            <p:nvSpPr>
              <p:cNvPr id="166985" name="Line 73"/>
              <p:cNvSpPr>
                <a:spLocks noChangeShapeType="1"/>
              </p:cNvSpPr>
              <p:nvPr/>
            </p:nvSpPr>
            <p:spPr bwMode="auto">
              <a:xfrm>
                <a:off x="4512" y="1104"/>
                <a:ext cx="240" cy="0"/>
              </a:xfrm>
              <a:prstGeom prst="line">
                <a:avLst/>
              </a:prstGeom>
              <a:noFill/>
              <a:ln w="38100">
                <a:solidFill>
                  <a:srgbClr val="D60093"/>
                </a:solidFill>
                <a:round/>
                <a:headEnd/>
                <a:tailEnd type="triangle" w="sm" len="lg"/>
              </a:ln>
              <a:effectLst/>
            </p:spPr>
            <p:txBody>
              <a:bodyPr wrap="none" anchor="ctr"/>
              <a:lstStyle/>
              <a:p>
                <a:endParaRPr lang="zh-CN" altLang="en-US" sz="2800"/>
              </a:p>
            </p:txBody>
          </p:sp>
          <p:graphicFrame>
            <p:nvGraphicFramePr>
              <p:cNvPr id="166986" name="Object 74"/>
              <p:cNvGraphicFramePr>
                <a:graphicFrameLocks noChangeAspect="1"/>
              </p:cNvGraphicFramePr>
              <p:nvPr/>
            </p:nvGraphicFramePr>
            <p:xfrm>
              <a:off x="4752" y="960"/>
              <a:ext cx="227" cy="240"/>
            </p:xfrm>
            <a:graphic>
              <a:graphicData uri="http://schemas.openxmlformats.org/presentationml/2006/ole">
                <p:oleObj spid="_x0000_s1057805" name="Equation" r:id="rId19" imgW="215640" imgH="228600" progId="Equation.3">
                  <p:embed/>
                </p:oleObj>
              </a:graphicData>
            </a:graphic>
          </p:graphicFrame>
          <p:sp>
            <p:nvSpPr>
              <p:cNvPr id="166987" name="Line 75"/>
              <p:cNvSpPr>
                <a:spLocks noChangeShapeType="1"/>
              </p:cNvSpPr>
              <p:nvPr/>
            </p:nvSpPr>
            <p:spPr bwMode="auto">
              <a:xfrm>
                <a:off x="4510" y="528"/>
                <a:ext cx="0" cy="288"/>
              </a:xfrm>
              <a:prstGeom prst="line">
                <a:avLst/>
              </a:prstGeom>
              <a:noFill/>
              <a:ln w="38100">
                <a:solidFill>
                  <a:srgbClr val="FF0000"/>
                </a:solidFill>
                <a:round/>
                <a:headEnd/>
                <a:tailEnd type="triangle" w="sm" len="lg"/>
              </a:ln>
              <a:effectLst/>
            </p:spPr>
            <p:txBody>
              <a:bodyPr wrap="none" anchor="ctr"/>
              <a:lstStyle/>
              <a:p>
                <a:endParaRPr lang="zh-CN" altLang="en-US" sz="2800"/>
              </a:p>
            </p:txBody>
          </p:sp>
        </p:grpSp>
        <p:sp>
          <p:nvSpPr>
            <p:cNvPr id="166988" name="Freeform 76"/>
            <p:cNvSpPr>
              <a:spLocks/>
            </p:cNvSpPr>
            <p:nvPr/>
          </p:nvSpPr>
          <p:spPr bwMode="auto">
            <a:xfrm>
              <a:off x="4518" y="1344"/>
              <a:ext cx="234" cy="36"/>
            </a:xfrm>
            <a:custGeom>
              <a:avLst/>
              <a:gdLst/>
              <a:ahLst/>
              <a:cxnLst>
                <a:cxn ang="0">
                  <a:pos x="234" y="36"/>
                </a:cxn>
                <a:cxn ang="0">
                  <a:pos x="0" y="0"/>
                </a:cxn>
              </a:cxnLst>
              <a:rect l="0" t="0" r="r" b="b"/>
              <a:pathLst>
                <a:path w="234" h="36">
                  <a:moveTo>
                    <a:pt x="234" y="36"/>
                  </a:moveTo>
                  <a:lnTo>
                    <a:pt x="0" y="0"/>
                  </a:lnTo>
                </a:path>
              </a:pathLst>
            </a:custGeom>
            <a:noFill/>
            <a:ln w="28575" cap="flat" cmpd="sng">
              <a:solidFill>
                <a:srgbClr val="FF0000"/>
              </a:solidFill>
              <a:prstDash val="sysDot"/>
              <a:round/>
              <a:headEnd type="none" w="med" len="med"/>
              <a:tailEnd type="none" w="med" len="med"/>
            </a:ln>
            <a:effectLst/>
          </p:spPr>
          <p:txBody>
            <a:bodyPr/>
            <a:lstStyle/>
            <a:p>
              <a:endParaRPr lang="zh-CN" altLang="en-US" sz="2800"/>
            </a:p>
          </p:txBody>
        </p:sp>
      </p:grpSp>
      <p:grpSp>
        <p:nvGrpSpPr>
          <p:cNvPr id="16" name="Group 77"/>
          <p:cNvGrpSpPr>
            <a:grpSpLocks/>
          </p:cNvGrpSpPr>
          <p:nvPr/>
        </p:nvGrpSpPr>
        <p:grpSpPr bwMode="auto">
          <a:xfrm>
            <a:off x="7613650" y="2038350"/>
            <a:ext cx="609600" cy="936625"/>
            <a:chOff x="4848" y="1454"/>
            <a:chExt cx="384" cy="590"/>
          </a:xfrm>
        </p:grpSpPr>
        <p:sp>
          <p:nvSpPr>
            <p:cNvPr id="166990" name="Freeform 78"/>
            <p:cNvSpPr>
              <a:spLocks/>
            </p:cNvSpPr>
            <p:nvPr/>
          </p:nvSpPr>
          <p:spPr bwMode="auto">
            <a:xfrm>
              <a:off x="4848" y="1454"/>
              <a:ext cx="235" cy="454"/>
            </a:xfrm>
            <a:custGeom>
              <a:avLst/>
              <a:gdLst/>
              <a:ahLst/>
              <a:cxnLst>
                <a:cxn ang="0">
                  <a:pos x="235" y="0"/>
                </a:cxn>
                <a:cxn ang="0">
                  <a:pos x="0" y="454"/>
                </a:cxn>
              </a:cxnLst>
              <a:rect l="0" t="0" r="r" b="b"/>
              <a:pathLst>
                <a:path w="235" h="454">
                  <a:moveTo>
                    <a:pt x="235" y="0"/>
                  </a:moveTo>
                  <a:lnTo>
                    <a:pt x="0" y="454"/>
                  </a:lnTo>
                </a:path>
              </a:pathLst>
            </a:custGeom>
            <a:noFill/>
            <a:ln w="38100">
              <a:solidFill>
                <a:srgbClr val="0000FF"/>
              </a:solidFill>
              <a:round/>
              <a:headEnd/>
              <a:tailEnd type="triangle" w="sm" len="lg"/>
            </a:ln>
            <a:effectLst/>
          </p:spPr>
          <p:txBody>
            <a:bodyPr wrap="none" anchor="ctr"/>
            <a:lstStyle/>
            <a:p>
              <a:endParaRPr lang="zh-CN" altLang="en-US" sz="2800"/>
            </a:p>
          </p:txBody>
        </p:sp>
        <p:graphicFrame>
          <p:nvGraphicFramePr>
            <p:cNvPr id="166991" name="Object 79"/>
            <p:cNvGraphicFramePr>
              <a:graphicFrameLocks noChangeAspect="1"/>
            </p:cNvGraphicFramePr>
            <p:nvPr/>
          </p:nvGraphicFramePr>
          <p:xfrm>
            <a:off x="4896" y="1680"/>
            <a:ext cx="336" cy="364"/>
          </p:xfrm>
          <a:graphic>
            <a:graphicData uri="http://schemas.openxmlformats.org/presentationml/2006/ole">
              <p:oleObj spid="_x0000_s1057801" name="公式" r:id="rId20" imgW="152280" imgH="190440" progId="Equation.3">
                <p:embed/>
              </p:oleObj>
            </a:graphicData>
          </a:graphic>
        </p:graphicFrame>
      </p:grpSp>
      <p:sp>
        <p:nvSpPr>
          <p:cNvPr id="80" name="Rectangle 2"/>
          <p:cNvSpPr>
            <a:spLocks noChangeArrowheads="1"/>
          </p:cNvSpPr>
          <p:nvPr/>
        </p:nvSpPr>
        <p:spPr bwMode="auto">
          <a:xfrm>
            <a:off x="6400800" y="6031468"/>
            <a:ext cx="2743200" cy="369332"/>
          </a:xfrm>
          <a:prstGeom prst="rect">
            <a:avLst/>
          </a:prstGeom>
          <a:noFill/>
          <a:ln w="9525">
            <a:noFill/>
            <a:miter lim="800000"/>
            <a:headEnd/>
            <a:tailEnd/>
          </a:ln>
        </p:spPr>
        <p:txBody>
          <a:bodyPr wrap="square">
            <a:spAutoFit/>
          </a:bodyPr>
          <a:lstStyle/>
          <a:p>
            <a:pPr>
              <a:spcBef>
                <a:spcPct val="50000"/>
              </a:spcBef>
            </a:pPr>
            <a:r>
              <a:rPr kumimoji="1" lang="zh-CN" altLang="en-US" dirty="0" smtClean="0">
                <a:solidFill>
                  <a:srgbClr val="00B050"/>
                </a:solidFill>
              </a:rPr>
              <a:t>左边永远是</a:t>
            </a:r>
            <a:r>
              <a:rPr kumimoji="1" lang="en-US" altLang="zh-CN" dirty="0" smtClean="0">
                <a:solidFill>
                  <a:srgbClr val="00B050"/>
                </a:solidFill>
              </a:rPr>
              <a:t>B2pir</a:t>
            </a:r>
            <a:endParaRPr kumimoji="1" lang="en-US" altLang="zh-CN" dirty="0" smtClean="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6933"/>
                                        </p:tgtEl>
                                        <p:attrNameLst>
                                          <p:attrName>style.visibility</p:attrName>
                                        </p:attrNameLst>
                                      </p:cBhvr>
                                      <p:to>
                                        <p:strVal val="visible"/>
                                      </p:to>
                                    </p:set>
                                    <p:animEffect transition="in" filter="blinds(horizontal)">
                                      <p:cBhvr>
                                        <p:cTn id="7" dur="500"/>
                                        <p:tgtEl>
                                          <p:spTgt spid="1669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6934"/>
                                        </p:tgtEl>
                                        <p:attrNameLst>
                                          <p:attrName>style.visibility</p:attrName>
                                        </p:attrNameLst>
                                      </p:cBhvr>
                                      <p:to>
                                        <p:strVal val="visible"/>
                                      </p:to>
                                    </p:set>
                                    <p:animEffect transition="in" filter="blinds(horizontal)">
                                      <p:cBhvr>
                                        <p:cTn id="12" dur="500"/>
                                        <p:tgtEl>
                                          <p:spTgt spid="16693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ou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ou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down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strips(upRigh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trips(downRigh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strips(down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strips(down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nodeType="clickEffect">
                                  <p:stCondLst>
                                    <p:cond delay="0"/>
                                  </p:stCondLst>
                                  <p:childTnLst>
                                    <p:set>
                                      <p:cBhvr>
                                        <p:cTn id="51" dur="1" fill="hold">
                                          <p:stCondLst>
                                            <p:cond delay="0"/>
                                          </p:stCondLst>
                                        </p:cTn>
                                        <p:tgtEl>
                                          <p:spTgt spid="166935"/>
                                        </p:tgtEl>
                                        <p:attrNameLst>
                                          <p:attrName>style.visibility</p:attrName>
                                        </p:attrNameLst>
                                      </p:cBhvr>
                                      <p:to>
                                        <p:strVal val="visible"/>
                                      </p:to>
                                    </p:set>
                                    <p:animEffect transition="in" filter="blinds(vertical)">
                                      <p:cBhvr>
                                        <p:cTn id="52" dur="500"/>
                                        <p:tgtEl>
                                          <p:spTgt spid="16693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nodeType="clickEffect">
                                  <p:stCondLst>
                                    <p:cond delay="0"/>
                                  </p:stCondLst>
                                  <p:childTnLst>
                                    <p:set>
                                      <p:cBhvr>
                                        <p:cTn id="56" dur="1" fill="hold">
                                          <p:stCondLst>
                                            <p:cond delay="0"/>
                                          </p:stCondLst>
                                        </p:cTn>
                                        <p:tgtEl>
                                          <p:spTgt spid="166941"/>
                                        </p:tgtEl>
                                        <p:attrNameLst>
                                          <p:attrName>style.visibility</p:attrName>
                                        </p:attrNameLst>
                                      </p:cBhvr>
                                      <p:to>
                                        <p:strVal val="visible"/>
                                      </p:to>
                                    </p:set>
                                    <p:animEffect transition="in" filter="blinds(vertical)">
                                      <p:cBhvr>
                                        <p:cTn id="57" dur="500"/>
                                        <p:tgtEl>
                                          <p:spTgt spid="16694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5" fill="hold" nodeType="clickEffect">
                                  <p:stCondLst>
                                    <p:cond delay="0"/>
                                  </p:stCondLst>
                                  <p:childTnLst>
                                    <p:set>
                                      <p:cBhvr>
                                        <p:cTn id="61" dur="1" fill="hold">
                                          <p:stCondLst>
                                            <p:cond delay="0"/>
                                          </p:stCondLst>
                                        </p:cTn>
                                        <p:tgtEl>
                                          <p:spTgt spid="166936"/>
                                        </p:tgtEl>
                                        <p:attrNameLst>
                                          <p:attrName>style.visibility</p:attrName>
                                        </p:attrNameLst>
                                      </p:cBhvr>
                                      <p:to>
                                        <p:strVal val="visible"/>
                                      </p:to>
                                    </p:set>
                                    <p:animEffect transition="in" filter="blinds(vertical)">
                                      <p:cBhvr>
                                        <p:cTn id="62" dur="500"/>
                                        <p:tgtEl>
                                          <p:spTgt spid="16693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5" fill="hold" nodeType="clickEffect">
                                  <p:stCondLst>
                                    <p:cond delay="0"/>
                                  </p:stCondLst>
                                  <p:childTnLst>
                                    <p:set>
                                      <p:cBhvr>
                                        <p:cTn id="66" dur="1" fill="hold">
                                          <p:stCondLst>
                                            <p:cond delay="0"/>
                                          </p:stCondLst>
                                        </p:cTn>
                                        <p:tgtEl>
                                          <p:spTgt spid="166937"/>
                                        </p:tgtEl>
                                        <p:attrNameLst>
                                          <p:attrName>style.visibility</p:attrName>
                                        </p:attrNameLst>
                                      </p:cBhvr>
                                      <p:to>
                                        <p:strVal val="visible"/>
                                      </p:to>
                                    </p:set>
                                    <p:animEffect transition="in" filter="blinds(vertical)">
                                      <p:cBhvr>
                                        <p:cTn id="67" dur="500"/>
                                        <p:tgtEl>
                                          <p:spTgt spid="16693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66938"/>
                                        </p:tgtEl>
                                        <p:attrNameLst>
                                          <p:attrName>style.visibility</p:attrName>
                                        </p:attrNameLst>
                                      </p:cBhvr>
                                      <p:to>
                                        <p:strVal val="visible"/>
                                      </p:to>
                                    </p:set>
                                    <p:animEffect transition="in" filter="blinds(horizontal)">
                                      <p:cBhvr>
                                        <p:cTn id="72" dur="500"/>
                                        <p:tgtEl>
                                          <p:spTgt spid="166938"/>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66939"/>
                                        </p:tgtEl>
                                        <p:attrNameLst>
                                          <p:attrName>style.visibility</p:attrName>
                                        </p:attrNameLst>
                                      </p:cBhvr>
                                      <p:to>
                                        <p:strVal val="visible"/>
                                      </p:to>
                                    </p:set>
                                    <p:animEffect transition="in" filter="blinds(horizontal)">
                                      <p:cBhvr>
                                        <p:cTn id="77" dur="500"/>
                                        <p:tgtEl>
                                          <p:spTgt spid="16693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66940"/>
                                        </p:tgtEl>
                                        <p:attrNameLst>
                                          <p:attrName>style.visibility</p:attrName>
                                        </p:attrNameLst>
                                      </p:cBhvr>
                                      <p:to>
                                        <p:strVal val="visible"/>
                                      </p:to>
                                    </p:set>
                                    <p:animEffect transition="in" filter="blinds(horizontal)">
                                      <p:cBhvr>
                                        <p:cTn id="82" dur="500"/>
                                        <p:tgtEl>
                                          <p:spTgt spid="16694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80"/>
                                        </p:tgtEl>
                                        <p:attrNameLst>
                                          <p:attrName>style.visibility</p:attrName>
                                        </p:attrNameLst>
                                      </p:cBhvr>
                                      <p:to>
                                        <p:strVal val="visible"/>
                                      </p:to>
                                    </p:set>
                                    <p:animEffect transition="in" filter="blinds(horizontal)">
                                      <p:cBhvr>
                                        <p:cTn id="8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33" grpId="0" autoUpdateAnimBg="0"/>
      <p:bldP spid="166934" grpId="0" autoUpdateAnimBg="0"/>
      <p:bldP spid="8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19200" y="823912"/>
            <a:ext cx="5562600" cy="2371725"/>
            <a:chOff x="768" y="720"/>
            <a:chExt cx="3504" cy="1494"/>
          </a:xfrm>
        </p:grpSpPr>
        <p:graphicFrame>
          <p:nvGraphicFramePr>
            <p:cNvPr id="167939" name="Object 3"/>
            <p:cNvGraphicFramePr>
              <a:graphicFrameLocks noChangeAspect="1"/>
            </p:cNvGraphicFramePr>
            <p:nvPr/>
          </p:nvGraphicFramePr>
          <p:xfrm>
            <a:off x="1089" y="1056"/>
            <a:ext cx="975" cy="329"/>
          </p:xfrm>
          <a:graphic>
            <a:graphicData uri="http://schemas.openxmlformats.org/presentationml/2006/ole">
              <p:oleObj spid="_x0000_s1058827" name="公式" r:id="rId3" imgW="1015920" imgH="279360" progId="Equation.3">
                <p:embed/>
              </p:oleObj>
            </a:graphicData>
          </a:graphic>
        </p:graphicFrame>
        <p:graphicFrame>
          <p:nvGraphicFramePr>
            <p:cNvPr id="167940" name="Object 4"/>
            <p:cNvGraphicFramePr>
              <a:graphicFrameLocks noChangeAspect="1"/>
            </p:cNvGraphicFramePr>
            <p:nvPr/>
          </p:nvGraphicFramePr>
          <p:xfrm>
            <a:off x="1181" y="1584"/>
            <a:ext cx="785" cy="378"/>
          </p:xfrm>
          <a:graphic>
            <a:graphicData uri="http://schemas.openxmlformats.org/presentationml/2006/ole">
              <p:oleObj spid="_x0000_s1058828" name="Equation" r:id="rId4" imgW="444240" imgH="203040" progId="Equation.3">
                <p:embed/>
              </p:oleObj>
            </a:graphicData>
          </a:graphic>
        </p:graphicFrame>
        <p:sp>
          <p:nvSpPr>
            <p:cNvPr id="167941" name="AutoShape 5"/>
            <p:cNvSpPr>
              <a:spLocks/>
            </p:cNvSpPr>
            <p:nvPr/>
          </p:nvSpPr>
          <p:spPr bwMode="auto">
            <a:xfrm>
              <a:off x="768" y="1152"/>
              <a:ext cx="192" cy="672"/>
            </a:xfrm>
            <a:prstGeom prst="leftBrace">
              <a:avLst>
                <a:gd name="adj1" fmla="val 29167"/>
                <a:gd name="adj2" fmla="val 50000"/>
              </a:avLst>
            </a:prstGeom>
            <a:noFill/>
            <a:ln w="28575">
              <a:solidFill>
                <a:srgbClr val="FF0066"/>
              </a:solidFill>
              <a:round/>
              <a:headEnd/>
              <a:tailEnd/>
            </a:ln>
            <a:effectLst/>
          </p:spPr>
          <p:txBody>
            <a:bodyPr wrap="none" anchor="ctr"/>
            <a:lstStyle/>
            <a:p>
              <a:endParaRPr lang="zh-CN" altLang="en-US" sz="2800"/>
            </a:p>
          </p:txBody>
        </p:sp>
        <p:graphicFrame>
          <p:nvGraphicFramePr>
            <p:cNvPr id="167942" name="Object 6"/>
            <p:cNvGraphicFramePr>
              <a:graphicFrameLocks noChangeAspect="1"/>
            </p:cNvGraphicFramePr>
            <p:nvPr/>
          </p:nvGraphicFramePr>
          <p:xfrm>
            <a:off x="2842" y="720"/>
            <a:ext cx="1430" cy="772"/>
          </p:xfrm>
          <a:graphic>
            <a:graphicData uri="http://schemas.openxmlformats.org/presentationml/2006/ole">
              <p:oleObj spid="_x0000_s1058829" name="Equation" r:id="rId5" imgW="698400" imgH="393480" progId="Equation.3">
                <p:embed/>
              </p:oleObj>
            </a:graphicData>
          </a:graphic>
        </p:graphicFrame>
        <p:graphicFrame>
          <p:nvGraphicFramePr>
            <p:cNvPr id="167943" name="Object 7"/>
            <p:cNvGraphicFramePr>
              <a:graphicFrameLocks noChangeAspect="1"/>
            </p:cNvGraphicFramePr>
            <p:nvPr/>
          </p:nvGraphicFramePr>
          <p:xfrm>
            <a:off x="2832" y="1440"/>
            <a:ext cx="1338" cy="774"/>
          </p:xfrm>
          <a:graphic>
            <a:graphicData uri="http://schemas.openxmlformats.org/presentationml/2006/ole">
              <p:oleObj spid="_x0000_s1058830" name="Equation" r:id="rId6" imgW="596880" imgH="393480" progId="Equation.3">
                <p:embed/>
              </p:oleObj>
            </a:graphicData>
          </a:graphic>
        </p:graphicFrame>
      </p:grpSp>
      <p:grpSp>
        <p:nvGrpSpPr>
          <p:cNvPr id="3" name="Group 8"/>
          <p:cNvGrpSpPr>
            <a:grpSpLocks/>
          </p:cNvGrpSpPr>
          <p:nvPr/>
        </p:nvGrpSpPr>
        <p:grpSpPr bwMode="auto">
          <a:xfrm>
            <a:off x="990600" y="3262312"/>
            <a:ext cx="7239000" cy="2743200"/>
            <a:chOff x="624" y="2112"/>
            <a:chExt cx="4560" cy="1824"/>
          </a:xfrm>
        </p:grpSpPr>
        <p:sp>
          <p:nvSpPr>
            <p:cNvPr id="167945" name="Rectangle 9"/>
            <p:cNvSpPr>
              <a:spLocks noChangeArrowheads="1"/>
            </p:cNvSpPr>
            <p:nvPr/>
          </p:nvSpPr>
          <p:spPr bwMode="auto">
            <a:xfrm>
              <a:off x="624" y="2112"/>
              <a:ext cx="4560" cy="182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4" name="Group 10"/>
            <p:cNvGrpSpPr>
              <a:grpSpLocks/>
            </p:cNvGrpSpPr>
            <p:nvPr/>
          </p:nvGrpSpPr>
          <p:grpSpPr bwMode="auto">
            <a:xfrm>
              <a:off x="960" y="2208"/>
              <a:ext cx="816" cy="1632"/>
              <a:chOff x="960" y="2208"/>
              <a:chExt cx="816" cy="1632"/>
            </a:xfrm>
          </p:grpSpPr>
          <p:sp>
            <p:nvSpPr>
              <p:cNvPr id="167947" name="AutoShape 11"/>
              <p:cNvSpPr>
                <a:spLocks noChangeArrowheads="1"/>
              </p:cNvSpPr>
              <p:nvPr/>
            </p:nvSpPr>
            <p:spPr bwMode="auto">
              <a:xfrm>
                <a:off x="960" y="2463"/>
                <a:ext cx="768" cy="1377"/>
              </a:xfrm>
              <a:prstGeom prst="can">
                <a:avLst>
                  <a:gd name="adj" fmla="val 28073"/>
                </a:avLst>
              </a:prstGeom>
              <a:gradFill rotWithShape="0">
                <a:gsLst>
                  <a:gs pos="0">
                    <a:schemeClr val="bg1">
                      <a:gamma/>
                      <a:shade val="66275"/>
                      <a:invGamma/>
                    </a:schemeClr>
                  </a:gs>
                  <a:gs pos="50000">
                    <a:schemeClr val="bg1"/>
                  </a:gs>
                  <a:gs pos="100000">
                    <a:schemeClr val="bg1">
                      <a:gamma/>
                      <a:shade val="66275"/>
                      <a:invGamma/>
                    </a:schemeClr>
                  </a:gs>
                </a:gsLst>
                <a:lin ang="0" scaled="1"/>
              </a:gradFill>
              <a:ln w="9525">
                <a:solidFill>
                  <a:schemeClr val="tx1"/>
                </a:solidFill>
                <a:round/>
                <a:headEnd/>
                <a:tailEnd/>
              </a:ln>
              <a:effectLst/>
            </p:spPr>
            <p:txBody>
              <a:bodyPr wrap="none" anchor="ctr"/>
              <a:lstStyle/>
              <a:p>
                <a:endParaRPr lang="zh-CN" altLang="en-US" sz="2800"/>
              </a:p>
            </p:txBody>
          </p:sp>
          <p:sp>
            <p:nvSpPr>
              <p:cNvPr id="167948" name="Line 12"/>
              <p:cNvSpPr>
                <a:spLocks noChangeShapeType="1"/>
              </p:cNvSpPr>
              <p:nvPr/>
            </p:nvSpPr>
            <p:spPr bwMode="auto">
              <a:xfrm>
                <a:off x="1344" y="2259"/>
                <a:ext cx="0" cy="357"/>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67949" name="Line 13"/>
              <p:cNvSpPr>
                <a:spLocks noChangeShapeType="1"/>
              </p:cNvSpPr>
              <p:nvPr/>
            </p:nvSpPr>
            <p:spPr bwMode="auto">
              <a:xfrm>
                <a:off x="1344" y="2616"/>
                <a:ext cx="0" cy="1224"/>
              </a:xfrm>
              <a:prstGeom prst="line">
                <a:avLst/>
              </a:prstGeom>
              <a:noFill/>
              <a:ln w="9525">
                <a:solidFill>
                  <a:schemeClr val="tx1"/>
                </a:solidFill>
                <a:prstDash val="dash"/>
                <a:round/>
                <a:headEnd/>
                <a:tailEnd type="none" w="sm" len="lg"/>
              </a:ln>
              <a:effectLst/>
            </p:spPr>
            <p:txBody>
              <a:bodyPr wrap="none" anchor="ctr"/>
              <a:lstStyle/>
              <a:p>
                <a:endParaRPr lang="zh-CN" altLang="en-US" sz="2800"/>
              </a:p>
            </p:txBody>
          </p:sp>
          <p:sp>
            <p:nvSpPr>
              <p:cNvPr id="167950" name="Line 14"/>
              <p:cNvSpPr>
                <a:spLocks noChangeShapeType="1"/>
              </p:cNvSpPr>
              <p:nvPr/>
            </p:nvSpPr>
            <p:spPr bwMode="auto">
              <a:xfrm>
                <a:off x="1344" y="3126"/>
                <a:ext cx="384" cy="0"/>
              </a:xfrm>
              <a:prstGeom prst="line">
                <a:avLst/>
              </a:prstGeom>
              <a:noFill/>
              <a:ln w="19050">
                <a:solidFill>
                  <a:srgbClr val="FF0000"/>
                </a:solidFill>
                <a:prstDash val="dash"/>
                <a:round/>
                <a:headEnd/>
                <a:tailEnd type="triangle" w="sm" len="lg"/>
              </a:ln>
              <a:effectLst/>
            </p:spPr>
            <p:txBody>
              <a:bodyPr wrap="none" anchor="ctr"/>
              <a:lstStyle/>
              <a:p>
                <a:endParaRPr lang="zh-CN" altLang="en-US" sz="2800"/>
              </a:p>
            </p:txBody>
          </p:sp>
          <p:graphicFrame>
            <p:nvGraphicFramePr>
              <p:cNvPr id="167951" name="Object 15"/>
              <p:cNvGraphicFramePr>
                <a:graphicFrameLocks noChangeAspect="1"/>
              </p:cNvGraphicFramePr>
              <p:nvPr/>
            </p:nvGraphicFramePr>
            <p:xfrm>
              <a:off x="1392" y="3168"/>
              <a:ext cx="384" cy="270"/>
            </p:xfrm>
            <a:graphic>
              <a:graphicData uri="http://schemas.openxmlformats.org/presentationml/2006/ole">
                <p:oleObj spid="_x0000_s1058825" name="Equation" r:id="rId7" imgW="215640" imgH="228600" progId="Equation.3">
                  <p:embed/>
                </p:oleObj>
              </a:graphicData>
            </a:graphic>
          </p:graphicFrame>
          <p:graphicFrame>
            <p:nvGraphicFramePr>
              <p:cNvPr id="167952" name="Object 16"/>
              <p:cNvGraphicFramePr>
                <a:graphicFrameLocks noChangeAspect="1"/>
              </p:cNvGraphicFramePr>
              <p:nvPr/>
            </p:nvGraphicFramePr>
            <p:xfrm>
              <a:off x="1037" y="2208"/>
              <a:ext cx="277" cy="255"/>
            </p:xfrm>
            <a:graphic>
              <a:graphicData uri="http://schemas.openxmlformats.org/presentationml/2006/ole">
                <p:oleObj spid="_x0000_s1058826" name="Equation" r:id="rId8" imgW="164880" imgH="228600" progId="Equation.3">
                  <p:embed/>
                </p:oleObj>
              </a:graphicData>
            </a:graphic>
          </p:graphicFrame>
        </p:grpSp>
        <p:grpSp>
          <p:nvGrpSpPr>
            <p:cNvPr id="5" name="Group 17"/>
            <p:cNvGrpSpPr>
              <a:grpSpLocks/>
            </p:cNvGrpSpPr>
            <p:nvPr/>
          </p:nvGrpSpPr>
          <p:grpSpPr bwMode="auto">
            <a:xfrm>
              <a:off x="2592" y="2256"/>
              <a:ext cx="2304" cy="1488"/>
              <a:chOff x="2592" y="2256"/>
              <a:chExt cx="2304" cy="1488"/>
            </a:xfrm>
          </p:grpSpPr>
          <p:grpSp>
            <p:nvGrpSpPr>
              <p:cNvPr id="6" name="Group 18"/>
              <p:cNvGrpSpPr>
                <a:grpSpLocks/>
              </p:cNvGrpSpPr>
              <p:nvPr/>
            </p:nvGrpSpPr>
            <p:grpSpPr bwMode="auto">
              <a:xfrm>
                <a:off x="2592" y="2256"/>
                <a:ext cx="824" cy="768"/>
                <a:chOff x="1248" y="576"/>
                <a:chExt cx="576" cy="576"/>
              </a:xfrm>
            </p:grpSpPr>
            <p:sp>
              <p:nvSpPr>
                <p:cNvPr id="167955" name="AutoShape 19"/>
                <p:cNvSpPr>
                  <a:spLocks noChangeArrowheads="1"/>
                </p:cNvSpPr>
                <p:nvPr/>
              </p:nvSpPr>
              <p:spPr bwMode="auto">
                <a:xfrm>
                  <a:off x="1248" y="576"/>
                  <a:ext cx="528" cy="576"/>
                </a:xfrm>
                <a:prstGeom prst="wedgeRectCallout">
                  <a:avLst>
                    <a:gd name="adj1" fmla="val 65907"/>
                    <a:gd name="adj2" fmla="val 16667"/>
                  </a:avLst>
                </a:prstGeom>
                <a:gradFill rotWithShape="0">
                  <a:gsLst>
                    <a:gs pos="0">
                      <a:schemeClr val="folHlink"/>
                    </a:gs>
                    <a:gs pos="50000">
                      <a:srgbClr val="FFFFFF"/>
                    </a:gs>
                    <a:gs pos="100000">
                      <a:schemeClr val="folHlink"/>
                    </a:gs>
                  </a:gsLst>
                  <a:lin ang="5400000" scaled="1"/>
                </a:gradFill>
                <a:ln w="9525">
                  <a:solidFill>
                    <a:srgbClr val="FF3399"/>
                  </a:solidFill>
                  <a:miter lim="800000"/>
                  <a:headEnd/>
                  <a:tailEnd/>
                </a:ln>
                <a:effectLst/>
              </p:spPr>
              <p:txBody>
                <a:bodyPr/>
                <a:lstStyle/>
                <a:p>
                  <a:pPr algn="ctr"/>
                  <a:endParaRPr lang="zh-CN" altLang="en-US" sz="2800">
                    <a:solidFill>
                      <a:srgbClr val="FF3399"/>
                    </a:solidFill>
                  </a:endParaRPr>
                </a:p>
              </p:txBody>
            </p:sp>
            <p:graphicFrame>
              <p:nvGraphicFramePr>
                <p:cNvPr id="167956" name="Object 20"/>
                <p:cNvGraphicFramePr>
                  <a:graphicFrameLocks noChangeAspect="1"/>
                </p:cNvGraphicFramePr>
                <p:nvPr/>
              </p:nvGraphicFramePr>
              <p:xfrm>
                <a:off x="1248" y="576"/>
                <a:ext cx="576" cy="576"/>
              </p:xfrm>
              <a:graphic>
                <a:graphicData uri="http://schemas.openxmlformats.org/presentationml/2006/ole">
                  <p:oleObj spid="_x0000_s1058824" name="Equation" r:id="rId9" imgW="380880" imgH="393480" progId="Equation.3">
                    <p:embed/>
                  </p:oleObj>
                </a:graphicData>
              </a:graphic>
            </p:graphicFrame>
          </p:grpSp>
          <p:grpSp>
            <p:nvGrpSpPr>
              <p:cNvPr id="7" name="Group 21"/>
              <p:cNvGrpSpPr>
                <a:grpSpLocks/>
              </p:cNvGrpSpPr>
              <p:nvPr/>
            </p:nvGrpSpPr>
            <p:grpSpPr bwMode="auto">
              <a:xfrm>
                <a:off x="2640" y="2359"/>
                <a:ext cx="2256" cy="1385"/>
                <a:chOff x="1200" y="624"/>
                <a:chExt cx="1776" cy="1200"/>
              </a:xfrm>
            </p:grpSpPr>
            <p:sp>
              <p:nvSpPr>
                <p:cNvPr id="167958" name="Line 22"/>
                <p:cNvSpPr>
                  <a:spLocks noChangeShapeType="1"/>
                </p:cNvSpPr>
                <p:nvPr/>
              </p:nvSpPr>
              <p:spPr bwMode="auto">
                <a:xfrm>
                  <a:off x="1200" y="1584"/>
                  <a:ext cx="1776" cy="0"/>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67959" name="Line 23"/>
                <p:cNvSpPr>
                  <a:spLocks noChangeShapeType="1"/>
                </p:cNvSpPr>
                <p:nvPr/>
              </p:nvSpPr>
              <p:spPr bwMode="auto">
                <a:xfrm flipV="1">
                  <a:off x="1872" y="624"/>
                  <a:ext cx="0" cy="960"/>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67960" name="Line 24"/>
                <p:cNvSpPr>
                  <a:spLocks noChangeShapeType="1"/>
                </p:cNvSpPr>
                <p:nvPr/>
              </p:nvSpPr>
              <p:spPr bwMode="auto">
                <a:xfrm>
                  <a:off x="2112" y="960"/>
                  <a:ext cx="0" cy="624"/>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7961" name="Line 25"/>
                <p:cNvSpPr>
                  <a:spLocks noChangeShapeType="1"/>
                </p:cNvSpPr>
                <p:nvPr/>
              </p:nvSpPr>
              <p:spPr bwMode="auto">
                <a:xfrm flipH="1">
                  <a:off x="1872" y="968"/>
                  <a:ext cx="240" cy="0"/>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7962" name="Arc 26"/>
                <p:cNvSpPr>
                  <a:spLocks/>
                </p:cNvSpPr>
                <p:nvPr/>
              </p:nvSpPr>
              <p:spPr bwMode="auto">
                <a:xfrm flipH="1" flipV="1">
                  <a:off x="2102" y="816"/>
                  <a:ext cx="826" cy="624"/>
                </a:xfrm>
                <a:custGeom>
                  <a:avLst/>
                  <a:gdLst>
                    <a:gd name="G0" fmla="+- 0 0 0"/>
                    <a:gd name="G1" fmla="+- 21541 0 0"/>
                    <a:gd name="G2" fmla="+- 21600 0 0"/>
                    <a:gd name="T0" fmla="*/ 1601 w 21079"/>
                    <a:gd name="T1" fmla="*/ 0 h 21541"/>
                    <a:gd name="T2" fmla="*/ 21079 w 21079"/>
                    <a:gd name="T3" fmla="*/ 16824 h 21541"/>
                    <a:gd name="T4" fmla="*/ 0 w 21079"/>
                    <a:gd name="T5" fmla="*/ 21541 h 21541"/>
                  </a:gdLst>
                  <a:ahLst/>
                  <a:cxnLst>
                    <a:cxn ang="0">
                      <a:pos x="T0" y="T1"/>
                    </a:cxn>
                    <a:cxn ang="0">
                      <a:pos x="T2" y="T3"/>
                    </a:cxn>
                    <a:cxn ang="0">
                      <a:pos x="T4" y="T5"/>
                    </a:cxn>
                  </a:cxnLst>
                  <a:rect l="0" t="0" r="r" b="b"/>
                  <a:pathLst>
                    <a:path w="21079" h="21541" fill="none" extrusionOk="0">
                      <a:moveTo>
                        <a:pt x="1600" y="0"/>
                      </a:moveTo>
                      <a:cubicBezTo>
                        <a:pt x="11090" y="705"/>
                        <a:pt x="19000" y="7538"/>
                        <a:pt x="21078" y="16824"/>
                      </a:cubicBezTo>
                    </a:path>
                    <a:path w="21079" h="21541" stroke="0" extrusionOk="0">
                      <a:moveTo>
                        <a:pt x="1600" y="0"/>
                      </a:moveTo>
                      <a:cubicBezTo>
                        <a:pt x="11090" y="705"/>
                        <a:pt x="19000" y="7538"/>
                        <a:pt x="21078" y="16824"/>
                      </a:cubicBezTo>
                      <a:lnTo>
                        <a:pt x="0" y="21541"/>
                      </a:lnTo>
                      <a:close/>
                    </a:path>
                  </a:pathLst>
                </a:custGeom>
                <a:noFill/>
                <a:ln w="28575">
                  <a:solidFill>
                    <a:srgbClr val="FF0000"/>
                  </a:solidFill>
                  <a:round/>
                  <a:headEnd/>
                  <a:tailEnd type="none" w="sm" len="lg"/>
                </a:ln>
                <a:effectLst/>
              </p:spPr>
              <p:txBody>
                <a:bodyPr wrap="none" anchor="ctr"/>
                <a:lstStyle/>
                <a:p>
                  <a:endParaRPr lang="zh-CN" altLang="en-US" sz="2800"/>
                </a:p>
              </p:txBody>
            </p:sp>
            <p:graphicFrame>
              <p:nvGraphicFramePr>
                <p:cNvPr id="167963" name="Object 27"/>
                <p:cNvGraphicFramePr>
                  <a:graphicFrameLocks noChangeAspect="1"/>
                </p:cNvGraphicFramePr>
                <p:nvPr/>
              </p:nvGraphicFramePr>
              <p:xfrm>
                <a:off x="1920" y="624"/>
                <a:ext cx="227" cy="240"/>
              </p:xfrm>
              <a:graphic>
                <a:graphicData uri="http://schemas.openxmlformats.org/presentationml/2006/ole">
                  <p:oleObj spid="_x0000_s1058820" name="Equation" r:id="rId10" imgW="215640" imgH="228600" progId="Equation.3">
                    <p:embed/>
                  </p:oleObj>
                </a:graphicData>
              </a:graphic>
            </p:graphicFrame>
            <p:graphicFrame>
              <p:nvGraphicFramePr>
                <p:cNvPr id="167964" name="Object 28"/>
                <p:cNvGraphicFramePr>
                  <a:graphicFrameLocks noChangeAspect="1"/>
                </p:cNvGraphicFramePr>
                <p:nvPr/>
              </p:nvGraphicFramePr>
              <p:xfrm>
                <a:off x="2016" y="1584"/>
                <a:ext cx="228" cy="240"/>
              </p:xfrm>
              <a:graphic>
                <a:graphicData uri="http://schemas.openxmlformats.org/presentationml/2006/ole">
                  <p:oleObj spid="_x0000_s1058821" name="Equation" r:id="rId11" imgW="215640" imgH="228600" progId="Equation.3">
                    <p:embed/>
                  </p:oleObj>
                </a:graphicData>
              </a:graphic>
            </p:graphicFrame>
            <p:graphicFrame>
              <p:nvGraphicFramePr>
                <p:cNvPr id="167965" name="Object 29"/>
                <p:cNvGraphicFramePr>
                  <a:graphicFrameLocks noChangeAspect="1"/>
                </p:cNvGraphicFramePr>
                <p:nvPr/>
              </p:nvGraphicFramePr>
              <p:xfrm>
                <a:off x="1713" y="1584"/>
                <a:ext cx="209" cy="240"/>
              </p:xfrm>
              <a:graphic>
                <a:graphicData uri="http://schemas.openxmlformats.org/presentationml/2006/ole">
                  <p:oleObj spid="_x0000_s1058822" name="Equation" r:id="rId12" imgW="164880" imgH="190440" progId="Equation.3">
                    <p:embed/>
                  </p:oleObj>
                </a:graphicData>
              </a:graphic>
            </p:graphicFrame>
            <p:graphicFrame>
              <p:nvGraphicFramePr>
                <p:cNvPr id="167966" name="Object 30"/>
                <p:cNvGraphicFramePr>
                  <a:graphicFrameLocks noChangeAspect="1"/>
                </p:cNvGraphicFramePr>
                <p:nvPr/>
              </p:nvGraphicFramePr>
              <p:xfrm>
                <a:off x="2695" y="1584"/>
                <a:ext cx="206" cy="240"/>
              </p:xfrm>
              <a:graphic>
                <a:graphicData uri="http://schemas.openxmlformats.org/presentationml/2006/ole">
                  <p:oleObj spid="_x0000_s1058823" name="Equation" r:id="rId13" imgW="152280" imgH="177480" progId="Equation.3">
                    <p:embed/>
                  </p:oleObj>
                </a:graphicData>
              </a:graphic>
            </p:graphicFrame>
            <p:sp>
              <p:nvSpPr>
                <p:cNvPr id="167967" name="Line 31"/>
                <p:cNvSpPr>
                  <a:spLocks noChangeShapeType="1"/>
                </p:cNvSpPr>
                <p:nvPr/>
              </p:nvSpPr>
              <p:spPr bwMode="auto">
                <a:xfrm flipV="1">
                  <a:off x="1872" y="960"/>
                  <a:ext cx="240" cy="624"/>
                </a:xfrm>
                <a:prstGeom prst="line">
                  <a:avLst/>
                </a:prstGeom>
                <a:noFill/>
                <a:ln w="28575">
                  <a:solidFill>
                    <a:srgbClr val="FF0000"/>
                  </a:solidFill>
                  <a:round/>
                  <a:headEnd/>
                  <a:tailEnd type="none" w="sm" len="lg"/>
                </a:ln>
                <a:effectLst/>
              </p:spPr>
              <p:txBody>
                <a:bodyPr wrap="none" anchor="ctr"/>
                <a:lstStyle/>
                <a:p>
                  <a:endParaRPr lang="zh-CN" altLang="en-US" sz="2800"/>
                </a:p>
              </p:txBody>
            </p:sp>
          </p:grpSp>
        </p:grpSp>
      </p:grpSp>
      <p:grpSp>
        <p:nvGrpSpPr>
          <p:cNvPr id="8" name="Group 32"/>
          <p:cNvGrpSpPr>
            <a:grpSpLocks/>
          </p:cNvGrpSpPr>
          <p:nvPr/>
        </p:nvGrpSpPr>
        <p:grpSpPr bwMode="auto">
          <a:xfrm>
            <a:off x="1295400" y="457200"/>
            <a:ext cx="4648200" cy="519112"/>
            <a:chOff x="912" y="489"/>
            <a:chExt cx="2928" cy="327"/>
          </a:xfrm>
        </p:grpSpPr>
        <p:sp>
          <p:nvSpPr>
            <p:cNvPr id="167969" name="Text Box 33"/>
            <p:cNvSpPr txBox="1">
              <a:spLocks noChangeArrowheads="1"/>
            </p:cNvSpPr>
            <p:nvPr/>
          </p:nvSpPr>
          <p:spPr bwMode="auto">
            <a:xfrm>
              <a:off x="912" y="489"/>
              <a:ext cx="2928" cy="327"/>
            </a:xfrm>
            <a:prstGeom prst="rect">
              <a:avLst/>
            </a:prstGeom>
            <a:noFill/>
            <a:ln w="9525">
              <a:noFill/>
              <a:miter lim="800000"/>
              <a:headEnd/>
              <a:tailEnd/>
            </a:ln>
            <a:effectLst/>
          </p:spPr>
          <p:txBody>
            <a:bodyPr>
              <a:spAutoFit/>
            </a:bodyPr>
            <a:lstStyle/>
            <a:p>
              <a:pPr>
                <a:spcBef>
                  <a:spcPct val="50000"/>
                </a:spcBef>
              </a:pPr>
              <a:r>
                <a:rPr lang="zh-CN" altLang="en-US" sz="2800">
                  <a:solidFill>
                    <a:schemeClr val="tx1"/>
                  </a:solidFill>
                </a:rPr>
                <a:t>      的方向与    成右螺旋</a:t>
              </a:r>
            </a:p>
          </p:txBody>
        </p:sp>
        <p:graphicFrame>
          <p:nvGraphicFramePr>
            <p:cNvPr id="167970" name="Object 34"/>
            <p:cNvGraphicFramePr>
              <a:graphicFrameLocks noChangeAspect="1"/>
            </p:cNvGraphicFramePr>
            <p:nvPr/>
          </p:nvGraphicFramePr>
          <p:xfrm>
            <a:off x="959" y="489"/>
            <a:ext cx="229" cy="321"/>
          </p:xfrm>
          <a:graphic>
            <a:graphicData uri="http://schemas.openxmlformats.org/presentationml/2006/ole">
              <p:oleObj spid="_x0000_s1058818" name="Equation" r:id="rId14" imgW="215640" imgH="266400" progId="Equation.3">
                <p:embed/>
              </p:oleObj>
            </a:graphicData>
          </a:graphic>
        </p:graphicFrame>
        <p:graphicFrame>
          <p:nvGraphicFramePr>
            <p:cNvPr id="167971" name="Object 35"/>
            <p:cNvGraphicFramePr>
              <a:graphicFrameLocks noChangeAspect="1"/>
            </p:cNvGraphicFramePr>
            <p:nvPr/>
          </p:nvGraphicFramePr>
          <p:xfrm>
            <a:off x="2187" y="528"/>
            <a:ext cx="188" cy="252"/>
          </p:xfrm>
          <a:graphic>
            <a:graphicData uri="http://schemas.openxmlformats.org/presentationml/2006/ole">
              <p:oleObj spid="_x0000_s1058819" name="Equation" r:id="rId15" imgW="164880" imgH="2286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962" name="Object 2"/>
          <p:cNvGraphicFramePr>
            <a:graphicFrameLocks noChangeAspect="1"/>
          </p:cNvGraphicFramePr>
          <p:nvPr/>
        </p:nvGraphicFramePr>
        <p:xfrm>
          <a:off x="6172200" y="4267200"/>
          <a:ext cx="1143000" cy="527050"/>
        </p:xfrm>
        <a:graphic>
          <a:graphicData uri="http://schemas.openxmlformats.org/presentationml/2006/ole">
            <p:oleObj spid="_x0000_s1059842" name="公式" r:id="rId3" imgW="380880" imgH="177480" progId="Equation.3">
              <p:embed/>
            </p:oleObj>
          </a:graphicData>
        </a:graphic>
      </p:graphicFrame>
      <p:sp>
        <p:nvSpPr>
          <p:cNvPr id="168963" name="Text Box 3"/>
          <p:cNvSpPr txBox="1">
            <a:spLocks noChangeArrowheads="1"/>
          </p:cNvSpPr>
          <p:nvPr/>
        </p:nvSpPr>
        <p:spPr bwMode="auto">
          <a:xfrm>
            <a:off x="685800" y="304800"/>
            <a:ext cx="5715000"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例3   </a:t>
            </a:r>
            <a:r>
              <a:rPr lang="zh-CN" altLang="en-US" sz="2800" dirty="0">
                <a:solidFill>
                  <a:schemeClr val="tx1"/>
                </a:solidFill>
              </a:rPr>
              <a:t>无限长载流圆柱面的磁场</a:t>
            </a:r>
          </a:p>
        </p:txBody>
      </p:sp>
      <p:graphicFrame>
        <p:nvGraphicFramePr>
          <p:cNvPr id="168964" name="Object 4"/>
          <p:cNvGraphicFramePr>
            <a:graphicFrameLocks noChangeAspect="1"/>
          </p:cNvGraphicFramePr>
          <p:nvPr/>
        </p:nvGraphicFramePr>
        <p:xfrm>
          <a:off x="5943600" y="4876800"/>
          <a:ext cx="1830388" cy="1100138"/>
        </p:xfrm>
        <a:graphic>
          <a:graphicData uri="http://schemas.openxmlformats.org/presentationml/2006/ole">
            <p:oleObj spid="_x0000_s1059843" name="Equation" r:id="rId4" imgW="596880" imgH="393480" progId="Equation.3">
              <p:embed/>
            </p:oleObj>
          </a:graphicData>
        </a:graphic>
      </p:graphicFrame>
      <p:grpSp>
        <p:nvGrpSpPr>
          <p:cNvPr id="2" name="Group 5"/>
          <p:cNvGrpSpPr>
            <a:grpSpLocks/>
          </p:cNvGrpSpPr>
          <p:nvPr/>
        </p:nvGrpSpPr>
        <p:grpSpPr bwMode="auto">
          <a:xfrm>
            <a:off x="1447800" y="5181600"/>
            <a:ext cx="3657600" cy="762000"/>
            <a:chOff x="3298" y="2942"/>
            <a:chExt cx="2414" cy="562"/>
          </a:xfrm>
        </p:grpSpPr>
        <p:graphicFrame>
          <p:nvGraphicFramePr>
            <p:cNvPr id="168966" name="Object 6"/>
            <p:cNvGraphicFramePr>
              <a:graphicFrameLocks noChangeAspect="1"/>
            </p:cNvGraphicFramePr>
            <p:nvPr/>
          </p:nvGraphicFramePr>
          <p:xfrm>
            <a:off x="4032" y="2942"/>
            <a:ext cx="1680" cy="562"/>
          </p:xfrm>
          <a:graphic>
            <a:graphicData uri="http://schemas.openxmlformats.org/presentationml/2006/ole">
              <p:oleObj spid="_x0000_s1059857" name="Equation" r:id="rId5" imgW="863280" imgH="291960" progId="Equation.3">
                <p:embed/>
              </p:oleObj>
            </a:graphicData>
          </a:graphic>
        </p:graphicFrame>
        <p:graphicFrame>
          <p:nvGraphicFramePr>
            <p:cNvPr id="168967" name="Object 7"/>
            <p:cNvGraphicFramePr>
              <a:graphicFrameLocks noChangeAspect="1"/>
            </p:cNvGraphicFramePr>
            <p:nvPr/>
          </p:nvGraphicFramePr>
          <p:xfrm>
            <a:off x="3298" y="3014"/>
            <a:ext cx="686" cy="346"/>
          </p:xfrm>
          <a:graphic>
            <a:graphicData uri="http://schemas.openxmlformats.org/presentationml/2006/ole">
              <p:oleObj spid="_x0000_s1059858" name="公式" r:id="rId6" imgW="634680" imgH="279360" progId="Equation.3">
                <p:embed/>
              </p:oleObj>
            </a:graphicData>
          </a:graphic>
        </p:graphicFrame>
      </p:grpSp>
      <p:grpSp>
        <p:nvGrpSpPr>
          <p:cNvPr id="3" name="Group 8"/>
          <p:cNvGrpSpPr>
            <a:grpSpLocks/>
          </p:cNvGrpSpPr>
          <p:nvPr/>
        </p:nvGrpSpPr>
        <p:grpSpPr bwMode="auto">
          <a:xfrm>
            <a:off x="1676400" y="4191000"/>
            <a:ext cx="3581400" cy="838200"/>
            <a:chOff x="3312" y="2078"/>
            <a:chExt cx="2392" cy="562"/>
          </a:xfrm>
        </p:grpSpPr>
        <p:graphicFrame>
          <p:nvGraphicFramePr>
            <p:cNvPr id="168969" name="Object 9"/>
            <p:cNvGraphicFramePr>
              <a:graphicFrameLocks noChangeAspect="1"/>
            </p:cNvGraphicFramePr>
            <p:nvPr/>
          </p:nvGraphicFramePr>
          <p:xfrm>
            <a:off x="3312" y="2176"/>
            <a:ext cx="912" cy="320"/>
          </p:xfrm>
          <a:graphic>
            <a:graphicData uri="http://schemas.openxmlformats.org/presentationml/2006/ole">
              <p:oleObj spid="_x0000_s1059855" name="公式" r:id="rId7" imgW="1015920" imgH="279360" progId="Equation.3">
                <p:embed/>
              </p:oleObj>
            </a:graphicData>
          </a:graphic>
        </p:graphicFrame>
        <p:graphicFrame>
          <p:nvGraphicFramePr>
            <p:cNvPr id="168970" name="Object 10"/>
            <p:cNvGraphicFramePr>
              <a:graphicFrameLocks noChangeAspect="1"/>
            </p:cNvGraphicFramePr>
            <p:nvPr/>
          </p:nvGraphicFramePr>
          <p:xfrm>
            <a:off x="4320" y="2078"/>
            <a:ext cx="1384" cy="562"/>
          </p:xfrm>
          <a:graphic>
            <a:graphicData uri="http://schemas.openxmlformats.org/presentationml/2006/ole">
              <p:oleObj spid="_x0000_s1059856" name="Equation" r:id="rId8" imgW="711000" imgH="291960" progId="Equation.3">
                <p:embed/>
              </p:oleObj>
            </a:graphicData>
          </a:graphic>
        </p:graphicFrame>
      </p:grpSp>
      <p:grpSp>
        <p:nvGrpSpPr>
          <p:cNvPr id="4" name="Group 11"/>
          <p:cNvGrpSpPr>
            <a:grpSpLocks/>
          </p:cNvGrpSpPr>
          <p:nvPr/>
        </p:nvGrpSpPr>
        <p:grpSpPr bwMode="auto">
          <a:xfrm>
            <a:off x="838200" y="990600"/>
            <a:ext cx="7543800" cy="3048000"/>
            <a:chOff x="480" y="960"/>
            <a:chExt cx="4752" cy="1920"/>
          </a:xfrm>
        </p:grpSpPr>
        <p:sp>
          <p:nvSpPr>
            <p:cNvPr id="168972" name="Rectangle 12"/>
            <p:cNvSpPr>
              <a:spLocks noChangeArrowheads="1"/>
            </p:cNvSpPr>
            <p:nvPr/>
          </p:nvSpPr>
          <p:spPr bwMode="auto">
            <a:xfrm>
              <a:off x="480" y="960"/>
              <a:ext cx="4752" cy="192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8973" name="AutoShape 13"/>
            <p:cNvSpPr>
              <a:spLocks noChangeArrowheads="1"/>
            </p:cNvSpPr>
            <p:nvPr/>
          </p:nvSpPr>
          <p:spPr bwMode="auto">
            <a:xfrm>
              <a:off x="1236" y="1199"/>
              <a:ext cx="756" cy="1394"/>
            </a:xfrm>
            <a:prstGeom prst="can">
              <a:avLst>
                <a:gd name="adj" fmla="val 40105"/>
              </a:avLst>
            </a:prstGeom>
            <a:gradFill rotWithShape="0">
              <a:gsLst>
                <a:gs pos="0">
                  <a:schemeClr val="bg1">
                    <a:gamma/>
                    <a:shade val="65882"/>
                    <a:invGamma/>
                  </a:schemeClr>
                </a:gs>
                <a:gs pos="50000">
                  <a:schemeClr val="bg1"/>
                </a:gs>
                <a:gs pos="100000">
                  <a:schemeClr val="bg1">
                    <a:gamma/>
                    <a:shade val="65882"/>
                    <a:invGamma/>
                  </a:schemeClr>
                </a:gs>
              </a:gsLst>
              <a:lin ang="0" scaled="1"/>
            </a:gradFill>
            <a:ln w="9525">
              <a:solidFill>
                <a:schemeClr val="tx1"/>
              </a:solidFill>
              <a:round/>
              <a:headEnd/>
              <a:tailEnd/>
            </a:ln>
            <a:effectLst/>
          </p:spPr>
          <p:txBody>
            <a:bodyPr wrap="none" anchor="ctr"/>
            <a:lstStyle/>
            <a:p>
              <a:endParaRPr lang="zh-CN" altLang="en-US" sz="2800"/>
            </a:p>
          </p:txBody>
        </p:sp>
        <p:sp>
          <p:nvSpPr>
            <p:cNvPr id="168974" name="Line 14"/>
            <p:cNvSpPr>
              <a:spLocks noChangeShapeType="1"/>
            </p:cNvSpPr>
            <p:nvPr/>
          </p:nvSpPr>
          <p:spPr bwMode="auto">
            <a:xfrm>
              <a:off x="1589" y="976"/>
              <a:ext cx="0" cy="1840"/>
            </a:xfrm>
            <a:prstGeom prst="line">
              <a:avLst/>
            </a:prstGeom>
            <a:noFill/>
            <a:ln w="19050">
              <a:solidFill>
                <a:srgbClr val="0000FF"/>
              </a:solidFill>
              <a:prstDash val="dash"/>
              <a:round/>
              <a:headEnd type="none" w="sm" len="lg"/>
              <a:tailEnd type="none" w="sm" len="lg"/>
            </a:ln>
            <a:effectLst/>
          </p:spPr>
          <p:txBody>
            <a:bodyPr wrap="none" anchor="ctr"/>
            <a:lstStyle/>
            <a:p>
              <a:endParaRPr lang="zh-CN" altLang="en-US" sz="2800"/>
            </a:p>
          </p:txBody>
        </p:sp>
        <p:sp>
          <p:nvSpPr>
            <p:cNvPr id="168975" name="Line 15"/>
            <p:cNvSpPr>
              <a:spLocks noChangeShapeType="1"/>
            </p:cNvSpPr>
            <p:nvPr/>
          </p:nvSpPr>
          <p:spPr bwMode="auto">
            <a:xfrm>
              <a:off x="1589" y="1980"/>
              <a:ext cx="403" cy="0"/>
            </a:xfrm>
            <a:prstGeom prst="line">
              <a:avLst/>
            </a:prstGeom>
            <a:noFill/>
            <a:ln w="28575">
              <a:solidFill>
                <a:srgbClr val="9900CC"/>
              </a:solidFill>
              <a:prstDash val="dash"/>
              <a:round/>
              <a:headEnd type="none" w="sm" len="lg"/>
              <a:tailEnd type="triangle" w="sm" len="lg"/>
            </a:ln>
            <a:effectLst/>
          </p:spPr>
          <p:txBody>
            <a:bodyPr wrap="none" anchor="ctr"/>
            <a:lstStyle/>
            <a:p>
              <a:endParaRPr lang="zh-CN" altLang="en-US" sz="2800"/>
            </a:p>
          </p:txBody>
        </p:sp>
        <p:sp>
          <p:nvSpPr>
            <p:cNvPr id="168976" name="Line 16"/>
            <p:cNvSpPr>
              <a:spLocks noChangeShapeType="1"/>
            </p:cNvSpPr>
            <p:nvPr/>
          </p:nvSpPr>
          <p:spPr bwMode="auto">
            <a:xfrm>
              <a:off x="1589" y="2593"/>
              <a:ext cx="0" cy="279"/>
            </a:xfrm>
            <a:prstGeom prst="line">
              <a:avLst/>
            </a:prstGeom>
            <a:noFill/>
            <a:ln w="28575">
              <a:solidFill>
                <a:srgbClr val="0000FF"/>
              </a:solidFill>
              <a:round/>
              <a:headEnd type="none" w="sm" len="lg"/>
              <a:tailEnd type="none" w="sm" len="lg"/>
            </a:ln>
            <a:effectLst/>
          </p:spPr>
          <p:txBody>
            <a:bodyPr wrap="none" anchor="ctr"/>
            <a:lstStyle/>
            <a:p>
              <a:endParaRPr lang="zh-CN" altLang="en-US" sz="2800"/>
            </a:p>
          </p:txBody>
        </p:sp>
        <p:sp>
          <p:nvSpPr>
            <p:cNvPr id="168977" name="Line 17"/>
            <p:cNvSpPr>
              <a:spLocks noChangeShapeType="1"/>
            </p:cNvSpPr>
            <p:nvPr/>
          </p:nvSpPr>
          <p:spPr bwMode="auto">
            <a:xfrm>
              <a:off x="1589" y="976"/>
              <a:ext cx="0" cy="334"/>
            </a:xfrm>
            <a:prstGeom prst="line">
              <a:avLst/>
            </a:prstGeom>
            <a:noFill/>
            <a:ln w="28575">
              <a:solidFill>
                <a:srgbClr val="0000FF"/>
              </a:solidFill>
              <a:round/>
              <a:headEnd type="none" w="sm" len="lg"/>
              <a:tailEnd type="none" w="sm" len="lg"/>
            </a:ln>
            <a:effectLst/>
          </p:spPr>
          <p:txBody>
            <a:bodyPr wrap="none" anchor="ctr"/>
            <a:lstStyle/>
            <a:p>
              <a:endParaRPr lang="zh-CN" altLang="en-US" sz="2800"/>
            </a:p>
          </p:txBody>
        </p:sp>
        <p:graphicFrame>
          <p:nvGraphicFramePr>
            <p:cNvPr id="168978" name="Object 18"/>
            <p:cNvGraphicFramePr>
              <a:graphicFrameLocks noChangeAspect="1"/>
            </p:cNvGraphicFramePr>
            <p:nvPr/>
          </p:nvGraphicFramePr>
          <p:xfrm>
            <a:off x="1639" y="1757"/>
            <a:ext cx="191" cy="223"/>
          </p:xfrm>
          <a:graphic>
            <a:graphicData uri="http://schemas.openxmlformats.org/presentationml/2006/ole">
              <p:oleObj spid="_x0000_s1059853" name="Equation" r:id="rId9" imgW="215640" imgH="228600" progId="Equation.3">
                <p:embed/>
              </p:oleObj>
            </a:graphicData>
          </a:graphic>
        </p:graphicFrame>
        <p:grpSp>
          <p:nvGrpSpPr>
            <p:cNvPr id="5" name="Group 19"/>
            <p:cNvGrpSpPr>
              <a:grpSpLocks/>
            </p:cNvGrpSpPr>
            <p:nvPr/>
          </p:nvGrpSpPr>
          <p:grpSpPr bwMode="auto">
            <a:xfrm>
              <a:off x="1236" y="1757"/>
              <a:ext cx="165" cy="390"/>
              <a:chOff x="480" y="3120"/>
              <a:chExt cx="157" cy="336"/>
            </a:xfrm>
          </p:grpSpPr>
          <p:sp>
            <p:nvSpPr>
              <p:cNvPr id="168980" name="Line 20"/>
              <p:cNvSpPr>
                <a:spLocks noChangeShapeType="1"/>
              </p:cNvSpPr>
              <p:nvPr/>
            </p:nvSpPr>
            <p:spPr bwMode="auto">
              <a:xfrm>
                <a:off x="637" y="3120"/>
                <a:ext cx="0" cy="336"/>
              </a:xfrm>
              <a:prstGeom prst="line">
                <a:avLst/>
              </a:prstGeom>
              <a:noFill/>
              <a:ln w="28575">
                <a:solidFill>
                  <a:srgbClr val="FF0000"/>
                </a:solidFill>
                <a:round/>
                <a:headEnd type="triangle" w="sm" len="lg"/>
                <a:tailEnd type="none" w="sm" len="lg"/>
              </a:ln>
              <a:effectLst/>
            </p:spPr>
            <p:txBody>
              <a:bodyPr wrap="none" anchor="ctr"/>
              <a:lstStyle/>
              <a:p>
                <a:endParaRPr lang="zh-CN" altLang="en-US" sz="2800"/>
              </a:p>
            </p:txBody>
          </p:sp>
          <p:graphicFrame>
            <p:nvGraphicFramePr>
              <p:cNvPr id="168981" name="Object 21"/>
              <p:cNvGraphicFramePr>
                <a:graphicFrameLocks noChangeAspect="1"/>
              </p:cNvGraphicFramePr>
              <p:nvPr/>
            </p:nvGraphicFramePr>
            <p:xfrm>
              <a:off x="480" y="3192"/>
              <a:ext cx="157" cy="216"/>
            </p:xfrm>
            <a:graphic>
              <a:graphicData uri="http://schemas.openxmlformats.org/presentationml/2006/ole">
                <p:oleObj spid="_x0000_s1059854" name="Equation" r:id="rId10" imgW="164880" imgH="228600" progId="Equation.3">
                  <p:embed/>
                </p:oleObj>
              </a:graphicData>
            </a:graphic>
          </p:graphicFrame>
        </p:grpSp>
      </p:grpSp>
      <p:grpSp>
        <p:nvGrpSpPr>
          <p:cNvPr id="6" name="Group 22"/>
          <p:cNvGrpSpPr>
            <a:grpSpLocks/>
          </p:cNvGrpSpPr>
          <p:nvPr/>
        </p:nvGrpSpPr>
        <p:grpSpPr bwMode="auto">
          <a:xfrm>
            <a:off x="1958975" y="1031875"/>
            <a:ext cx="1358900" cy="796925"/>
            <a:chOff x="432" y="2448"/>
            <a:chExt cx="816" cy="432"/>
          </a:xfrm>
        </p:grpSpPr>
        <p:graphicFrame>
          <p:nvGraphicFramePr>
            <p:cNvPr id="168983" name="Object 23"/>
            <p:cNvGraphicFramePr>
              <a:graphicFrameLocks noChangeAspect="1"/>
            </p:cNvGraphicFramePr>
            <p:nvPr/>
          </p:nvGraphicFramePr>
          <p:xfrm>
            <a:off x="432" y="2448"/>
            <a:ext cx="211" cy="240"/>
          </p:xfrm>
          <a:graphic>
            <a:graphicData uri="http://schemas.openxmlformats.org/presentationml/2006/ole">
              <p:oleObj spid="_x0000_s1059851" name="Equation" r:id="rId11" imgW="228600" imgH="317160" progId="Equation.3">
                <p:embed/>
              </p:oleObj>
            </a:graphicData>
          </a:graphic>
        </p:graphicFrame>
        <p:sp>
          <p:nvSpPr>
            <p:cNvPr id="168984" name="Line 24"/>
            <p:cNvSpPr>
              <a:spLocks noChangeShapeType="1"/>
            </p:cNvSpPr>
            <p:nvPr/>
          </p:nvSpPr>
          <p:spPr bwMode="auto">
            <a:xfrm>
              <a:off x="816" y="2736"/>
              <a:ext cx="288" cy="48"/>
            </a:xfrm>
            <a:prstGeom prst="line">
              <a:avLst/>
            </a:prstGeom>
            <a:noFill/>
            <a:ln w="28575">
              <a:solidFill>
                <a:srgbClr val="FF3399"/>
              </a:solidFill>
              <a:round/>
              <a:headEnd type="none" w="sm" len="lg"/>
              <a:tailEnd type="triangle" w="sm" len="lg"/>
            </a:ln>
            <a:effectLst/>
          </p:spPr>
          <p:txBody>
            <a:bodyPr/>
            <a:lstStyle/>
            <a:p>
              <a:endParaRPr lang="zh-CN" altLang="en-US" sz="2800"/>
            </a:p>
          </p:txBody>
        </p:sp>
        <p:graphicFrame>
          <p:nvGraphicFramePr>
            <p:cNvPr id="168985" name="Object 25"/>
            <p:cNvGraphicFramePr>
              <a:graphicFrameLocks noChangeAspect="1"/>
            </p:cNvGraphicFramePr>
            <p:nvPr/>
          </p:nvGraphicFramePr>
          <p:xfrm>
            <a:off x="1083" y="2688"/>
            <a:ext cx="165" cy="192"/>
          </p:xfrm>
          <a:graphic>
            <a:graphicData uri="http://schemas.openxmlformats.org/presentationml/2006/ole">
              <p:oleObj spid="_x0000_s1059852" name="Equation" r:id="rId12" imgW="152280" imgH="177480" progId="Equation.3">
                <p:embed/>
              </p:oleObj>
            </a:graphicData>
          </a:graphic>
        </p:graphicFrame>
        <p:sp>
          <p:nvSpPr>
            <p:cNvPr id="168986" name="Oval 26"/>
            <p:cNvSpPr>
              <a:spLocks noChangeArrowheads="1"/>
            </p:cNvSpPr>
            <p:nvPr/>
          </p:nvSpPr>
          <p:spPr bwMode="auto">
            <a:xfrm>
              <a:off x="576" y="2688"/>
              <a:ext cx="528" cy="144"/>
            </a:xfrm>
            <a:prstGeom prst="ellipse">
              <a:avLst/>
            </a:prstGeom>
            <a:noFill/>
            <a:ln w="28575">
              <a:solidFill>
                <a:srgbClr val="009900"/>
              </a:solidFill>
              <a:round/>
              <a:headEnd/>
              <a:tailEnd/>
            </a:ln>
            <a:effectLst/>
          </p:spPr>
          <p:txBody>
            <a:bodyPr wrap="none" anchor="ctr"/>
            <a:lstStyle/>
            <a:p>
              <a:endParaRPr lang="zh-CN" altLang="en-US" sz="2800"/>
            </a:p>
          </p:txBody>
        </p:sp>
        <p:sp>
          <p:nvSpPr>
            <p:cNvPr id="168987" name="Line 27"/>
            <p:cNvSpPr>
              <a:spLocks noChangeShapeType="1"/>
            </p:cNvSpPr>
            <p:nvPr/>
          </p:nvSpPr>
          <p:spPr bwMode="auto">
            <a:xfrm>
              <a:off x="822" y="2826"/>
              <a:ext cx="48" cy="0"/>
            </a:xfrm>
            <a:prstGeom prst="line">
              <a:avLst/>
            </a:prstGeom>
            <a:noFill/>
            <a:ln w="28575">
              <a:solidFill>
                <a:schemeClr val="tx2"/>
              </a:solidFill>
              <a:round/>
              <a:headEnd type="none" w="sm" len="lg"/>
              <a:tailEnd type="triangle" w="sm" len="lg"/>
            </a:ln>
            <a:effectLst/>
          </p:spPr>
          <p:txBody>
            <a:bodyPr wrap="none" anchor="ctr"/>
            <a:lstStyle/>
            <a:p>
              <a:endParaRPr lang="zh-CN" altLang="en-US" sz="2800"/>
            </a:p>
          </p:txBody>
        </p:sp>
      </p:grpSp>
      <p:grpSp>
        <p:nvGrpSpPr>
          <p:cNvPr id="7" name="Group 28"/>
          <p:cNvGrpSpPr>
            <a:grpSpLocks/>
          </p:cNvGrpSpPr>
          <p:nvPr/>
        </p:nvGrpSpPr>
        <p:grpSpPr bwMode="auto">
          <a:xfrm>
            <a:off x="1558925" y="2189163"/>
            <a:ext cx="2109788" cy="1239837"/>
            <a:chOff x="934" y="1701"/>
            <a:chExt cx="1329" cy="781"/>
          </a:xfrm>
        </p:grpSpPr>
        <p:graphicFrame>
          <p:nvGraphicFramePr>
            <p:cNvPr id="168989" name="Object 29"/>
            <p:cNvGraphicFramePr>
              <a:graphicFrameLocks noChangeAspect="1"/>
            </p:cNvGraphicFramePr>
            <p:nvPr/>
          </p:nvGraphicFramePr>
          <p:xfrm>
            <a:off x="1337" y="2173"/>
            <a:ext cx="247" cy="309"/>
          </p:xfrm>
          <a:graphic>
            <a:graphicData uri="http://schemas.openxmlformats.org/presentationml/2006/ole">
              <p:oleObj spid="_x0000_s1059849" name="Equation" r:id="rId13" imgW="253800" imgH="317160" progId="Equation.3">
                <p:embed/>
              </p:oleObj>
            </a:graphicData>
          </a:graphic>
        </p:graphicFrame>
        <p:sp>
          <p:nvSpPr>
            <p:cNvPr id="168990" name="Line 30"/>
            <p:cNvSpPr>
              <a:spLocks noChangeShapeType="1"/>
            </p:cNvSpPr>
            <p:nvPr/>
          </p:nvSpPr>
          <p:spPr bwMode="auto">
            <a:xfrm>
              <a:off x="1592" y="1980"/>
              <a:ext cx="400" cy="167"/>
            </a:xfrm>
            <a:prstGeom prst="line">
              <a:avLst/>
            </a:prstGeom>
            <a:noFill/>
            <a:ln w="28575">
              <a:solidFill>
                <a:srgbClr val="FF3399"/>
              </a:solidFill>
              <a:round/>
              <a:headEnd type="none" w="sm" len="lg"/>
              <a:tailEnd type="triangle" w="sm" len="lg"/>
            </a:ln>
            <a:effectLst/>
          </p:spPr>
          <p:txBody>
            <a:bodyPr/>
            <a:lstStyle/>
            <a:p>
              <a:endParaRPr lang="zh-CN" altLang="en-US" sz="2800"/>
            </a:p>
          </p:txBody>
        </p:sp>
        <p:graphicFrame>
          <p:nvGraphicFramePr>
            <p:cNvPr id="168991" name="Object 31"/>
            <p:cNvGraphicFramePr>
              <a:graphicFrameLocks noChangeAspect="1"/>
            </p:cNvGraphicFramePr>
            <p:nvPr/>
          </p:nvGraphicFramePr>
          <p:xfrm>
            <a:off x="1977" y="2147"/>
            <a:ext cx="217" cy="223"/>
          </p:xfrm>
          <a:graphic>
            <a:graphicData uri="http://schemas.openxmlformats.org/presentationml/2006/ole">
              <p:oleObj spid="_x0000_s1059850" name="Equation" r:id="rId14" imgW="152280" imgH="177480" progId="Equation.3">
                <p:embed/>
              </p:oleObj>
            </a:graphicData>
          </a:graphic>
        </p:graphicFrame>
        <p:sp>
          <p:nvSpPr>
            <p:cNvPr id="168992" name="Oval 32"/>
            <p:cNvSpPr>
              <a:spLocks noChangeArrowheads="1"/>
            </p:cNvSpPr>
            <p:nvPr/>
          </p:nvSpPr>
          <p:spPr bwMode="auto">
            <a:xfrm>
              <a:off x="937" y="1701"/>
              <a:ext cx="1310" cy="502"/>
            </a:xfrm>
            <a:prstGeom prst="ellipse">
              <a:avLst/>
            </a:prstGeom>
            <a:noFill/>
            <a:ln w="25400">
              <a:solidFill>
                <a:srgbClr val="0000FF"/>
              </a:solidFill>
              <a:prstDash val="dash"/>
              <a:round/>
              <a:headEnd/>
              <a:tailEnd/>
            </a:ln>
            <a:effectLst/>
          </p:spPr>
          <p:txBody>
            <a:bodyPr wrap="none" anchor="ctr"/>
            <a:lstStyle/>
            <a:p>
              <a:endParaRPr lang="zh-CN" altLang="en-US" sz="2800"/>
            </a:p>
          </p:txBody>
        </p:sp>
        <p:sp>
          <p:nvSpPr>
            <p:cNvPr id="168993" name="Freeform 33"/>
            <p:cNvSpPr>
              <a:spLocks/>
            </p:cNvSpPr>
            <p:nvPr/>
          </p:nvSpPr>
          <p:spPr bwMode="auto">
            <a:xfrm>
              <a:off x="934" y="1739"/>
              <a:ext cx="1329" cy="464"/>
            </a:xfrm>
            <a:custGeom>
              <a:avLst/>
              <a:gdLst/>
              <a:ahLst/>
              <a:cxnLst>
                <a:cxn ang="0">
                  <a:pos x="299" y="0"/>
                </a:cxn>
                <a:cxn ang="0">
                  <a:pos x="107" y="56"/>
                </a:cxn>
                <a:cxn ang="0">
                  <a:pos x="11" y="152"/>
                </a:cxn>
                <a:cxn ang="0">
                  <a:pos x="43" y="248"/>
                </a:cxn>
                <a:cxn ang="0">
                  <a:pos x="203" y="344"/>
                </a:cxn>
                <a:cxn ang="0">
                  <a:pos x="491" y="392"/>
                </a:cxn>
                <a:cxn ang="0">
                  <a:pos x="839" y="387"/>
                </a:cxn>
                <a:cxn ang="0">
                  <a:pos x="1015" y="351"/>
                </a:cxn>
                <a:cxn ang="0">
                  <a:pos x="1015" y="347"/>
                </a:cxn>
                <a:cxn ang="0">
                  <a:pos x="1163" y="303"/>
                </a:cxn>
                <a:cxn ang="0">
                  <a:pos x="1175" y="295"/>
                </a:cxn>
                <a:cxn ang="0">
                  <a:pos x="1227" y="247"/>
                </a:cxn>
                <a:cxn ang="0">
                  <a:pos x="1255" y="183"/>
                </a:cxn>
                <a:cxn ang="0">
                  <a:pos x="1259" y="163"/>
                </a:cxn>
                <a:cxn ang="0">
                  <a:pos x="1211" y="104"/>
                </a:cxn>
                <a:cxn ang="0">
                  <a:pos x="1159" y="67"/>
                </a:cxn>
                <a:cxn ang="0">
                  <a:pos x="1019" y="8"/>
                </a:cxn>
              </a:cxnLst>
              <a:rect l="0" t="0" r="r" b="b"/>
              <a:pathLst>
                <a:path w="1266" h="399">
                  <a:moveTo>
                    <a:pt x="299" y="0"/>
                  </a:moveTo>
                  <a:cubicBezTo>
                    <a:pt x="267" y="9"/>
                    <a:pt x="155" y="31"/>
                    <a:pt x="107" y="56"/>
                  </a:cubicBezTo>
                  <a:cubicBezTo>
                    <a:pt x="59" y="81"/>
                    <a:pt x="22" y="120"/>
                    <a:pt x="11" y="152"/>
                  </a:cubicBezTo>
                  <a:cubicBezTo>
                    <a:pt x="0" y="184"/>
                    <a:pt x="11" y="216"/>
                    <a:pt x="43" y="248"/>
                  </a:cubicBezTo>
                  <a:cubicBezTo>
                    <a:pt x="75" y="280"/>
                    <a:pt x="128" y="320"/>
                    <a:pt x="203" y="344"/>
                  </a:cubicBezTo>
                  <a:cubicBezTo>
                    <a:pt x="278" y="368"/>
                    <a:pt x="385" y="385"/>
                    <a:pt x="491" y="392"/>
                  </a:cubicBezTo>
                  <a:cubicBezTo>
                    <a:pt x="597" y="399"/>
                    <a:pt x="752" y="394"/>
                    <a:pt x="839" y="387"/>
                  </a:cubicBezTo>
                  <a:cubicBezTo>
                    <a:pt x="926" y="380"/>
                    <a:pt x="986" y="358"/>
                    <a:pt x="1015" y="351"/>
                  </a:cubicBezTo>
                  <a:cubicBezTo>
                    <a:pt x="1044" y="344"/>
                    <a:pt x="990" y="355"/>
                    <a:pt x="1015" y="347"/>
                  </a:cubicBezTo>
                  <a:cubicBezTo>
                    <a:pt x="1040" y="339"/>
                    <a:pt x="1136" y="312"/>
                    <a:pt x="1163" y="303"/>
                  </a:cubicBezTo>
                  <a:cubicBezTo>
                    <a:pt x="1190" y="294"/>
                    <a:pt x="1164" y="304"/>
                    <a:pt x="1175" y="295"/>
                  </a:cubicBezTo>
                  <a:cubicBezTo>
                    <a:pt x="1186" y="286"/>
                    <a:pt x="1214" y="266"/>
                    <a:pt x="1227" y="247"/>
                  </a:cubicBezTo>
                  <a:cubicBezTo>
                    <a:pt x="1240" y="228"/>
                    <a:pt x="1250" y="197"/>
                    <a:pt x="1255" y="183"/>
                  </a:cubicBezTo>
                  <a:cubicBezTo>
                    <a:pt x="1260" y="169"/>
                    <a:pt x="1266" y="176"/>
                    <a:pt x="1259" y="163"/>
                  </a:cubicBezTo>
                  <a:cubicBezTo>
                    <a:pt x="1252" y="150"/>
                    <a:pt x="1228" y="120"/>
                    <a:pt x="1211" y="104"/>
                  </a:cubicBezTo>
                  <a:cubicBezTo>
                    <a:pt x="1194" y="88"/>
                    <a:pt x="1191" y="83"/>
                    <a:pt x="1159" y="67"/>
                  </a:cubicBezTo>
                  <a:cubicBezTo>
                    <a:pt x="1127" y="51"/>
                    <a:pt x="1048" y="20"/>
                    <a:pt x="1019" y="8"/>
                  </a:cubicBezTo>
                </a:path>
              </a:pathLst>
            </a:custGeom>
            <a:noFill/>
            <a:ln w="31750" cap="flat" cmpd="sng">
              <a:solidFill>
                <a:srgbClr val="0000FF"/>
              </a:solidFill>
              <a:prstDash val="solid"/>
              <a:round/>
              <a:headEnd type="none" w="sm" len="lg"/>
              <a:tailEnd type="none" w="sm" len="lg"/>
            </a:ln>
            <a:effectLst/>
          </p:spPr>
          <p:txBody>
            <a:bodyPr wrap="none" anchor="ctr"/>
            <a:lstStyle/>
            <a:p>
              <a:endParaRPr lang="zh-CN" altLang="en-US" sz="2800"/>
            </a:p>
          </p:txBody>
        </p:sp>
        <p:sp>
          <p:nvSpPr>
            <p:cNvPr id="168994" name="Line 34"/>
            <p:cNvSpPr>
              <a:spLocks noChangeShapeType="1"/>
            </p:cNvSpPr>
            <p:nvPr/>
          </p:nvSpPr>
          <p:spPr bwMode="auto">
            <a:xfrm flipV="1">
              <a:off x="1542" y="2187"/>
              <a:ext cx="151" cy="0"/>
            </a:xfrm>
            <a:prstGeom prst="line">
              <a:avLst/>
            </a:prstGeom>
            <a:noFill/>
            <a:ln w="38100">
              <a:solidFill>
                <a:srgbClr val="0000FF"/>
              </a:solidFill>
              <a:round/>
              <a:headEnd type="none" w="sm" len="lg"/>
              <a:tailEnd type="triangle" w="sm" len="lg"/>
            </a:ln>
            <a:effectLst/>
          </p:spPr>
          <p:txBody>
            <a:bodyPr wrap="none" anchor="ctr"/>
            <a:lstStyle/>
            <a:p>
              <a:endParaRPr lang="zh-CN" altLang="en-US" sz="2800"/>
            </a:p>
          </p:txBody>
        </p:sp>
      </p:grpSp>
      <p:grpSp>
        <p:nvGrpSpPr>
          <p:cNvPr id="8" name="Group 35"/>
          <p:cNvGrpSpPr>
            <a:grpSpLocks/>
          </p:cNvGrpSpPr>
          <p:nvPr/>
        </p:nvGrpSpPr>
        <p:grpSpPr bwMode="auto">
          <a:xfrm>
            <a:off x="5257800" y="1524000"/>
            <a:ext cx="2590800" cy="2057400"/>
            <a:chOff x="1536" y="2736"/>
            <a:chExt cx="1632" cy="1296"/>
          </a:xfrm>
        </p:grpSpPr>
        <p:sp>
          <p:nvSpPr>
            <p:cNvPr id="168996" name="Line 36"/>
            <p:cNvSpPr>
              <a:spLocks noChangeShapeType="1"/>
            </p:cNvSpPr>
            <p:nvPr/>
          </p:nvSpPr>
          <p:spPr bwMode="auto">
            <a:xfrm>
              <a:off x="1536" y="3759"/>
              <a:ext cx="1627" cy="0"/>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68997" name="Line 37"/>
            <p:cNvSpPr>
              <a:spLocks noChangeShapeType="1"/>
            </p:cNvSpPr>
            <p:nvPr/>
          </p:nvSpPr>
          <p:spPr bwMode="auto">
            <a:xfrm flipV="1">
              <a:off x="2204" y="2736"/>
              <a:ext cx="4" cy="1023"/>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68998" name="Line 38"/>
            <p:cNvSpPr>
              <a:spLocks noChangeShapeType="1"/>
            </p:cNvSpPr>
            <p:nvPr/>
          </p:nvSpPr>
          <p:spPr bwMode="auto">
            <a:xfrm>
              <a:off x="2544" y="3168"/>
              <a:ext cx="0" cy="604"/>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8999" name="Line 39"/>
            <p:cNvSpPr>
              <a:spLocks noChangeShapeType="1"/>
            </p:cNvSpPr>
            <p:nvPr/>
          </p:nvSpPr>
          <p:spPr bwMode="auto">
            <a:xfrm flipH="1">
              <a:off x="2204" y="3155"/>
              <a:ext cx="352" cy="0"/>
            </a:xfrm>
            <a:prstGeom prst="line">
              <a:avLst/>
            </a:prstGeom>
            <a:noFill/>
            <a:ln w="28575">
              <a:solidFill>
                <a:srgbClr val="0000FF"/>
              </a:solidFill>
              <a:prstDash val="dash"/>
              <a:round/>
              <a:headEnd/>
              <a:tailEnd type="none" w="sm" len="lg"/>
            </a:ln>
            <a:effectLst/>
          </p:spPr>
          <p:txBody>
            <a:bodyPr wrap="none" anchor="ctr"/>
            <a:lstStyle/>
            <a:p>
              <a:endParaRPr lang="zh-CN" altLang="en-US" sz="2800"/>
            </a:p>
          </p:txBody>
        </p:sp>
        <p:sp>
          <p:nvSpPr>
            <p:cNvPr id="169000" name="Arc 40"/>
            <p:cNvSpPr>
              <a:spLocks/>
            </p:cNvSpPr>
            <p:nvPr/>
          </p:nvSpPr>
          <p:spPr bwMode="auto">
            <a:xfrm flipH="1" flipV="1">
              <a:off x="2544" y="2976"/>
              <a:ext cx="624" cy="624"/>
            </a:xfrm>
            <a:custGeom>
              <a:avLst/>
              <a:gdLst>
                <a:gd name="G0" fmla="+- 0 0 0"/>
                <a:gd name="G1" fmla="+- 21541 0 0"/>
                <a:gd name="G2" fmla="+- 21600 0 0"/>
                <a:gd name="T0" fmla="*/ 1601 w 20835"/>
                <a:gd name="T1" fmla="*/ 0 h 21541"/>
                <a:gd name="T2" fmla="*/ 20835 w 20835"/>
                <a:gd name="T3" fmla="*/ 15842 h 21541"/>
                <a:gd name="T4" fmla="*/ 0 w 20835"/>
                <a:gd name="T5" fmla="*/ 21541 h 21541"/>
              </a:gdLst>
              <a:ahLst/>
              <a:cxnLst>
                <a:cxn ang="0">
                  <a:pos x="T0" y="T1"/>
                </a:cxn>
                <a:cxn ang="0">
                  <a:pos x="T2" y="T3"/>
                </a:cxn>
                <a:cxn ang="0">
                  <a:pos x="T4" y="T5"/>
                </a:cxn>
              </a:cxnLst>
              <a:rect l="0" t="0" r="r" b="b"/>
              <a:pathLst>
                <a:path w="20835" h="21541" fill="none" extrusionOk="0">
                  <a:moveTo>
                    <a:pt x="1600" y="0"/>
                  </a:moveTo>
                  <a:cubicBezTo>
                    <a:pt x="10718" y="678"/>
                    <a:pt x="18422" y="7023"/>
                    <a:pt x="20834" y="15842"/>
                  </a:cubicBezTo>
                </a:path>
                <a:path w="20835" h="21541" stroke="0" extrusionOk="0">
                  <a:moveTo>
                    <a:pt x="1600" y="0"/>
                  </a:moveTo>
                  <a:cubicBezTo>
                    <a:pt x="10718" y="678"/>
                    <a:pt x="18422" y="7023"/>
                    <a:pt x="20834" y="15842"/>
                  </a:cubicBezTo>
                  <a:lnTo>
                    <a:pt x="0" y="21541"/>
                  </a:lnTo>
                  <a:close/>
                </a:path>
              </a:pathLst>
            </a:custGeom>
            <a:noFill/>
            <a:ln w="28575">
              <a:solidFill>
                <a:srgbClr val="FF0000"/>
              </a:solidFill>
              <a:round/>
              <a:headEnd/>
              <a:tailEnd type="none" w="sm" len="lg"/>
            </a:ln>
            <a:effectLst/>
          </p:spPr>
          <p:txBody>
            <a:bodyPr wrap="none" anchor="ctr"/>
            <a:lstStyle/>
            <a:p>
              <a:endParaRPr lang="zh-CN" altLang="en-US" sz="2800"/>
            </a:p>
          </p:txBody>
        </p:sp>
        <p:sp>
          <p:nvSpPr>
            <p:cNvPr id="169001" name="Line 41"/>
            <p:cNvSpPr>
              <a:spLocks noChangeShapeType="1"/>
            </p:cNvSpPr>
            <p:nvPr/>
          </p:nvSpPr>
          <p:spPr bwMode="auto">
            <a:xfrm>
              <a:off x="2204" y="3759"/>
              <a:ext cx="352" cy="0"/>
            </a:xfrm>
            <a:prstGeom prst="line">
              <a:avLst/>
            </a:prstGeom>
            <a:noFill/>
            <a:ln w="28575">
              <a:solidFill>
                <a:srgbClr val="FF0000"/>
              </a:solidFill>
              <a:round/>
              <a:headEnd/>
              <a:tailEnd type="none" w="sm" len="lg"/>
            </a:ln>
            <a:effectLst/>
          </p:spPr>
          <p:txBody>
            <a:bodyPr wrap="none" anchor="ctr"/>
            <a:lstStyle/>
            <a:p>
              <a:endParaRPr lang="zh-CN" altLang="en-US" sz="2800"/>
            </a:p>
          </p:txBody>
        </p:sp>
        <p:graphicFrame>
          <p:nvGraphicFramePr>
            <p:cNvPr id="169002" name="Object 42"/>
            <p:cNvGraphicFramePr>
              <a:graphicFrameLocks noChangeAspect="1"/>
            </p:cNvGraphicFramePr>
            <p:nvPr/>
          </p:nvGraphicFramePr>
          <p:xfrm>
            <a:off x="2256" y="2736"/>
            <a:ext cx="227" cy="240"/>
          </p:xfrm>
          <a:graphic>
            <a:graphicData uri="http://schemas.openxmlformats.org/presentationml/2006/ole">
              <p:oleObj spid="_x0000_s1059844" name="Equation" r:id="rId15" imgW="215640" imgH="228600" progId="Equation.3">
                <p:embed/>
              </p:oleObj>
            </a:graphicData>
          </a:graphic>
        </p:graphicFrame>
        <p:graphicFrame>
          <p:nvGraphicFramePr>
            <p:cNvPr id="169003" name="Object 43"/>
            <p:cNvGraphicFramePr>
              <a:graphicFrameLocks noChangeAspect="1"/>
            </p:cNvGraphicFramePr>
            <p:nvPr/>
          </p:nvGraphicFramePr>
          <p:xfrm>
            <a:off x="2448" y="3744"/>
            <a:ext cx="228" cy="240"/>
          </p:xfrm>
          <a:graphic>
            <a:graphicData uri="http://schemas.openxmlformats.org/presentationml/2006/ole">
              <p:oleObj spid="_x0000_s1059845" name="Equation" r:id="rId16" imgW="215640" imgH="228600" progId="Equation.3">
                <p:embed/>
              </p:oleObj>
            </a:graphicData>
          </a:graphic>
        </p:graphicFrame>
        <p:graphicFrame>
          <p:nvGraphicFramePr>
            <p:cNvPr id="169004" name="Object 44"/>
            <p:cNvGraphicFramePr>
              <a:graphicFrameLocks noChangeAspect="1"/>
            </p:cNvGraphicFramePr>
            <p:nvPr/>
          </p:nvGraphicFramePr>
          <p:xfrm>
            <a:off x="2064" y="3744"/>
            <a:ext cx="209" cy="240"/>
          </p:xfrm>
          <a:graphic>
            <a:graphicData uri="http://schemas.openxmlformats.org/presentationml/2006/ole">
              <p:oleObj spid="_x0000_s1059846" name="Equation" r:id="rId17" imgW="164880" imgH="190440" progId="Equation.3">
                <p:embed/>
              </p:oleObj>
            </a:graphicData>
          </a:graphic>
        </p:graphicFrame>
        <p:graphicFrame>
          <p:nvGraphicFramePr>
            <p:cNvPr id="169005" name="Object 45"/>
            <p:cNvGraphicFramePr>
              <a:graphicFrameLocks noChangeAspect="1"/>
            </p:cNvGraphicFramePr>
            <p:nvPr/>
          </p:nvGraphicFramePr>
          <p:xfrm>
            <a:off x="2928" y="3792"/>
            <a:ext cx="206" cy="240"/>
          </p:xfrm>
          <a:graphic>
            <a:graphicData uri="http://schemas.openxmlformats.org/presentationml/2006/ole">
              <p:oleObj spid="_x0000_s1059847" name="Equation" r:id="rId18" imgW="152280" imgH="177480" progId="Equation.3">
                <p:embed/>
              </p:oleObj>
            </a:graphicData>
          </a:graphic>
        </p:graphicFrame>
        <p:sp>
          <p:nvSpPr>
            <p:cNvPr id="169006" name="AutoShape 46"/>
            <p:cNvSpPr>
              <a:spLocks noChangeArrowheads="1"/>
            </p:cNvSpPr>
            <p:nvPr/>
          </p:nvSpPr>
          <p:spPr bwMode="auto">
            <a:xfrm>
              <a:off x="1584" y="2880"/>
              <a:ext cx="528" cy="528"/>
            </a:xfrm>
            <a:prstGeom prst="wedgeRectCallout">
              <a:avLst>
                <a:gd name="adj1" fmla="val 62500"/>
                <a:gd name="adj2" fmla="val 1134"/>
              </a:avLst>
            </a:prstGeom>
            <a:gradFill rotWithShape="0">
              <a:gsLst>
                <a:gs pos="0">
                  <a:schemeClr val="folHlink"/>
                </a:gs>
                <a:gs pos="50000">
                  <a:srgbClr val="FFFFFF"/>
                </a:gs>
                <a:gs pos="100000">
                  <a:schemeClr val="folHlink"/>
                </a:gs>
              </a:gsLst>
              <a:lin ang="5400000" scaled="1"/>
            </a:gradFill>
            <a:ln w="9525">
              <a:solidFill>
                <a:srgbClr val="FF3399"/>
              </a:solidFill>
              <a:miter lim="800000"/>
              <a:headEnd/>
              <a:tailEnd/>
            </a:ln>
            <a:effectLst/>
          </p:spPr>
          <p:txBody>
            <a:bodyPr/>
            <a:lstStyle/>
            <a:p>
              <a:pPr algn="ctr"/>
              <a:endParaRPr lang="zh-CN" altLang="en-US" sz="2800">
                <a:solidFill>
                  <a:srgbClr val="FF3399"/>
                </a:solidFill>
              </a:endParaRPr>
            </a:p>
          </p:txBody>
        </p:sp>
        <p:graphicFrame>
          <p:nvGraphicFramePr>
            <p:cNvPr id="169007" name="Object 47"/>
            <p:cNvGraphicFramePr>
              <a:graphicFrameLocks noChangeAspect="1"/>
            </p:cNvGraphicFramePr>
            <p:nvPr/>
          </p:nvGraphicFramePr>
          <p:xfrm>
            <a:off x="1584" y="2832"/>
            <a:ext cx="528" cy="576"/>
          </p:xfrm>
          <a:graphic>
            <a:graphicData uri="http://schemas.openxmlformats.org/presentationml/2006/ole">
              <p:oleObj spid="_x0000_s1059848" name="Equation" r:id="rId19" imgW="380880" imgH="393480" progId="Equation.3">
                <p:embed/>
              </p:oleObj>
            </a:graphicData>
          </a:graphic>
        </p:graphicFrame>
      </p:grpSp>
      <p:sp>
        <p:nvSpPr>
          <p:cNvPr id="169008" name="Text Box 48"/>
          <p:cNvSpPr txBox="1">
            <a:spLocks noChangeArrowheads="1"/>
          </p:cNvSpPr>
          <p:nvPr/>
        </p:nvSpPr>
        <p:spPr bwMode="auto">
          <a:xfrm>
            <a:off x="685800" y="4235450"/>
            <a:ext cx="1235075"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8962"/>
                                        </p:tgtEl>
                                        <p:attrNameLst>
                                          <p:attrName>style.visibility</p:attrName>
                                        </p:attrNameLst>
                                      </p:cBhvr>
                                      <p:to>
                                        <p:strVal val="visible"/>
                                      </p:to>
                                    </p:set>
                                    <p:animEffect transition="in" filter="blinds(horizontal)">
                                      <p:cBhvr>
                                        <p:cTn id="17" dur="500"/>
                                        <p:tgtEl>
                                          <p:spTgt spid="16896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ou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68964"/>
                                        </p:tgtEl>
                                        <p:attrNameLst>
                                          <p:attrName>style.visibility</p:attrName>
                                        </p:attrNameLst>
                                      </p:cBhvr>
                                      <p:to>
                                        <p:strVal val="visible"/>
                                      </p:to>
                                    </p:set>
                                    <p:animEffect transition="in" filter="blinds(vertical)">
                                      <p:cBhvr>
                                        <p:cTn id="32" dur="500"/>
                                        <p:tgtEl>
                                          <p:spTgt spid="168964"/>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checkerboard(across)">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228600" y="381000"/>
            <a:ext cx="8686800" cy="3081338"/>
          </a:xfrm>
          <a:prstGeom prst="rect">
            <a:avLst/>
          </a:prstGeom>
          <a:noFill/>
          <a:ln w="9525">
            <a:noFill/>
            <a:miter lim="800000"/>
            <a:headEnd/>
            <a:tailEnd type="none" w="sm" len="lg"/>
          </a:ln>
          <a:effectLst/>
        </p:spPr>
        <p:txBody>
          <a:bodyPr>
            <a:spAutoFit/>
          </a:bodyPr>
          <a:lstStyle/>
          <a:p>
            <a:pPr>
              <a:spcBef>
                <a:spcPct val="50000"/>
              </a:spcBef>
            </a:pPr>
            <a:r>
              <a:rPr lang="zh-CN" altLang="en-US" sz="2800" dirty="0">
                <a:solidFill>
                  <a:srgbClr val="CC0000"/>
                </a:solidFill>
              </a:rPr>
              <a:t>	</a:t>
            </a:r>
            <a:r>
              <a:rPr lang="zh-CN" altLang="en-US" sz="2800" b="1" dirty="0" smtClean="0">
                <a:solidFill>
                  <a:srgbClr val="C00000"/>
                </a:solidFill>
              </a:rPr>
              <a:t>例</a:t>
            </a:r>
            <a:r>
              <a:rPr lang="en-US" altLang="zh-CN" sz="2800" b="1" dirty="0" smtClean="0">
                <a:solidFill>
                  <a:srgbClr val="C00000"/>
                </a:solidFill>
              </a:rPr>
              <a:t>4</a:t>
            </a:r>
            <a:r>
              <a:rPr lang="zh-CN" altLang="en-US" sz="2800" dirty="0" smtClean="0">
                <a:solidFill>
                  <a:srgbClr val="1C1C1C"/>
                </a:solidFill>
              </a:rPr>
              <a:t>   </a:t>
            </a:r>
            <a:r>
              <a:rPr lang="zh-CN" altLang="en-US" sz="2800" dirty="0">
                <a:solidFill>
                  <a:srgbClr val="1C1C1C"/>
                </a:solidFill>
              </a:rPr>
              <a:t>一根很长的同轴电缆，由一导体圆柱（半径为</a:t>
            </a:r>
            <a:r>
              <a:rPr lang="en-US" altLang="zh-CN" sz="2800" i="1" dirty="0">
                <a:solidFill>
                  <a:srgbClr val="1C1C1C"/>
                </a:solidFill>
              </a:rPr>
              <a:t>a</a:t>
            </a:r>
            <a:r>
              <a:rPr lang="en-US" altLang="zh-CN" sz="2800" dirty="0">
                <a:solidFill>
                  <a:srgbClr val="1C1C1C"/>
                </a:solidFill>
              </a:rPr>
              <a:t>）</a:t>
            </a:r>
            <a:r>
              <a:rPr lang="zh-CN" altLang="en-US" sz="2800" dirty="0">
                <a:solidFill>
                  <a:srgbClr val="1C1C1C"/>
                </a:solidFill>
              </a:rPr>
              <a:t>和一同轴导体圆管（内、外半径分别为 </a:t>
            </a:r>
            <a:r>
              <a:rPr lang="en-US" altLang="zh-CN" sz="2800" i="1" dirty="0" err="1">
                <a:solidFill>
                  <a:srgbClr val="1C1C1C"/>
                </a:solidFill>
              </a:rPr>
              <a:t>b</a:t>
            </a:r>
            <a:r>
              <a:rPr lang="en-US" altLang="zh-CN" sz="2800" dirty="0" err="1">
                <a:solidFill>
                  <a:srgbClr val="1C1C1C"/>
                </a:solidFill>
              </a:rPr>
              <a:t>、</a:t>
            </a:r>
            <a:r>
              <a:rPr lang="en-US" altLang="zh-CN" sz="2800" i="1" dirty="0" err="1">
                <a:solidFill>
                  <a:srgbClr val="1C1C1C"/>
                </a:solidFill>
              </a:rPr>
              <a:t>c</a:t>
            </a:r>
            <a:r>
              <a:rPr lang="en-US" altLang="zh-CN" sz="2800" dirty="0">
                <a:solidFill>
                  <a:srgbClr val="1C1C1C"/>
                </a:solidFill>
              </a:rPr>
              <a:t>）</a:t>
            </a:r>
            <a:r>
              <a:rPr lang="zh-CN" altLang="en-US" sz="2800" dirty="0">
                <a:solidFill>
                  <a:srgbClr val="1C1C1C"/>
                </a:solidFill>
              </a:rPr>
              <a:t>构成，使用时，电流 </a:t>
            </a:r>
            <a:r>
              <a:rPr lang="en-US" altLang="zh-CN" sz="2800" i="1" dirty="0">
                <a:solidFill>
                  <a:srgbClr val="1C1C1C"/>
                </a:solidFill>
              </a:rPr>
              <a:t>I</a:t>
            </a:r>
            <a:r>
              <a:rPr lang="zh-CN" altLang="en-US" sz="2800" dirty="0">
                <a:solidFill>
                  <a:srgbClr val="1C1C1C"/>
                </a:solidFill>
              </a:rPr>
              <a:t>从一导体流去，从另一导体流回，设电流都是均匀的分布在导体的横截面上，求</a:t>
            </a:r>
            <a:r>
              <a:rPr lang="zh-CN" altLang="en-US" sz="2800" dirty="0">
                <a:solidFill>
                  <a:srgbClr val="1C1C1C"/>
                </a:solidFill>
                <a:sym typeface="Wingdings" pitchFamily="2" charset="2"/>
              </a:rPr>
              <a:t>：（1）导体圆柱内（</a:t>
            </a:r>
            <a:r>
              <a:rPr lang="en-US" altLang="zh-CN" sz="2800" i="1" dirty="0">
                <a:solidFill>
                  <a:srgbClr val="1C1C1C"/>
                </a:solidFill>
                <a:sym typeface="Wingdings" pitchFamily="2" charset="2"/>
              </a:rPr>
              <a:t>r </a:t>
            </a:r>
            <a:r>
              <a:rPr lang="en-US" altLang="zh-CN" sz="2800" dirty="0">
                <a:solidFill>
                  <a:srgbClr val="1C1C1C"/>
                </a:solidFill>
                <a:sym typeface="Wingdings" pitchFamily="2" charset="2"/>
              </a:rPr>
              <a:t>&lt; </a:t>
            </a:r>
            <a:r>
              <a:rPr lang="en-US" altLang="zh-CN" sz="2800" i="1" dirty="0">
                <a:solidFill>
                  <a:srgbClr val="1C1C1C"/>
                </a:solidFill>
                <a:sym typeface="Wingdings" pitchFamily="2" charset="2"/>
              </a:rPr>
              <a:t>a</a:t>
            </a:r>
            <a:r>
              <a:rPr lang="en-US" altLang="zh-CN" sz="2800" dirty="0">
                <a:solidFill>
                  <a:srgbClr val="1C1C1C"/>
                </a:solidFill>
                <a:sym typeface="Wingdings" pitchFamily="2" charset="2"/>
              </a:rPr>
              <a:t>）；（2）</a:t>
            </a:r>
            <a:r>
              <a:rPr lang="zh-CN" altLang="en-US" sz="2800" dirty="0">
                <a:solidFill>
                  <a:srgbClr val="1C1C1C"/>
                </a:solidFill>
                <a:sym typeface="Wingdings" pitchFamily="2" charset="2"/>
              </a:rPr>
              <a:t>两导体之间（</a:t>
            </a:r>
            <a:r>
              <a:rPr lang="en-US" altLang="zh-CN" sz="2800" i="1" dirty="0">
                <a:solidFill>
                  <a:srgbClr val="1C1C1C"/>
                </a:solidFill>
                <a:sym typeface="Wingdings" pitchFamily="2" charset="2"/>
              </a:rPr>
              <a:t>a </a:t>
            </a:r>
            <a:r>
              <a:rPr lang="en-US" altLang="zh-CN" sz="2800" dirty="0">
                <a:solidFill>
                  <a:srgbClr val="1C1C1C"/>
                </a:solidFill>
                <a:sym typeface="Wingdings" pitchFamily="2" charset="2"/>
              </a:rPr>
              <a:t>&lt; </a:t>
            </a:r>
            <a:r>
              <a:rPr lang="en-US" altLang="zh-CN" sz="2800" i="1" dirty="0">
                <a:solidFill>
                  <a:srgbClr val="1C1C1C"/>
                </a:solidFill>
                <a:sym typeface="Wingdings" pitchFamily="2" charset="2"/>
              </a:rPr>
              <a:t>r </a:t>
            </a:r>
            <a:r>
              <a:rPr lang="en-US" altLang="zh-CN" sz="2800" dirty="0">
                <a:solidFill>
                  <a:srgbClr val="1C1C1C"/>
                </a:solidFill>
                <a:sym typeface="Wingdings" pitchFamily="2" charset="2"/>
              </a:rPr>
              <a:t>&lt; </a:t>
            </a:r>
            <a:r>
              <a:rPr lang="en-US" altLang="zh-CN" sz="2800" i="1" dirty="0">
                <a:solidFill>
                  <a:srgbClr val="1C1C1C"/>
                </a:solidFill>
                <a:sym typeface="Wingdings" pitchFamily="2" charset="2"/>
              </a:rPr>
              <a:t>b</a:t>
            </a:r>
            <a:r>
              <a:rPr lang="en-US" altLang="zh-CN" sz="2800" dirty="0">
                <a:solidFill>
                  <a:srgbClr val="1C1C1C"/>
                </a:solidFill>
                <a:sym typeface="Wingdings" pitchFamily="2" charset="2"/>
              </a:rPr>
              <a:t>）；（3）</a:t>
            </a:r>
            <a:r>
              <a:rPr lang="zh-CN" altLang="en-US" sz="2800" dirty="0">
                <a:solidFill>
                  <a:srgbClr val="1C1C1C"/>
                </a:solidFill>
                <a:sym typeface="Wingdings" pitchFamily="2" charset="2"/>
              </a:rPr>
              <a:t>导体圆管内（</a:t>
            </a:r>
            <a:r>
              <a:rPr lang="en-US" altLang="zh-CN" sz="2800" i="1" dirty="0">
                <a:solidFill>
                  <a:srgbClr val="1C1C1C"/>
                </a:solidFill>
                <a:sym typeface="Wingdings" pitchFamily="2" charset="2"/>
              </a:rPr>
              <a:t>b </a:t>
            </a:r>
            <a:r>
              <a:rPr lang="en-US" altLang="zh-CN" sz="2800" dirty="0">
                <a:solidFill>
                  <a:srgbClr val="1C1C1C"/>
                </a:solidFill>
                <a:sym typeface="Wingdings" pitchFamily="2" charset="2"/>
              </a:rPr>
              <a:t>&lt; </a:t>
            </a:r>
            <a:r>
              <a:rPr lang="en-US" altLang="zh-CN" sz="2800" i="1" dirty="0">
                <a:solidFill>
                  <a:srgbClr val="1C1C1C"/>
                </a:solidFill>
                <a:sym typeface="Wingdings" pitchFamily="2" charset="2"/>
              </a:rPr>
              <a:t>r</a:t>
            </a:r>
            <a:r>
              <a:rPr lang="en-US" altLang="zh-CN" sz="2800" dirty="0">
                <a:solidFill>
                  <a:srgbClr val="1C1C1C"/>
                </a:solidFill>
                <a:sym typeface="Wingdings" pitchFamily="2" charset="2"/>
              </a:rPr>
              <a:t> &lt; </a:t>
            </a:r>
            <a:r>
              <a:rPr lang="en-US" altLang="zh-CN" sz="2800" i="1" dirty="0">
                <a:solidFill>
                  <a:srgbClr val="1C1C1C"/>
                </a:solidFill>
                <a:sym typeface="Wingdings" pitchFamily="2" charset="2"/>
              </a:rPr>
              <a:t>c</a:t>
            </a:r>
            <a:r>
              <a:rPr lang="en-US" altLang="zh-CN" sz="2800" dirty="0">
                <a:solidFill>
                  <a:srgbClr val="1C1C1C"/>
                </a:solidFill>
                <a:sym typeface="Wingdings" pitchFamily="2" charset="2"/>
              </a:rPr>
              <a:t>）</a:t>
            </a:r>
            <a:r>
              <a:rPr lang="zh-CN" altLang="en-US" sz="2800" dirty="0">
                <a:solidFill>
                  <a:srgbClr val="1C1C1C"/>
                </a:solidFill>
                <a:sym typeface="Wingdings" pitchFamily="2" charset="2"/>
              </a:rPr>
              <a:t>以及（4）电缆外（</a:t>
            </a:r>
            <a:r>
              <a:rPr lang="en-US" altLang="zh-CN" sz="2800" i="1" dirty="0">
                <a:solidFill>
                  <a:srgbClr val="1C1C1C"/>
                </a:solidFill>
                <a:sym typeface="Wingdings" pitchFamily="2" charset="2"/>
              </a:rPr>
              <a:t>r</a:t>
            </a:r>
            <a:r>
              <a:rPr lang="en-US" altLang="zh-CN" sz="2800" dirty="0">
                <a:solidFill>
                  <a:srgbClr val="1C1C1C"/>
                </a:solidFill>
                <a:sym typeface="Wingdings" pitchFamily="2" charset="2"/>
              </a:rPr>
              <a:t> &gt; </a:t>
            </a:r>
            <a:r>
              <a:rPr lang="en-US" altLang="zh-CN" sz="2800" i="1" dirty="0">
                <a:solidFill>
                  <a:srgbClr val="1C1C1C"/>
                </a:solidFill>
                <a:sym typeface="Wingdings" pitchFamily="2" charset="2"/>
              </a:rPr>
              <a:t>c</a:t>
            </a:r>
            <a:r>
              <a:rPr lang="en-US" altLang="zh-CN" sz="2800" dirty="0">
                <a:solidFill>
                  <a:srgbClr val="1C1C1C"/>
                </a:solidFill>
                <a:sym typeface="Wingdings" pitchFamily="2" charset="2"/>
              </a:rPr>
              <a:t>）</a:t>
            </a:r>
            <a:r>
              <a:rPr lang="zh-CN" altLang="en-US" sz="2800" dirty="0">
                <a:solidFill>
                  <a:srgbClr val="1C1C1C"/>
                </a:solidFill>
                <a:sym typeface="Wingdings" pitchFamily="2" charset="2"/>
              </a:rPr>
              <a:t>各点处磁感应强度的大小.</a:t>
            </a:r>
          </a:p>
        </p:txBody>
      </p:sp>
      <p:grpSp>
        <p:nvGrpSpPr>
          <p:cNvPr id="2" name="Group 3"/>
          <p:cNvGrpSpPr>
            <a:grpSpLocks/>
          </p:cNvGrpSpPr>
          <p:nvPr/>
        </p:nvGrpSpPr>
        <p:grpSpPr bwMode="auto">
          <a:xfrm>
            <a:off x="6248400" y="3048000"/>
            <a:ext cx="2514600" cy="2292350"/>
            <a:chOff x="3936" y="2016"/>
            <a:chExt cx="1584" cy="1444"/>
          </a:xfrm>
        </p:grpSpPr>
        <p:sp>
          <p:nvSpPr>
            <p:cNvPr id="162820" name="Rectangle 4"/>
            <p:cNvSpPr>
              <a:spLocks noChangeArrowheads="1"/>
            </p:cNvSpPr>
            <p:nvPr/>
          </p:nvSpPr>
          <p:spPr bwMode="auto">
            <a:xfrm>
              <a:off x="3936" y="2016"/>
              <a:ext cx="1584" cy="1444"/>
            </a:xfrm>
            <a:prstGeom prst="rect">
              <a:avLst/>
            </a:prstGeom>
            <a:solidFill>
              <a:srgbClr val="FFFFFF"/>
            </a:solidFill>
            <a:ln w="9525">
              <a:solidFill>
                <a:schemeClr val="tx1"/>
              </a:solidFill>
              <a:miter lim="800000"/>
              <a:headEnd/>
              <a:tailEnd type="none" w="sm" len="lg"/>
            </a:ln>
            <a:effectLst/>
          </p:spPr>
          <p:txBody>
            <a:bodyPr wrap="none" anchor="ctr"/>
            <a:lstStyle/>
            <a:p>
              <a:endParaRPr lang="zh-CN" altLang="en-US" sz="2800"/>
            </a:p>
          </p:txBody>
        </p:sp>
        <p:sp>
          <p:nvSpPr>
            <p:cNvPr id="162821" name="Oval 5"/>
            <p:cNvSpPr>
              <a:spLocks noChangeArrowheads="1"/>
            </p:cNvSpPr>
            <p:nvPr/>
          </p:nvSpPr>
          <p:spPr bwMode="auto">
            <a:xfrm>
              <a:off x="4464" y="2496"/>
              <a:ext cx="528" cy="528"/>
            </a:xfrm>
            <a:prstGeom prst="ellipse">
              <a:avLst/>
            </a:prstGeom>
            <a:solidFill>
              <a:srgbClr val="969696">
                <a:alpha val="50000"/>
              </a:srgbClr>
            </a:solidFill>
            <a:ln w="9525">
              <a:solidFill>
                <a:schemeClr val="tx1"/>
              </a:solidFill>
              <a:round/>
              <a:headEnd/>
              <a:tailEnd type="none" w="sm" len="lg"/>
            </a:ln>
            <a:effectLst/>
          </p:spPr>
          <p:txBody>
            <a:bodyPr wrap="none" anchor="ctr"/>
            <a:lstStyle/>
            <a:p>
              <a:endParaRPr lang="zh-CN" altLang="en-US" sz="2800"/>
            </a:p>
          </p:txBody>
        </p:sp>
        <p:sp>
          <p:nvSpPr>
            <p:cNvPr id="162822" name="AutoShape 6"/>
            <p:cNvSpPr>
              <a:spLocks noChangeArrowheads="1"/>
            </p:cNvSpPr>
            <p:nvPr/>
          </p:nvSpPr>
          <p:spPr bwMode="auto">
            <a:xfrm>
              <a:off x="4068" y="2100"/>
              <a:ext cx="1320" cy="1320"/>
            </a:xfrm>
            <a:custGeom>
              <a:avLst/>
              <a:gdLst>
                <a:gd name="G0" fmla="+- 3134 0 0"/>
                <a:gd name="G1" fmla="+- 21600 0 3134"/>
                <a:gd name="G2" fmla="+- 21600 0 313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134" y="10800"/>
                  </a:moveTo>
                  <a:cubicBezTo>
                    <a:pt x="3134" y="15034"/>
                    <a:pt x="6566" y="18466"/>
                    <a:pt x="10800" y="18466"/>
                  </a:cubicBezTo>
                  <a:cubicBezTo>
                    <a:pt x="15034" y="18466"/>
                    <a:pt x="18466" y="15034"/>
                    <a:pt x="18466" y="10800"/>
                  </a:cubicBezTo>
                  <a:cubicBezTo>
                    <a:pt x="18466" y="6566"/>
                    <a:pt x="15034" y="3134"/>
                    <a:pt x="10800" y="3134"/>
                  </a:cubicBezTo>
                  <a:cubicBezTo>
                    <a:pt x="6566" y="3134"/>
                    <a:pt x="3134" y="6566"/>
                    <a:pt x="3134" y="10800"/>
                  </a:cubicBezTo>
                  <a:close/>
                </a:path>
              </a:pathLst>
            </a:custGeom>
            <a:solidFill>
              <a:srgbClr val="969696">
                <a:alpha val="50000"/>
              </a:srgbClr>
            </a:solidFill>
            <a:ln w="9525">
              <a:solidFill>
                <a:schemeClr val="tx1"/>
              </a:solidFill>
              <a:round/>
              <a:headEnd/>
              <a:tailEnd type="none" w="sm" len="lg"/>
            </a:ln>
            <a:effectLst/>
          </p:spPr>
          <p:txBody>
            <a:bodyPr wrap="none" anchor="ctr"/>
            <a:lstStyle/>
            <a:p>
              <a:endParaRPr lang="zh-CN" altLang="en-US" sz="2800"/>
            </a:p>
          </p:txBody>
        </p:sp>
        <p:sp>
          <p:nvSpPr>
            <p:cNvPr id="162823" name="Line 7"/>
            <p:cNvSpPr>
              <a:spLocks noChangeShapeType="1"/>
            </p:cNvSpPr>
            <p:nvPr/>
          </p:nvSpPr>
          <p:spPr bwMode="auto">
            <a:xfrm flipV="1">
              <a:off x="4728" y="2540"/>
              <a:ext cx="176" cy="220"/>
            </a:xfrm>
            <a:prstGeom prst="line">
              <a:avLst/>
            </a:prstGeom>
            <a:noFill/>
            <a:ln w="9525">
              <a:solidFill>
                <a:srgbClr val="FF0000"/>
              </a:solidFill>
              <a:round/>
              <a:headEnd/>
              <a:tailEnd type="triangle" w="sm" len="lg"/>
            </a:ln>
            <a:effectLst/>
          </p:spPr>
          <p:txBody>
            <a:bodyPr wrap="none"/>
            <a:lstStyle/>
            <a:p>
              <a:endParaRPr lang="zh-CN" altLang="en-US" sz="2800"/>
            </a:p>
          </p:txBody>
        </p:sp>
        <p:sp>
          <p:nvSpPr>
            <p:cNvPr id="162824" name="Line 8"/>
            <p:cNvSpPr>
              <a:spLocks noChangeShapeType="1"/>
            </p:cNvSpPr>
            <p:nvPr/>
          </p:nvSpPr>
          <p:spPr bwMode="auto">
            <a:xfrm flipH="1" flipV="1">
              <a:off x="4332" y="2496"/>
              <a:ext cx="396" cy="264"/>
            </a:xfrm>
            <a:prstGeom prst="line">
              <a:avLst/>
            </a:prstGeom>
            <a:noFill/>
            <a:ln w="9525">
              <a:solidFill>
                <a:srgbClr val="FF0000"/>
              </a:solidFill>
              <a:round/>
              <a:headEnd/>
              <a:tailEnd type="triangle" w="sm" len="lg"/>
            </a:ln>
            <a:effectLst/>
          </p:spPr>
          <p:txBody>
            <a:bodyPr wrap="none"/>
            <a:lstStyle/>
            <a:p>
              <a:endParaRPr lang="zh-CN" altLang="en-US" sz="2800"/>
            </a:p>
          </p:txBody>
        </p:sp>
        <p:sp>
          <p:nvSpPr>
            <p:cNvPr id="162825" name="Line 9"/>
            <p:cNvSpPr>
              <a:spLocks noChangeShapeType="1"/>
            </p:cNvSpPr>
            <p:nvPr/>
          </p:nvSpPr>
          <p:spPr bwMode="auto">
            <a:xfrm flipH="1">
              <a:off x="4068" y="2760"/>
              <a:ext cx="660" cy="132"/>
            </a:xfrm>
            <a:prstGeom prst="line">
              <a:avLst/>
            </a:prstGeom>
            <a:noFill/>
            <a:ln w="9525">
              <a:solidFill>
                <a:srgbClr val="FF0000"/>
              </a:solidFill>
              <a:round/>
              <a:headEnd/>
              <a:tailEnd type="triangle" w="sm" len="lg"/>
            </a:ln>
            <a:effectLst/>
          </p:spPr>
          <p:txBody>
            <a:bodyPr wrap="none"/>
            <a:lstStyle/>
            <a:p>
              <a:endParaRPr lang="zh-CN" altLang="en-US" sz="2800"/>
            </a:p>
          </p:txBody>
        </p:sp>
        <p:sp>
          <p:nvSpPr>
            <p:cNvPr id="162826" name="Rectangle 10"/>
            <p:cNvSpPr>
              <a:spLocks noChangeArrowheads="1"/>
            </p:cNvSpPr>
            <p:nvPr/>
          </p:nvSpPr>
          <p:spPr bwMode="auto">
            <a:xfrm>
              <a:off x="4754" y="2540"/>
              <a:ext cx="232" cy="330"/>
            </a:xfrm>
            <a:prstGeom prst="rect">
              <a:avLst/>
            </a:prstGeom>
            <a:noFill/>
            <a:ln w="9525">
              <a:noFill/>
              <a:miter lim="800000"/>
              <a:headEnd/>
              <a:tailEnd type="none" w="sm" len="lg"/>
            </a:ln>
            <a:effectLst/>
          </p:spPr>
          <p:txBody>
            <a:bodyPr wrap="none">
              <a:spAutoFit/>
            </a:bodyPr>
            <a:lstStyle/>
            <a:p>
              <a:r>
                <a:rPr lang="en-US" altLang="zh-CN" sz="2800" i="1">
                  <a:solidFill>
                    <a:srgbClr val="1C1C1C"/>
                  </a:solidFill>
                </a:rPr>
                <a:t>a</a:t>
              </a:r>
            </a:p>
          </p:txBody>
        </p:sp>
        <p:sp>
          <p:nvSpPr>
            <p:cNvPr id="162827" name="Rectangle 11"/>
            <p:cNvSpPr>
              <a:spLocks noChangeArrowheads="1"/>
            </p:cNvSpPr>
            <p:nvPr/>
          </p:nvSpPr>
          <p:spPr bwMode="auto">
            <a:xfrm>
              <a:off x="4420" y="2276"/>
              <a:ext cx="209" cy="330"/>
            </a:xfrm>
            <a:prstGeom prst="rect">
              <a:avLst/>
            </a:prstGeom>
            <a:noFill/>
            <a:ln w="9525">
              <a:noFill/>
              <a:miter lim="800000"/>
              <a:headEnd/>
              <a:tailEnd type="none" w="sm" len="lg"/>
            </a:ln>
            <a:effectLst/>
          </p:spPr>
          <p:txBody>
            <a:bodyPr>
              <a:spAutoFit/>
            </a:bodyPr>
            <a:lstStyle/>
            <a:p>
              <a:r>
                <a:rPr lang="en-US" altLang="zh-CN" sz="2800" i="1">
                  <a:solidFill>
                    <a:srgbClr val="1C1C1C"/>
                  </a:solidFill>
                  <a:sym typeface="Wingdings" pitchFamily="2" charset="2"/>
                </a:rPr>
                <a:t>b</a:t>
              </a:r>
            </a:p>
          </p:txBody>
        </p:sp>
        <p:sp>
          <p:nvSpPr>
            <p:cNvPr id="162828" name="Rectangle 12"/>
            <p:cNvSpPr>
              <a:spLocks noChangeArrowheads="1"/>
            </p:cNvSpPr>
            <p:nvPr/>
          </p:nvSpPr>
          <p:spPr bwMode="auto">
            <a:xfrm>
              <a:off x="4112" y="2786"/>
              <a:ext cx="210" cy="330"/>
            </a:xfrm>
            <a:prstGeom prst="rect">
              <a:avLst/>
            </a:prstGeom>
            <a:noFill/>
            <a:ln w="9525">
              <a:noFill/>
              <a:miter lim="800000"/>
              <a:headEnd/>
              <a:tailEnd type="none" w="sm" len="lg"/>
            </a:ln>
            <a:effectLst/>
          </p:spPr>
          <p:txBody>
            <a:bodyPr wrap="none">
              <a:spAutoFit/>
            </a:bodyPr>
            <a:lstStyle/>
            <a:p>
              <a:r>
                <a:rPr lang="en-US" altLang="zh-CN" sz="2800" i="1">
                  <a:solidFill>
                    <a:srgbClr val="1C1C1C"/>
                  </a:solidFill>
                  <a:sym typeface="Wingdings" pitchFamily="2" charset="2"/>
                </a:rPr>
                <a:t>c</a:t>
              </a:r>
            </a:p>
          </p:txBody>
        </p:sp>
      </p:grpSp>
      <p:graphicFrame>
        <p:nvGraphicFramePr>
          <p:cNvPr id="162831" name="Object 15"/>
          <p:cNvGraphicFramePr>
            <a:graphicFrameLocks noChangeAspect="1"/>
          </p:cNvGraphicFramePr>
          <p:nvPr/>
        </p:nvGraphicFramePr>
        <p:xfrm>
          <a:off x="381000" y="3962400"/>
          <a:ext cx="7448550" cy="2617788"/>
        </p:xfrm>
        <a:graphic>
          <a:graphicData uri="http://schemas.openxmlformats.org/presentationml/2006/ole">
            <p:oleObj spid="_x0000_s1132546" name="Equation" r:id="rId3" imgW="2831760" imgH="990360" progId="Equation.DSMT4">
              <p:embed/>
            </p:oleObj>
          </a:graphicData>
        </a:graphic>
      </p:graphicFrame>
      <p:grpSp>
        <p:nvGrpSpPr>
          <p:cNvPr id="3" name="Group 17"/>
          <p:cNvGrpSpPr>
            <a:grpSpLocks/>
          </p:cNvGrpSpPr>
          <p:nvPr/>
        </p:nvGrpSpPr>
        <p:grpSpPr bwMode="auto">
          <a:xfrm>
            <a:off x="1219200" y="3432175"/>
            <a:ext cx="5105400" cy="592138"/>
            <a:chOff x="768" y="2258"/>
            <a:chExt cx="3216" cy="373"/>
          </a:xfrm>
        </p:grpSpPr>
        <p:sp>
          <p:nvSpPr>
            <p:cNvPr id="162829" name="Text Box 13"/>
            <p:cNvSpPr txBox="1">
              <a:spLocks noChangeArrowheads="1"/>
            </p:cNvSpPr>
            <p:nvPr/>
          </p:nvSpPr>
          <p:spPr bwMode="auto">
            <a:xfrm>
              <a:off x="768" y="2272"/>
              <a:ext cx="3216" cy="327"/>
            </a:xfrm>
            <a:prstGeom prst="rect">
              <a:avLst/>
            </a:prstGeom>
            <a:noFill/>
            <a:ln w="9525">
              <a:noFill/>
              <a:miter lim="800000"/>
              <a:headEnd/>
              <a:tailEnd type="none" w="sm" len="lg"/>
            </a:ln>
            <a:effectLst/>
          </p:spPr>
          <p:txBody>
            <a:bodyPr>
              <a:spAutoFit/>
            </a:bodyPr>
            <a:lstStyle/>
            <a:p>
              <a:pPr>
                <a:spcBef>
                  <a:spcPct val="50000"/>
                </a:spcBef>
              </a:pPr>
              <a:r>
                <a:rPr lang="zh-CN" altLang="en-US" sz="2800">
                  <a:solidFill>
                    <a:srgbClr val="CC0000"/>
                  </a:solidFill>
                </a:rPr>
                <a:t>解   </a:t>
              </a:r>
              <a:r>
                <a:rPr lang="zh-CN" altLang="en-US" sz="2800">
                  <a:solidFill>
                    <a:schemeClr val="tx1"/>
                  </a:solidFill>
                </a:rPr>
                <a:t>由                                可得</a:t>
              </a:r>
            </a:p>
          </p:txBody>
        </p:sp>
        <p:graphicFrame>
          <p:nvGraphicFramePr>
            <p:cNvPr id="162832" name="Object 16"/>
            <p:cNvGraphicFramePr>
              <a:graphicFrameLocks noChangeAspect="1"/>
            </p:cNvGraphicFramePr>
            <p:nvPr/>
          </p:nvGraphicFramePr>
          <p:xfrm>
            <a:off x="1488" y="2258"/>
            <a:ext cx="1632" cy="373"/>
          </p:xfrm>
          <a:graphic>
            <a:graphicData uri="http://schemas.openxmlformats.org/presentationml/2006/ole">
              <p:oleObj spid="_x0000_s1132547" name="Equation" r:id="rId4" imgW="2501640" imgH="57132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2831"/>
                                        </p:tgtEl>
                                        <p:attrNameLst>
                                          <p:attrName>style.visibility</p:attrName>
                                        </p:attrNameLst>
                                      </p:cBhvr>
                                      <p:to>
                                        <p:strVal val="visible"/>
                                      </p:to>
                                    </p:set>
                                    <p:animEffect transition="in" filter="blinds(horizontal)">
                                      <p:cBhvr>
                                        <p:cTn id="12" dur="500"/>
                                        <p:tgtEl>
                                          <p:spTgt spid="162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724400" y="1600200"/>
            <a:ext cx="3886200" cy="2486025"/>
            <a:chOff x="2976" y="1056"/>
            <a:chExt cx="2448" cy="1566"/>
          </a:xfrm>
        </p:grpSpPr>
        <p:sp>
          <p:nvSpPr>
            <p:cNvPr id="157699" name="Rectangle 3"/>
            <p:cNvSpPr>
              <a:spLocks noChangeArrowheads="1"/>
            </p:cNvSpPr>
            <p:nvPr/>
          </p:nvSpPr>
          <p:spPr bwMode="auto">
            <a:xfrm>
              <a:off x="2976" y="1056"/>
              <a:ext cx="2448" cy="156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3" name="Group 4"/>
            <p:cNvGrpSpPr>
              <a:grpSpLocks/>
            </p:cNvGrpSpPr>
            <p:nvPr/>
          </p:nvGrpSpPr>
          <p:grpSpPr bwMode="auto">
            <a:xfrm>
              <a:off x="3120" y="1104"/>
              <a:ext cx="1980" cy="1296"/>
              <a:chOff x="3120" y="1104"/>
              <a:chExt cx="1980" cy="1296"/>
            </a:xfrm>
          </p:grpSpPr>
          <p:sp>
            <p:nvSpPr>
              <p:cNvPr id="157701" name="Line 5"/>
              <p:cNvSpPr>
                <a:spLocks noChangeShapeType="1"/>
              </p:cNvSpPr>
              <p:nvPr/>
            </p:nvSpPr>
            <p:spPr bwMode="auto">
              <a:xfrm>
                <a:off x="3744" y="2004"/>
                <a:ext cx="1200" cy="0"/>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57702" name="Line 6"/>
              <p:cNvSpPr>
                <a:spLocks noChangeShapeType="1"/>
              </p:cNvSpPr>
              <p:nvPr/>
            </p:nvSpPr>
            <p:spPr bwMode="auto">
              <a:xfrm flipV="1">
                <a:off x="3744" y="1152"/>
                <a:ext cx="0" cy="864"/>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57703" name="Line 7"/>
              <p:cNvSpPr>
                <a:spLocks noChangeShapeType="1"/>
              </p:cNvSpPr>
              <p:nvPr/>
            </p:nvSpPr>
            <p:spPr bwMode="auto">
              <a:xfrm flipH="1">
                <a:off x="3264" y="1992"/>
                <a:ext cx="480" cy="336"/>
              </a:xfrm>
              <a:prstGeom prst="line">
                <a:avLst/>
              </a:prstGeom>
              <a:noFill/>
              <a:ln w="19050">
                <a:solidFill>
                  <a:schemeClr val="tx1"/>
                </a:solidFill>
                <a:round/>
                <a:headEnd/>
                <a:tailEnd type="triangle" w="sm" len="lg"/>
              </a:ln>
              <a:effectLst/>
            </p:spPr>
            <p:txBody>
              <a:bodyPr wrap="none" anchor="ctr"/>
              <a:lstStyle/>
              <a:p>
                <a:endParaRPr lang="zh-CN" altLang="en-US" sz="2800"/>
              </a:p>
            </p:txBody>
          </p:sp>
          <p:grpSp>
            <p:nvGrpSpPr>
              <p:cNvPr id="4" name="Group 8"/>
              <p:cNvGrpSpPr>
                <a:grpSpLocks/>
              </p:cNvGrpSpPr>
              <p:nvPr/>
            </p:nvGrpSpPr>
            <p:grpSpPr bwMode="auto">
              <a:xfrm>
                <a:off x="3312" y="1344"/>
                <a:ext cx="1728" cy="1056"/>
                <a:chOff x="2880" y="2352"/>
                <a:chExt cx="2064" cy="1082"/>
              </a:xfrm>
            </p:grpSpPr>
            <p:sp>
              <p:nvSpPr>
                <p:cNvPr id="157705" name="Line 9"/>
                <p:cNvSpPr>
                  <a:spLocks noChangeShapeType="1"/>
                </p:cNvSpPr>
                <p:nvPr/>
              </p:nvSpPr>
              <p:spPr bwMode="auto">
                <a:xfrm>
                  <a:off x="2880" y="2352"/>
                  <a:ext cx="1835"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06" name="Line 10"/>
                <p:cNvSpPr>
                  <a:spLocks noChangeShapeType="1"/>
                </p:cNvSpPr>
                <p:nvPr/>
              </p:nvSpPr>
              <p:spPr bwMode="auto">
                <a:xfrm>
                  <a:off x="2995" y="2487"/>
                  <a:ext cx="1834"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07" name="Line 11"/>
                <p:cNvSpPr>
                  <a:spLocks noChangeShapeType="1"/>
                </p:cNvSpPr>
                <p:nvPr/>
              </p:nvSpPr>
              <p:spPr bwMode="auto">
                <a:xfrm>
                  <a:off x="3109" y="2623"/>
                  <a:ext cx="1835"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08" name="Line 12"/>
                <p:cNvSpPr>
                  <a:spLocks noChangeShapeType="1"/>
                </p:cNvSpPr>
                <p:nvPr/>
              </p:nvSpPr>
              <p:spPr bwMode="auto">
                <a:xfrm>
                  <a:off x="2880" y="2758"/>
                  <a:ext cx="1835"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09" name="Line 13"/>
                <p:cNvSpPr>
                  <a:spLocks noChangeShapeType="1"/>
                </p:cNvSpPr>
                <p:nvPr/>
              </p:nvSpPr>
              <p:spPr bwMode="auto">
                <a:xfrm>
                  <a:off x="2995" y="2893"/>
                  <a:ext cx="1834"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10" name="Line 14"/>
                <p:cNvSpPr>
                  <a:spLocks noChangeShapeType="1"/>
                </p:cNvSpPr>
                <p:nvPr/>
              </p:nvSpPr>
              <p:spPr bwMode="auto">
                <a:xfrm>
                  <a:off x="3109" y="3028"/>
                  <a:ext cx="1835"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11" name="Line 15"/>
                <p:cNvSpPr>
                  <a:spLocks noChangeShapeType="1"/>
                </p:cNvSpPr>
                <p:nvPr/>
              </p:nvSpPr>
              <p:spPr bwMode="auto">
                <a:xfrm>
                  <a:off x="2880" y="3164"/>
                  <a:ext cx="1835"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12" name="Line 16"/>
                <p:cNvSpPr>
                  <a:spLocks noChangeShapeType="1"/>
                </p:cNvSpPr>
                <p:nvPr/>
              </p:nvSpPr>
              <p:spPr bwMode="auto">
                <a:xfrm>
                  <a:off x="2995" y="3299"/>
                  <a:ext cx="1834"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sp>
              <p:nvSpPr>
                <p:cNvPr id="157713" name="Line 17"/>
                <p:cNvSpPr>
                  <a:spLocks noChangeShapeType="1"/>
                </p:cNvSpPr>
                <p:nvPr/>
              </p:nvSpPr>
              <p:spPr bwMode="auto">
                <a:xfrm>
                  <a:off x="3109" y="3434"/>
                  <a:ext cx="1835" cy="0"/>
                </a:xfrm>
                <a:prstGeom prst="line">
                  <a:avLst/>
                </a:prstGeom>
                <a:noFill/>
                <a:ln w="12700">
                  <a:solidFill>
                    <a:srgbClr val="0000FF"/>
                  </a:solidFill>
                  <a:round/>
                  <a:headEnd/>
                  <a:tailEnd type="triangle" w="sm" len="lg"/>
                </a:ln>
                <a:effectLst/>
              </p:spPr>
              <p:txBody>
                <a:bodyPr wrap="none" anchor="ctr"/>
                <a:lstStyle/>
                <a:p>
                  <a:endParaRPr lang="zh-CN" altLang="en-US" sz="2800"/>
                </a:p>
              </p:txBody>
            </p:sp>
          </p:grpSp>
          <p:graphicFrame>
            <p:nvGraphicFramePr>
              <p:cNvPr id="157714" name="Object 18"/>
              <p:cNvGraphicFramePr>
                <a:graphicFrameLocks noChangeAspect="1"/>
              </p:cNvGraphicFramePr>
              <p:nvPr/>
            </p:nvGraphicFramePr>
            <p:xfrm>
              <a:off x="3120" y="2160"/>
              <a:ext cx="190" cy="204"/>
            </p:xfrm>
            <a:graphic>
              <a:graphicData uri="http://schemas.openxmlformats.org/presentationml/2006/ole">
                <p:oleObj spid="_x0000_s1072141" name="Equation" r:id="rId3" imgW="177480" imgH="190440" progId="Equation.3">
                  <p:embed/>
                </p:oleObj>
              </a:graphicData>
            </a:graphic>
          </p:graphicFrame>
          <p:graphicFrame>
            <p:nvGraphicFramePr>
              <p:cNvPr id="157715" name="Object 19"/>
              <p:cNvGraphicFramePr>
                <a:graphicFrameLocks noChangeAspect="1"/>
              </p:cNvGraphicFramePr>
              <p:nvPr/>
            </p:nvGraphicFramePr>
            <p:xfrm>
              <a:off x="4896" y="2016"/>
              <a:ext cx="204" cy="259"/>
            </p:xfrm>
            <a:graphic>
              <a:graphicData uri="http://schemas.openxmlformats.org/presentationml/2006/ole">
                <p:oleObj spid="_x0000_s1072142" name="Equation" r:id="rId4" imgW="190440" imgH="241200" progId="Equation.3">
                  <p:embed/>
                </p:oleObj>
              </a:graphicData>
            </a:graphic>
          </p:graphicFrame>
          <p:graphicFrame>
            <p:nvGraphicFramePr>
              <p:cNvPr id="157716" name="Object 20"/>
              <p:cNvGraphicFramePr>
                <a:graphicFrameLocks noChangeAspect="1"/>
              </p:cNvGraphicFramePr>
              <p:nvPr/>
            </p:nvGraphicFramePr>
            <p:xfrm>
              <a:off x="3552" y="1104"/>
              <a:ext cx="177" cy="177"/>
            </p:xfrm>
            <a:graphic>
              <a:graphicData uri="http://schemas.openxmlformats.org/presentationml/2006/ole">
                <p:oleObj spid="_x0000_s1072143" name="Equation" r:id="rId5" imgW="164880" imgH="164880" progId="Equation.3">
                  <p:embed/>
                </p:oleObj>
              </a:graphicData>
            </a:graphic>
          </p:graphicFrame>
          <p:graphicFrame>
            <p:nvGraphicFramePr>
              <p:cNvPr id="157717" name="Object 21"/>
              <p:cNvGraphicFramePr>
                <a:graphicFrameLocks noChangeAspect="1"/>
              </p:cNvGraphicFramePr>
              <p:nvPr/>
            </p:nvGraphicFramePr>
            <p:xfrm>
              <a:off x="3552" y="1872"/>
              <a:ext cx="177" cy="204"/>
            </p:xfrm>
            <a:graphic>
              <a:graphicData uri="http://schemas.openxmlformats.org/presentationml/2006/ole">
                <p:oleObj spid="_x0000_s1072144" name="Equation" r:id="rId6" imgW="164880" imgH="190440" progId="Equation.3">
                  <p:embed/>
                </p:oleObj>
              </a:graphicData>
            </a:graphic>
          </p:graphicFrame>
        </p:grpSp>
      </p:grpSp>
      <p:grpSp>
        <p:nvGrpSpPr>
          <p:cNvPr id="5" name="Group 22"/>
          <p:cNvGrpSpPr>
            <a:grpSpLocks/>
          </p:cNvGrpSpPr>
          <p:nvPr/>
        </p:nvGrpSpPr>
        <p:grpSpPr bwMode="auto">
          <a:xfrm>
            <a:off x="6611938" y="3257550"/>
            <a:ext cx="511175" cy="457200"/>
            <a:chOff x="4251" y="1872"/>
            <a:chExt cx="322" cy="288"/>
          </a:xfrm>
        </p:grpSpPr>
        <p:graphicFrame>
          <p:nvGraphicFramePr>
            <p:cNvPr id="157719" name="Object 23"/>
            <p:cNvGraphicFramePr>
              <a:graphicFrameLocks noChangeAspect="1"/>
            </p:cNvGraphicFramePr>
            <p:nvPr/>
          </p:nvGraphicFramePr>
          <p:xfrm>
            <a:off x="4368" y="1872"/>
            <a:ext cx="205" cy="288"/>
          </p:xfrm>
          <a:graphic>
            <a:graphicData uri="http://schemas.openxmlformats.org/presentationml/2006/ole">
              <p:oleObj spid="_x0000_s1072140" name="公式" r:id="rId7" imgW="126720" imgH="177480" progId="Equation.3">
                <p:embed/>
              </p:oleObj>
            </a:graphicData>
          </a:graphic>
        </p:graphicFrame>
        <p:sp>
          <p:nvSpPr>
            <p:cNvPr id="157720" name="Freeform 24"/>
            <p:cNvSpPr>
              <a:spLocks/>
            </p:cNvSpPr>
            <p:nvPr/>
          </p:nvSpPr>
          <p:spPr bwMode="auto">
            <a:xfrm>
              <a:off x="4251" y="1872"/>
              <a:ext cx="129" cy="231"/>
            </a:xfrm>
            <a:custGeom>
              <a:avLst/>
              <a:gdLst/>
              <a:ahLst/>
              <a:cxnLst>
                <a:cxn ang="0">
                  <a:pos x="117" y="0"/>
                </a:cxn>
                <a:cxn ang="0">
                  <a:pos x="110" y="149"/>
                </a:cxn>
                <a:cxn ang="0">
                  <a:pos x="0" y="231"/>
                </a:cxn>
              </a:cxnLst>
              <a:rect l="0" t="0" r="r" b="b"/>
              <a:pathLst>
                <a:path w="129" h="231">
                  <a:moveTo>
                    <a:pt x="117" y="0"/>
                  </a:moveTo>
                  <a:cubicBezTo>
                    <a:pt x="116" y="25"/>
                    <a:pt x="129" y="111"/>
                    <a:pt x="110" y="149"/>
                  </a:cubicBezTo>
                  <a:cubicBezTo>
                    <a:pt x="91" y="187"/>
                    <a:pt x="23" y="214"/>
                    <a:pt x="0" y="231"/>
                  </a:cubicBezTo>
                </a:path>
              </a:pathLst>
            </a:custGeom>
            <a:noFill/>
            <a:ln w="34925" cmpd="sng">
              <a:solidFill>
                <a:srgbClr val="0000FF"/>
              </a:solidFill>
              <a:round/>
              <a:headEnd/>
              <a:tailEnd/>
            </a:ln>
            <a:effectLst/>
          </p:spPr>
          <p:txBody>
            <a:bodyPr wrap="none"/>
            <a:lstStyle/>
            <a:p>
              <a:endParaRPr lang="zh-CN" altLang="en-US" sz="2800"/>
            </a:p>
          </p:txBody>
        </p:sp>
      </p:grpSp>
      <p:sp>
        <p:nvSpPr>
          <p:cNvPr id="157721" name="Text Box 25"/>
          <p:cNvSpPr txBox="1">
            <a:spLocks noChangeArrowheads="1"/>
          </p:cNvSpPr>
          <p:nvPr/>
        </p:nvSpPr>
        <p:spPr bwMode="auto">
          <a:xfrm>
            <a:off x="141288" y="838200"/>
            <a:ext cx="8316912"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一   带电粒子在磁场中所受的力</a:t>
            </a:r>
          </a:p>
        </p:txBody>
      </p:sp>
      <p:grpSp>
        <p:nvGrpSpPr>
          <p:cNvPr id="6" name="Group 26"/>
          <p:cNvGrpSpPr>
            <a:grpSpLocks/>
          </p:cNvGrpSpPr>
          <p:nvPr/>
        </p:nvGrpSpPr>
        <p:grpSpPr bwMode="auto">
          <a:xfrm>
            <a:off x="533400" y="1649413"/>
            <a:ext cx="3336925" cy="636587"/>
            <a:chOff x="346" y="1008"/>
            <a:chExt cx="2102" cy="401"/>
          </a:xfrm>
        </p:grpSpPr>
        <p:sp>
          <p:nvSpPr>
            <p:cNvPr id="157723" name="Text Box 27"/>
            <p:cNvSpPr txBox="1">
              <a:spLocks noChangeArrowheads="1"/>
            </p:cNvSpPr>
            <p:nvPr/>
          </p:nvSpPr>
          <p:spPr bwMode="auto">
            <a:xfrm>
              <a:off x="346" y="1008"/>
              <a:ext cx="791" cy="327"/>
            </a:xfrm>
            <a:prstGeom prst="rect">
              <a:avLst/>
            </a:prstGeom>
            <a:noFill/>
            <a:ln w="9525">
              <a:noFill/>
              <a:miter lim="800000"/>
              <a:headEnd/>
              <a:tailEnd/>
            </a:ln>
            <a:effectLst/>
          </p:spPr>
          <p:txBody>
            <a:bodyPr wrap="none">
              <a:spAutoFit/>
            </a:bodyPr>
            <a:lstStyle/>
            <a:p>
              <a:pPr>
                <a:spcBef>
                  <a:spcPct val="50000"/>
                </a:spcBef>
              </a:pPr>
              <a:r>
                <a:rPr lang="zh-CN" altLang="en-US" sz="2800"/>
                <a:t>电场力</a:t>
              </a:r>
            </a:p>
          </p:txBody>
        </p:sp>
        <p:graphicFrame>
          <p:nvGraphicFramePr>
            <p:cNvPr id="157724" name="Object 28"/>
            <p:cNvGraphicFramePr>
              <a:graphicFrameLocks noChangeAspect="1"/>
            </p:cNvGraphicFramePr>
            <p:nvPr/>
          </p:nvGraphicFramePr>
          <p:xfrm>
            <a:off x="1296" y="1008"/>
            <a:ext cx="1152" cy="401"/>
          </p:xfrm>
          <a:graphic>
            <a:graphicData uri="http://schemas.openxmlformats.org/presentationml/2006/ole">
              <p:oleObj spid="_x0000_s1072139" name="Equation" r:id="rId8" imgW="990360" imgH="393480" progId="Equation.3">
                <p:embed/>
              </p:oleObj>
            </a:graphicData>
          </a:graphic>
        </p:graphicFrame>
      </p:grpSp>
      <p:sp>
        <p:nvSpPr>
          <p:cNvPr id="157725" name="Text Box 29"/>
          <p:cNvSpPr txBox="1">
            <a:spLocks noChangeArrowheads="1"/>
          </p:cNvSpPr>
          <p:nvPr/>
        </p:nvSpPr>
        <p:spPr bwMode="auto">
          <a:xfrm>
            <a:off x="565150" y="2528888"/>
            <a:ext cx="3854450" cy="519112"/>
          </a:xfrm>
          <a:prstGeom prst="rect">
            <a:avLst/>
          </a:prstGeom>
          <a:noFill/>
          <a:ln w="9525">
            <a:noFill/>
            <a:miter lim="800000"/>
            <a:headEnd/>
            <a:tailEnd/>
          </a:ln>
          <a:effectLst/>
        </p:spPr>
        <p:txBody>
          <a:bodyPr>
            <a:spAutoFit/>
          </a:bodyPr>
          <a:lstStyle/>
          <a:p>
            <a:pPr>
              <a:spcBef>
                <a:spcPct val="50000"/>
              </a:spcBef>
            </a:pPr>
            <a:r>
              <a:rPr lang="zh-CN" altLang="en-US" sz="2800"/>
              <a:t>磁场力</a:t>
            </a:r>
            <a:r>
              <a:rPr lang="zh-CN" altLang="en-US" sz="2800">
                <a:solidFill>
                  <a:srgbClr val="D60093"/>
                </a:solidFill>
              </a:rPr>
              <a:t>（</a:t>
            </a:r>
            <a:r>
              <a:rPr lang="zh-CN" altLang="en-US" sz="2800">
                <a:solidFill>
                  <a:srgbClr val="CC0000"/>
                </a:solidFill>
              </a:rPr>
              <a:t>洛仑兹力</a:t>
            </a:r>
            <a:r>
              <a:rPr lang="zh-CN" altLang="en-US" sz="2800">
                <a:solidFill>
                  <a:srgbClr val="D60093"/>
                </a:solidFill>
              </a:rPr>
              <a:t>）</a:t>
            </a:r>
            <a:endParaRPr lang="zh-CN" altLang="en-US" sz="2800">
              <a:solidFill>
                <a:schemeClr val="tx1"/>
              </a:solidFill>
            </a:endParaRPr>
          </a:p>
        </p:txBody>
      </p:sp>
      <p:graphicFrame>
        <p:nvGraphicFramePr>
          <p:cNvPr id="157726" name="Object 30"/>
          <p:cNvGraphicFramePr>
            <a:graphicFrameLocks noChangeAspect="1"/>
          </p:cNvGraphicFramePr>
          <p:nvPr/>
        </p:nvGraphicFramePr>
        <p:xfrm>
          <a:off x="1219200" y="3376613"/>
          <a:ext cx="2514600" cy="655637"/>
        </p:xfrm>
        <a:graphic>
          <a:graphicData uri="http://schemas.openxmlformats.org/presentationml/2006/ole">
            <p:oleObj spid="_x0000_s1072130" name="Equation" r:id="rId9" imgW="1447560" imgH="380880" progId="Equation.3">
              <p:embed/>
            </p:oleObj>
          </a:graphicData>
        </a:graphic>
      </p:graphicFrame>
      <p:grpSp>
        <p:nvGrpSpPr>
          <p:cNvPr id="7" name="Group 31"/>
          <p:cNvGrpSpPr>
            <a:grpSpLocks/>
          </p:cNvGrpSpPr>
          <p:nvPr/>
        </p:nvGrpSpPr>
        <p:grpSpPr bwMode="auto">
          <a:xfrm>
            <a:off x="6018213" y="3048000"/>
            <a:ext cx="1296987" cy="1176338"/>
            <a:chOff x="3744" y="1968"/>
            <a:chExt cx="817" cy="741"/>
          </a:xfrm>
        </p:grpSpPr>
        <p:grpSp>
          <p:nvGrpSpPr>
            <p:cNvPr id="8" name="Group 32"/>
            <p:cNvGrpSpPr>
              <a:grpSpLocks/>
            </p:cNvGrpSpPr>
            <p:nvPr/>
          </p:nvGrpSpPr>
          <p:grpSpPr bwMode="auto">
            <a:xfrm>
              <a:off x="3744" y="1968"/>
              <a:ext cx="383" cy="342"/>
              <a:chOff x="3744" y="1968"/>
              <a:chExt cx="383" cy="342"/>
            </a:xfrm>
          </p:grpSpPr>
          <p:sp>
            <p:nvSpPr>
              <p:cNvPr id="157729" name="Oval 33"/>
              <p:cNvSpPr>
                <a:spLocks noChangeArrowheads="1"/>
              </p:cNvSpPr>
              <p:nvPr/>
            </p:nvSpPr>
            <p:spPr bwMode="auto">
              <a:xfrm>
                <a:off x="3950" y="2076"/>
                <a:ext cx="154" cy="161"/>
              </a:xfrm>
              <a:prstGeom prst="ellipse">
                <a:avLst/>
              </a:prstGeom>
              <a:solidFill>
                <a:srgbClr val="FCEAF2"/>
              </a:solidFill>
              <a:ln w="9525">
                <a:solidFill>
                  <a:schemeClr val="tx1"/>
                </a:solidFill>
                <a:round/>
                <a:headEnd/>
                <a:tailEnd/>
              </a:ln>
              <a:effectLst/>
            </p:spPr>
            <p:txBody>
              <a:bodyPr wrap="none" anchor="ctr"/>
              <a:lstStyle/>
              <a:p>
                <a:endParaRPr lang="zh-CN" altLang="en-US" sz="2800"/>
              </a:p>
            </p:txBody>
          </p:sp>
          <p:sp>
            <p:nvSpPr>
              <p:cNvPr id="157730" name="Text Box 34"/>
              <p:cNvSpPr txBox="1">
                <a:spLocks noChangeArrowheads="1"/>
              </p:cNvSpPr>
              <p:nvPr/>
            </p:nvSpPr>
            <p:spPr bwMode="auto">
              <a:xfrm>
                <a:off x="3898" y="1968"/>
                <a:ext cx="229"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FF0000"/>
                    </a:solidFill>
                  </a:rPr>
                  <a:t>+</a:t>
                </a:r>
                <a:endParaRPr lang="zh-CN" altLang="en-US" sz="2800">
                  <a:solidFill>
                    <a:schemeClr val="tx1"/>
                  </a:solidFill>
                </a:endParaRPr>
              </a:p>
            </p:txBody>
          </p:sp>
          <p:graphicFrame>
            <p:nvGraphicFramePr>
              <p:cNvPr id="157731" name="Object 35"/>
              <p:cNvGraphicFramePr>
                <a:graphicFrameLocks noChangeAspect="1"/>
              </p:cNvGraphicFramePr>
              <p:nvPr/>
            </p:nvGraphicFramePr>
            <p:xfrm>
              <a:off x="3744" y="2016"/>
              <a:ext cx="336" cy="294"/>
            </p:xfrm>
            <a:graphic>
              <a:graphicData uri="http://schemas.openxmlformats.org/presentationml/2006/ole">
                <p:oleObj spid="_x0000_s1072138" name="公式" r:id="rId10" imgW="126720" imgH="164880" progId="Equation.3">
                  <p:embed/>
                </p:oleObj>
              </a:graphicData>
            </a:graphic>
          </p:graphicFrame>
        </p:grpSp>
        <p:grpSp>
          <p:nvGrpSpPr>
            <p:cNvPr id="9" name="Group 36"/>
            <p:cNvGrpSpPr>
              <a:grpSpLocks/>
            </p:cNvGrpSpPr>
            <p:nvPr/>
          </p:nvGrpSpPr>
          <p:grpSpPr bwMode="auto">
            <a:xfrm>
              <a:off x="4053" y="2217"/>
              <a:ext cx="508" cy="492"/>
              <a:chOff x="4053" y="2217"/>
              <a:chExt cx="508" cy="492"/>
            </a:xfrm>
          </p:grpSpPr>
          <p:sp>
            <p:nvSpPr>
              <p:cNvPr id="157733" name="Line 37"/>
              <p:cNvSpPr>
                <a:spLocks noChangeShapeType="1"/>
              </p:cNvSpPr>
              <p:nvPr/>
            </p:nvSpPr>
            <p:spPr bwMode="auto">
              <a:xfrm>
                <a:off x="4053" y="2217"/>
                <a:ext cx="309" cy="431"/>
              </a:xfrm>
              <a:prstGeom prst="line">
                <a:avLst/>
              </a:prstGeom>
              <a:noFill/>
              <a:ln w="38100">
                <a:solidFill>
                  <a:srgbClr val="D60093"/>
                </a:solidFill>
                <a:round/>
                <a:headEnd/>
                <a:tailEnd type="triangle" w="sm" len="lg"/>
              </a:ln>
              <a:effectLst/>
            </p:spPr>
            <p:txBody>
              <a:bodyPr wrap="none" anchor="ctr"/>
              <a:lstStyle/>
              <a:p>
                <a:endParaRPr lang="zh-CN" altLang="en-US" sz="2800"/>
              </a:p>
            </p:txBody>
          </p:sp>
          <p:graphicFrame>
            <p:nvGraphicFramePr>
              <p:cNvPr id="157734" name="Object 38"/>
              <p:cNvGraphicFramePr>
                <a:graphicFrameLocks noChangeAspect="1"/>
              </p:cNvGraphicFramePr>
              <p:nvPr/>
            </p:nvGraphicFramePr>
            <p:xfrm>
              <a:off x="4320" y="2352"/>
              <a:ext cx="241" cy="357"/>
            </p:xfrm>
            <a:graphic>
              <a:graphicData uri="http://schemas.openxmlformats.org/presentationml/2006/ole">
                <p:oleObj spid="_x0000_s1072137" name="Equation" r:id="rId11" imgW="126720" imgH="177480" progId="Equation.3">
                  <p:embed/>
                </p:oleObj>
              </a:graphicData>
            </a:graphic>
          </p:graphicFrame>
        </p:grpSp>
      </p:grpSp>
      <p:grpSp>
        <p:nvGrpSpPr>
          <p:cNvPr id="10" name="Group 39"/>
          <p:cNvGrpSpPr>
            <a:grpSpLocks/>
          </p:cNvGrpSpPr>
          <p:nvPr/>
        </p:nvGrpSpPr>
        <p:grpSpPr bwMode="auto">
          <a:xfrm>
            <a:off x="6548438" y="2743200"/>
            <a:ext cx="881062" cy="533400"/>
            <a:chOff x="4139" y="1656"/>
            <a:chExt cx="572" cy="312"/>
          </a:xfrm>
        </p:grpSpPr>
        <p:sp>
          <p:nvSpPr>
            <p:cNvPr id="157736" name="Line 40"/>
            <p:cNvSpPr>
              <a:spLocks noChangeShapeType="1"/>
            </p:cNvSpPr>
            <p:nvPr/>
          </p:nvSpPr>
          <p:spPr bwMode="auto">
            <a:xfrm>
              <a:off x="4139" y="1949"/>
              <a:ext cx="528" cy="0"/>
            </a:xfrm>
            <a:prstGeom prst="line">
              <a:avLst/>
            </a:prstGeom>
            <a:noFill/>
            <a:ln w="38100">
              <a:solidFill>
                <a:srgbClr val="009900"/>
              </a:solidFill>
              <a:round/>
              <a:headEnd/>
              <a:tailEnd type="triangle" w="sm" len="lg"/>
            </a:ln>
            <a:effectLst/>
          </p:spPr>
          <p:txBody>
            <a:bodyPr wrap="none" anchor="ctr"/>
            <a:lstStyle/>
            <a:p>
              <a:endParaRPr lang="zh-CN" altLang="en-US" sz="2800"/>
            </a:p>
          </p:txBody>
        </p:sp>
        <p:graphicFrame>
          <p:nvGraphicFramePr>
            <p:cNvPr id="157737" name="Object 41"/>
            <p:cNvGraphicFramePr>
              <a:graphicFrameLocks noChangeAspect="1"/>
            </p:cNvGraphicFramePr>
            <p:nvPr/>
          </p:nvGraphicFramePr>
          <p:xfrm>
            <a:off x="4464" y="1656"/>
            <a:ext cx="247" cy="312"/>
          </p:xfrm>
          <a:graphic>
            <a:graphicData uri="http://schemas.openxmlformats.org/presentationml/2006/ole">
              <p:oleObj spid="_x0000_s1072136" name="公式" r:id="rId12" imgW="152280" imgH="190440" progId="Equation.3">
                <p:embed/>
              </p:oleObj>
            </a:graphicData>
          </a:graphic>
        </p:graphicFrame>
      </p:grpSp>
      <p:grpSp>
        <p:nvGrpSpPr>
          <p:cNvPr id="11" name="Group 42"/>
          <p:cNvGrpSpPr>
            <a:grpSpLocks/>
          </p:cNvGrpSpPr>
          <p:nvPr/>
        </p:nvGrpSpPr>
        <p:grpSpPr bwMode="auto">
          <a:xfrm>
            <a:off x="6477000" y="1905000"/>
            <a:ext cx="533400" cy="1331913"/>
            <a:chOff x="4080" y="1200"/>
            <a:chExt cx="336" cy="839"/>
          </a:xfrm>
        </p:grpSpPr>
        <p:sp>
          <p:nvSpPr>
            <p:cNvPr id="157739" name="Line 43"/>
            <p:cNvSpPr>
              <a:spLocks noChangeShapeType="1"/>
            </p:cNvSpPr>
            <p:nvPr/>
          </p:nvSpPr>
          <p:spPr bwMode="auto">
            <a:xfrm flipV="1">
              <a:off x="4080" y="1435"/>
              <a:ext cx="0" cy="604"/>
            </a:xfrm>
            <a:prstGeom prst="line">
              <a:avLst/>
            </a:prstGeom>
            <a:noFill/>
            <a:ln w="38100">
              <a:solidFill>
                <a:srgbClr val="FF0000"/>
              </a:solidFill>
              <a:round/>
              <a:headEnd/>
              <a:tailEnd type="triangle" w="sm" len="lg"/>
            </a:ln>
            <a:effectLst/>
          </p:spPr>
          <p:txBody>
            <a:bodyPr wrap="none" anchor="ctr"/>
            <a:lstStyle/>
            <a:p>
              <a:endParaRPr lang="zh-CN" altLang="en-US" sz="2800"/>
            </a:p>
          </p:txBody>
        </p:sp>
        <p:graphicFrame>
          <p:nvGraphicFramePr>
            <p:cNvPr id="157740" name="Object 44"/>
            <p:cNvGraphicFramePr>
              <a:graphicFrameLocks noChangeAspect="1"/>
            </p:cNvGraphicFramePr>
            <p:nvPr/>
          </p:nvGraphicFramePr>
          <p:xfrm>
            <a:off x="4114" y="1200"/>
            <a:ext cx="302" cy="384"/>
          </p:xfrm>
          <a:graphic>
            <a:graphicData uri="http://schemas.openxmlformats.org/presentationml/2006/ole">
              <p:oleObj spid="_x0000_s1072135" name="Equation" r:id="rId13" imgW="355320" imgH="380880" progId="Equation.3">
                <p:embed/>
              </p:oleObj>
            </a:graphicData>
          </a:graphic>
        </p:graphicFrame>
      </p:grpSp>
      <p:grpSp>
        <p:nvGrpSpPr>
          <p:cNvPr id="12" name="Group 45"/>
          <p:cNvGrpSpPr>
            <a:grpSpLocks/>
          </p:cNvGrpSpPr>
          <p:nvPr/>
        </p:nvGrpSpPr>
        <p:grpSpPr bwMode="auto">
          <a:xfrm>
            <a:off x="609600" y="5410200"/>
            <a:ext cx="7543800" cy="946150"/>
            <a:chOff x="384" y="3504"/>
            <a:chExt cx="4752" cy="596"/>
          </a:xfrm>
        </p:grpSpPr>
        <p:graphicFrame>
          <p:nvGraphicFramePr>
            <p:cNvPr id="157742" name="Object 46"/>
            <p:cNvGraphicFramePr>
              <a:graphicFrameLocks noChangeAspect="1"/>
            </p:cNvGraphicFramePr>
            <p:nvPr/>
          </p:nvGraphicFramePr>
          <p:xfrm>
            <a:off x="2880" y="3600"/>
            <a:ext cx="2256" cy="465"/>
          </p:xfrm>
          <a:graphic>
            <a:graphicData uri="http://schemas.openxmlformats.org/presentationml/2006/ole">
              <p:oleObj spid="_x0000_s1072134" name="Equation" r:id="rId14" imgW="1002960" imgH="228600" progId="Equation.3">
                <p:embed/>
              </p:oleObj>
            </a:graphicData>
          </a:graphic>
        </p:graphicFrame>
        <p:sp>
          <p:nvSpPr>
            <p:cNvPr id="157743" name="Text Box 47"/>
            <p:cNvSpPr txBox="1">
              <a:spLocks noChangeArrowheads="1"/>
            </p:cNvSpPr>
            <p:nvPr/>
          </p:nvSpPr>
          <p:spPr bwMode="auto">
            <a:xfrm>
              <a:off x="384" y="3504"/>
              <a:ext cx="2112" cy="596"/>
            </a:xfrm>
            <a:prstGeom prst="rect">
              <a:avLst/>
            </a:prstGeom>
            <a:noFill/>
            <a:ln w="9525">
              <a:noFill/>
              <a:miter lim="800000"/>
              <a:headEnd/>
              <a:tailEnd/>
            </a:ln>
            <a:effectLst/>
          </p:spPr>
          <p:txBody>
            <a:bodyPr>
              <a:spAutoFit/>
            </a:bodyPr>
            <a:lstStyle/>
            <a:p>
              <a:pPr>
                <a:spcBef>
                  <a:spcPct val="50000"/>
                </a:spcBef>
              </a:pPr>
              <a:r>
                <a:rPr lang="zh-CN" altLang="en-US" sz="2800">
                  <a:solidFill>
                    <a:schemeClr val="tx1"/>
                  </a:solidFill>
                </a:rPr>
                <a:t>        </a:t>
              </a:r>
              <a:r>
                <a:rPr lang="zh-CN" altLang="en-US" sz="2800"/>
                <a:t>运动电荷在电场和磁场中受的力</a:t>
              </a:r>
            </a:p>
          </p:txBody>
        </p:sp>
      </p:grpSp>
      <p:grpSp>
        <p:nvGrpSpPr>
          <p:cNvPr id="13" name="Group 48"/>
          <p:cNvGrpSpPr>
            <a:grpSpLocks/>
          </p:cNvGrpSpPr>
          <p:nvPr/>
        </p:nvGrpSpPr>
        <p:grpSpPr bwMode="auto">
          <a:xfrm>
            <a:off x="533400" y="4305300"/>
            <a:ext cx="8397875" cy="1000125"/>
            <a:chOff x="336" y="2865"/>
            <a:chExt cx="5290" cy="630"/>
          </a:xfrm>
        </p:grpSpPr>
        <p:sp>
          <p:nvSpPr>
            <p:cNvPr id="157745" name="Text Box 49"/>
            <p:cNvSpPr txBox="1">
              <a:spLocks noChangeArrowheads="1"/>
            </p:cNvSpPr>
            <p:nvPr/>
          </p:nvSpPr>
          <p:spPr bwMode="auto">
            <a:xfrm>
              <a:off x="336" y="2899"/>
              <a:ext cx="5290" cy="596"/>
            </a:xfrm>
            <a:prstGeom prst="rect">
              <a:avLst/>
            </a:prstGeom>
            <a:noFill/>
            <a:ln w="9525">
              <a:noFill/>
              <a:miter lim="800000"/>
              <a:headEnd/>
              <a:tailEnd/>
            </a:ln>
            <a:effectLst/>
          </p:spPr>
          <p:txBody>
            <a:bodyPr>
              <a:spAutoFit/>
            </a:bodyPr>
            <a:lstStyle/>
            <a:p>
              <a:r>
                <a:rPr lang="zh-CN" altLang="en-US" sz="2800">
                  <a:solidFill>
                    <a:srgbClr val="1C1C1C"/>
                  </a:solidFill>
                </a:rPr>
                <a:t>        方向：即以右手四指   由经小于        的角弯向   ，拇指的指向就是正电荷所受</a:t>
              </a:r>
              <a:r>
                <a:rPr lang="zh-CN" altLang="en-US" sz="2800">
                  <a:solidFill>
                    <a:srgbClr val="CC0000"/>
                  </a:solidFill>
                </a:rPr>
                <a:t>洛仑兹力的方向</a:t>
              </a:r>
              <a:r>
                <a:rPr lang="zh-CN" altLang="en-US" sz="2800">
                  <a:solidFill>
                    <a:schemeClr val="tx1"/>
                  </a:solidFill>
                </a:rPr>
                <a:t>.</a:t>
              </a:r>
            </a:p>
          </p:txBody>
        </p:sp>
        <p:graphicFrame>
          <p:nvGraphicFramePr>
            <p:cNvPr id="157746" name="Object 50"/>
            <p:cNvGraphicFramePr>
              <a:graphicFrameLocks noChangeAspect="1"/>
            </p:cNvGraphicFramePr>
            <p:nvPr/>
          </p:nvGraphicFramePr>
          <p:xfrm>
            <a:off x="5136" y="2865"/>
            <a:ext cx="247" cy="312"/>
          </p:xfrm>
          <a:graphic>
            <a:graphicData uri="http://schemas.openxmlformats.org/presentationml/2006/ole">
              <p:oleObj spid="_x0000_s1072131" name="公式" r:id="rId15" imgW="152280" imgH="190440" progId="Equation.3">
                <p:embed/>
              </p:oleObj>
            </a:graphicData>
          </a:graphic>
        </p:graphicFrame>
        <p:graphicFrame>
          <p:nvGraphicFramePr>
            <p:cNvPr id="157747" name="Object 51"/>
            <p:cNvGraphicFramePr>
              <a:graphicFrameLocks noChangeAspect="1"/>
            </p:cNvGraphicFramePr>
            <p:nvPr/>
          </p:nvGraphicFramePr>
          <p:xfrm>
            <a:off x="2784" y="2889"/>
            <a:ext cx="226" cy="318"/>
          </p:xfrm>
          <a:graphic>
            <a:graphicData uri="http://schemas.openxmlformats.org/presentationml/2006/ole">
              <p:oleObj spid="_x0000_s1072132" name="Equation" r:id="rId16" imgW="126720" imgH="177480" progId="Equation.3">
                <p:embed/>
              </p:oleObj>
            </a:graphicData>
          </a:graphic>
        </p:graphicFrame>
        <p:graphicFrame>
          <p:nvGraphicFramePr>
            <p:cNvPr id="157748" name="Object 52"/>
            <p:cNvGraphicFramePr>
              <a:graphicFrameLocks noChangeAspect="1"/>
            </p:cNvGraphicFramePr>
            <p:nvPr/>
          </p:nvGraphicFramePr>
          <p:xfrm>
            <a:off x="3840" y="2894"/>
            <a:ext cx="480" cy="322"/>
          </p:xfrm>
          <a:graphic>
            <a:graphicData uri="http://schemas.openxmlformats.org/presentationml/2006/ole">
              <p:oleObj spid="_x0000_s1072133" name="Equation" r:id="rId17" imgW="304560" imgH="203040" progId="Equation.3">
                <p:embed/>
              </p:oleObj>
            </a:graphicData>
          </a:graphic>
        </p:graphicFrame>
      </p:grpSp>
      <p:sp>
        <p:nvSpPr>
          <p:cNvPr id="53" name="Rectangle 16"/>
          <p:cNvSpPr>
            <a:spLocks noChangeArrowheads="1"/>
          </p:cNvSpPr>
          <p:nvPr/>
        </p:nvSpPr>
        <p:spPr bwMode="auto">
          <a:xfrm>
            <a:off x="-76200" y="152400"/>
            <a:ext cx="64770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-7 </a:t>
            </a:r>
            <a:r>
              <a:rPr lang="zh-CN" altLang="en-US" sz="3600" b="1" dirty="0" smtClean="0">
                <a:solidFill>
                  <a:srgbClr val="000066"/>
                </a:solidFill>
                <a:latin typeface="+mj-ea"/>
                <a:ea typeface="+mj-ea"/>
                <a:cs typeface="Times New Roman"/>
              </a:rPr>
              <a:t>带电粒子在磁场中运动</a:t>
            </a:r>
            <a:endParaRPr lang="en-US" altLang="zh-CN" sz="3600" b="1" dirty="0">
              <a:solidFill>
                <a:srgbClr val="000066"/>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7725"/>
                                        </p:tgtEl>
                                        <p:attrNameLst>
                                          <p:attrName>style.visibility</p:attrName>
                                        </p:attrNameLst>
                                      </p:cBhvr>
                                      <p:to>
                                        <p:strVal val="visible"/>
                                      </p:to>
                                    </p:set>
                                    <p:animEffect transition="in" filter="blinds(horizontal)">
                                      <p:cBhvr>
                                        <p:cTn id="17" dur="500"/>
                                        <p:tgtEl>
                                          <p:spTgt spid="15772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trips(down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upRigh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ppt_x</p:attrName>
                                        </p:attrNameLst>
                                      </p:cBhvr>
                                      <p:tavLst>
                                        <p:tav tm="0">
                                          <p:val>
                                            <p:strVal val="#ppt_x"/>
                                          </p:val>
                                        </p:tav>
                                        <p:tav tm="100000">
                                          <p:val>
                                            <p:strVal val="#ppt_x"/>
                                          </p:val>
                                        </p:tav>
                                      </p:tavLst>
                                    </p:anim>
                                    <p:anim calcmode="lin" valueType="num">
                                      <p:cBhvr>
                                        <p:cTn id="38" dur="500" fill="hold"/>
                                        <p:tgtEl>
                                          <p:spTgt spid="11"/>
                                        </p:tgtEl>
                                        <p:attrNameLst>
                                          <p:attrName>ppt_y</p:attrName>
                                        </p:attrNameLst>
                                      </p:cBhvr>
                                      <p:tavLst>
                                        <p:tav tm="0">
                                          <p:val>
                                            <p:strVal val="#ppt_y+#ppt_h/2"/>
                                          </p:val>
                                        </p:tav>
                                        <p:tav tm="100000">
                                          <p:val>
                                            <p:strVal val="#ppt_y"/>
                                          </p:val>
                                        </p:tav>
                                      </p:tavLst>
                                    </p:anim>
                                    <p:anim calcmode="lin" valueType="num">
                                      <p:cBhvr>
                                        <p:cTn id="39" dur="500" fill="hold"/>
                                        <p:tgtEl>
                                          <p:spTgt spid="11"/>
                                        </p:tgtEl>
                                        <p:attrNameLst>
                                          <p:attrName>ppt_w</p:attrName>
                                        </p:attrNameLst>
                                      </p:cBhvr>
                                      <p:tavLst>
                                        <p:tav tm="0">
                                          <p:val>
                                            <p:strVal val="#ppt_w"/>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nodeType="clickEffect">
                                  <p:stCondLst>
                                    <p:cond delay="0"/>
                                  </p:stCondLst>
                                  <p:childTnLst>
                                    <p:set>
                                      <p:cBhvr>
                                        <p:cTn id="44" dur="1" fill="hold">
                                          <p:stCondLst>
                                            <p:cond delay="0"/>
                                          </p:stCondLst>
                                        </p:cTn>
                                        <p:tgtEl>
                                          <p:spTgt spid="157726"/>
                                        </p:tgtEl>
                                        <p:attrNameLst>
                                          <p:attrName>style.visibility</p:attrName>
                                        </p:attrNameLst>
                                      </p:cBhvr>
                                      <p:to>
                                        <p:strVal val="visible"/>
                                      </p:to>
                                    </p:set>
                                    <p:animEffect transition="in" filter="slide(fromBottom)">
                                      <p:cBhvr>
                                        <p:cTn id="45" dur="500"/>
                                        <p:tgtEl>
                                          <p:spTgt spid="15772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linds(horizontal)">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blinds(horizontal)">
                                      <p:cBhvr>
                                        <p:cTn id="5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25"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ChangeArrowheads="1"/>
          </p:cNvSpPr>
          <p:nvPr/>
        </p:nvSpPr>
        <p:spPr bwMode="auto">
          <a:xfrm>
            <a:off x="152400" y="228600"/>
            <a:ext cx="5943600"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二    带电粒子在磁场中运动举例</a:t>
            </a:r>
          </a:p>
        </p:txBody>
      </p:sp>
      <p:graphicFrame>
        <p:nvGraphicFramePr>
          <p:cNvPr id="159747" name="Object 3"/>
          <p:cNvGraphicFramePr>
            <a:graphicFrameLocks noChangeAspect="1"/>
          </p:cNvGraphicFramePr>
          <p:nvPr/>
        </p:nvGraphicFramePr>
        <p:xfrm>
          <a:off x="5562600" y="1200150"/>
          <a:ext cx="2778125" cy="1295400"/>
        </p:xfrm>
        <a:graphic>
          <a:graphicData uri="http://schemas.openxmlformats.org/presentationml/2006/ole">
            <p:oleObj spid="_x0000_s1073154" name="Equation" r:id="rId4" imgW="863280" imgH="431640" progId="Equation.3">
              <p:embed/>
            </p:oleObj>
          </a:graphicData>
        </a:graphic>
      </p:graphicFrame>
      <p:graphicFrame>
        <p:nvGraphicFramePr>
          <p:cNvPr id="159748" name="Object 4"/>
          <p:cNvGraphicFramePr>
            <a:graphicFrameLocks noChangeAspect="1"/>
          </p:cNvGraphicFramePr>
          <p:nvPr/>
        </p:nvGraphicFramePr>
        <p:xfrm>
          <a:off x="5791200" y="2266950"/>
          <a:ext cx="1800225" cy="1219200"/>
        </p:xfrm>
        <a:graphic>
          <a:graphicData uri="http://schemas.openxmlformats.org/presentationml/2006/ole">
            <p:oleObj spid="_x0000_s1073155" name="Equation" r:id="rId5" imgW="571320" imgH="419040" progId="Equation.3">
              <p:embed/>
            </p:oleObj>
          </a:graphicData>
        </a:graphic>
      </p:graphicFrame>
      <p:graphicFrame>
        <p:nvGraphicFramePr>
          <p:cNvPr id="159749" name="Object 5"/>
          <p:cNvGraphicFramePr>
            <a:graphicFrameLocks noChangeAspect="1"/>
          </p:cNvGraphicFramePr>
          <p:nvPr/>
        </p:nvGraphicFramePr>
        <p:xfrm>
          <a:off x="5959475" y="571500"/>
          <a:ext cx="1752600" cy="723900"/>
        </p:xfrm>
        <a:graphic>
          <a:graphicData uri="http://schemas.openxmlformats.org/presentationml/2006/ole">
            <p:oleObj spid="_x0000_s1073156" name="Equation" r:id="rId6" imgW="457200" imgH="241200" progId="Equation.3">
              <p:embed/>
            </p:oleObj>
          </a:graphicData>
        </a:graphic>
      </p:graphicFrame>
      <p:graphicFrame>
        <p:nvGraphicFramePr>
          <p:cNvPr id="159750" name="Object 6"/>
          <p:cNvGraphicFramePr>
            <a:graphicFrameLocks noChangeAspect="1"/>
          </p:cNvGraphicFramePr>
          <p:nvPr/>
        </p:nvGraphicFramePr>
        <p:xfrm>
          <a:off x="5273675" y="3562350"/>
          <a:ext cx="3032125" cy="1295400"/>
        </p:xfrm>
        <a:graphic>
          <a:graphicData uri="http://schemas.openxmlformats.org/presentationml/2006/ole">
            <p:oleObj spid="_x0000_s1073157" name="Equation" r:id="rId7" imgW="1117440" imgH="431640" progId="Equation.3">
              <p:embed/>
            </p:oleObj>
          </a:graphicData>
        </a:graphic>
      </p:graphicFrame>
      <p:graphicFrame>
        <p:nvGraphicFramePr>
          <p:cNvPr id="159751" name="Object 7"/>
          <p:cNvGraphicFramePr>
            <a:graphicFrameLocks noChangeAspect="1"/>
          </p:cNvGraphicFramePr>
          <p:nvPr/>
        </p:nvGraphicFramePr>
        <p:xfrm>
          <a:off x="5410200" y="4933950"/>
          <a:ext cx="2803525" cy="1122363"/>
        </p:xfrm>
        <a:graphic>
          <a:graphicData uri="http://schemas.openxmlformats.org/presentationml/2006/ole">
            <p:oleObj spid="_x0000_s1073158" name="Equation" r:id="rId8" imgW="914400" imgH="393480" progId="Equation.3">
              <p:embed/>
            </p:oleObj>
          </a:graphicData>
        </a:graphic>
      </p:graphicFrame>
      <p:sp>
        <p:nvSpPr>
          <p:cNvPr id="159752" name="Text Box 8"/>
          <p:cNvSpPr txBox="1">
            <a:spLocks noChangeArrowheads="1"/>
          </p:cNvSpPr>
          <p:nvPr/>
        </p:nvSpPr>
        <p:spPr bwMode="auto">
          <a:xfrm>
            <a:off x="228600" y="838200"/>
            <a:ext cx="4724400" cy="519113"/>
          </a:xfrm>
          <a:prstGeom prst="rect">
            <a:avLst/>
          </a:prstGeom>
          <a:noFill/>
          <a:ln w="9525">
            <a:noFill/>
            <a:miter lim="800000"/>
            <a:headEnd/>
            <a:tailEnd/>
          </a:ln>
          <a:effectLst/>
        </p:spPr>
        <p:txBody>
          <a:bodyPr>
            <a:spAutoFit/>
          </a:bodyPr>
          <a:lstStyle/>
          <a:p>
            <a:r>
              <a:rPr lang="zh-CN" altLang="en-US" sz="2800" b="1" dirty="0">
                <a:solidFill>
                  <a:srgbClr val="002060"/>
                </a:solidFill>
              </a:rPr>
              <a:t>1 .  回旋半径和回旋频率</a:t>
            </a:r>
          </a:p>
        </p:txBody>
      </p:sp>
      <p:sp>
        <p:nvSpPr>
          <p:cNvPr id="9" name="Rectangle 2"/>
          <p:cNvSpPr>
            <a:spLocks noChangeArrowheads="1"/>
          </p:cNvSpPr>
          <p:nvPr/>
        </p:nvSpPr>
        <p:spPr bwMode="auto">
          <a:xfrm>
            <a:off x="4648200" y="2057400"/>
            <a:ext cx="4495800" cy="923330"/>
          </a:xfrm>
          <a:prstGeom prst="rect">
            <a:avLst/>
          </a:prstGeom>
          <a:noFill/>
          <a:ln w="9525">
            <a:noFill/>
            <a:miter lim="800000"/>
            <a:headEnd/>
            <a:tailEnd/>
          </a:ln>
        </p:spPr>
        <p:txBody>
          <a:bodyPr wrap="square">
            <a:spAutoFit/>
          </a:bodyPr>
          <a:lstStyle/>
          <a:p>
            <a:pPr>
              <a:spcBef>
                <a:spcPct val="50000"/>
              </a:spcBef>
            </a:pPr>
            <a:r>
              <a:rPr kumimoji="1" lang="en-US" altLang="zh-CN" dirty="0" smtClean="0">
                <a:solidFill>
                  <a:srgbClr val="00B050"/>
                </a:solidFill>
              </a:rPr>
              <a:t>Lorentz</a:t>
            </a:r>
            <a:r>
              <a:rPr kumimoji="1" lang="zh-CN" altLang="en-US" dirty="0" smtClean="0">
                <a:solidFill>
                  <a:srgbClr val="00B050"/>
                </a:solidFill>
              </a:rPr>
              <a:t>力垂直于速度，只改变速度的方向，不改变速度的大小，，所以带电粒子作匀速圆周运动。</a:t>
            </a:r>
            <a:endParaRPr kumimoji="1" lang="en-US" altLang="zh-CN" dirty="0" smtClean="0">
              <a:solidFill>
                <a:srgbClr val="00B050"/>
              </a:solidFill>
            </a:endParaRPr>
          </a:p>
        </p:txBody>
      </p:sp>
    </p:spTree>
    <p:controls>
      <p:control spid="1073160" name="ShockwaveFlash1" r:id="rId2" imgW="4038095" imgH="4571429"/>
    </p:controls>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9749"/>
                                        </p:tgtEl>
                                        <p:attrNameLst>
                                          <p:attrName>style.visibility</p:attrName>
                                        </p:attrNameLst>
                                      </p:cBhvr>
                                      <p:to>
                                        <p:strVal val="visible"/>
                                      </p:to>
                                    </p:set>
                                    <p:animEffect transition="in" filter="blinds(horizontal)">
                                      <p:cBhvr>
                                        <p:cTn id="7" dur="500"/>
                                        <p:tgtEl>
                                          <p:spTgt spid="1597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59747"/>
                                        </p:tgtEl>
                                        <p:attrNameLst>
                                          <p:attrName>style.visibility</p:attrName>
                                        </p:attrNameLst>
                                      </p:cBhvr>
                                      <p:to>
                                        <p:strVal val="visible"/>
                                      </p:to>
                                    </p:set>
                                    <p:animEffect transition="in" filter="blinds(vertical)">
                                      <p:cBhvr>
                                        <p:cTn id="12" dur="500"/>
                                        <p:tgtEl>
                                          <p:spTgt spid="1597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59748"/>
                                        </p:tgtEl>
                                        <p:attrNameLst>
                                          <p:attrName>style.visibility</p:attrName>
                                        </p:attrNameLst>
                                      </p:cBhvr>
                                      <p:to>
                                        <p:strVal val="visible"/>
                                      </p:to>
                                    </p:set>
                                    <p:animEffect transition="in" filter="blinds(vertical)">
                                      <p:cBhvr>
                                        <p:cTn id="17" dur="500"/>
                                        <p:tgtEl>
                                          <p:spTgt spid="15974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59750"/>
                                        </p:tgtEl>
                                        <p:attrNameLst>
                                          <p:attrName>style.visibility</p:attrName>
                                        </p:attrNameLst>
                                      </p:cBhvr>
                                      <p:to>
                                        <p:strVal val="visible"/>
                                      </p:to>
                                    </p:set>
                                    <p:animEffect transition="in" filter="blinds(vertical)">
                                      <p:cBhvr>
                                        <p:cTn id="22" dur="500"/>
                                        <p:tgtEl>
                                          <p:spTgt spid="15975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59751"/>
                                        </p:tgtEl>
                                        <p:attrNameLst>
                                          <p:attrName>style.visibility</p:attrName>
                                        </p:attrNameLst>
                                      </p:cBhvr>
                                      <p:to>
                                        <p:strVal val="visible"/>
                                      </p:to>
                                    </p:set>
                                    <p:animEffect transition="in" filter="blinds(vertical)">
                                      <p:cBhvr>
                                        <p:cTn id="27" dur="500"/>
                                        <p:tgtEl>
                                          <p:spTgt spid="15975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41"/>
          <p:cNvGrpSpPr>
            <a:grpSpLocks/>
          </p:cNvGrpSpPr>
          <p:nvPr/>
        </p:nvGrpSpPr>
        <p:grpSpPr bwMode="auto">
          <a:xfrm>
            <a:off x="228600" y="381000"/>
            <a:ext cx="8534400" cy="2227263"/>
            <a:chOff x="144" y="384"/>
            <a:chExt cx="5376" cy="1403"/>
          </a:xfrm>
        </p:grpSpPr>
        <p:sp>
          <p:nvSpPr>
            <p:cNvPr id="160790" name="Text Box 22"/>
            <p:cNvSpPr txBox="1">
              <a:spLocks noChangeArrowheads="1"/>
            </p:cNvSpPr>
            <p:nvPr/>
          </p:nvSpPr>
          <p:spPr bwMode="auto">
            <a:xfrm>
              <a:off x="144" y="384"/>
              <a:ext cx="5376" cy="1403"/>
            </a:xfrm>
            <a:prstGeom prst="rect">
              <a:avLst/>
            </a:prstGeom>
            <a:noFill/>
            <a:ln w="9525">
              <a:noFill/>
              <a:miter lim="800000"/>
              <a:headEnd/>
              <a:tailEnd/>
            </a:ln>
            <a:effectLst/>
          </p:spPr>
          <p:txBody>
            <a:bodyPr>
              <a:spAutoFit/>
            </a:bodyPr>
            <a:lstStyle/>
            <a:p>
              <a:pPr>
                <a:spcBef>
                  <a:spcPct val="50000"/>
                </a:spcBef>
              </a:pPr>
              <a:r>
                <a:rPr lang="zh-CN" altLang="en-US" sz="2800" dirty="0"/>
                <a:t>        </a:t>
              </a:r>
              <a:r>
                <a:rPr lang="zh-CN" altLang="en-US" sz="2800" b="1" dirty="0">
                  <a:solidFill>
                    <a:srgbClr val="C00000"/>
                  </a:solidFill>
                </a:rPr>
                <a:t>例1  </a:t>
              </a:r>
              <a:r>
                <a:rPr lang="zh-CN" altLang="en-US" sz="2800" dirty="0"/>
                <a:t>在垂直纸平面的均匀磁场的作用下，有一电子束在纸平面内，作如图所示的圆周运动，其半径为</a:t>
              </a:r>
              <a:r>
                <a:rPr lang="en-US" altLang="zh-CN" sz="2800" i="1" dirty="0"/>
                <a:t>R </a:t>
              </a:r>
              <a:r>
                <a:rPr lang="en-US" altLang="zh-CN" sz="2800" dirty="0"/>
                <a:t>= 15cm. </a:t>
              </a:r>
              <a:r>
                <a:rPr lang="zh-CN" altLang="en-US" sz="2800" dirty="0"/>
                <a:t>已知电子是在                     的加速电压下，由静止获得作匀速圆周速度的. 试求：（</a:t>
              </a:r>
              <a:r>
                <a:rPr lang="zh-CN" altLang="en-US" sz="2800" dirty="0">
                  <a:solidFill>
                    <a:srgbClr val="CC0000"/>
                  </a:solidFill>
                  <a:sym typeface="Wingdings" pitchFamily="2" charset="2"/>
                </a:rPr>
                <a:t>1</a:t>
              </a:r>
              <a:r>
                <a:rPr lang="zh-CN" altLang="en-US" sz="2800" dirty="0">
                  <a:sym typeface="Wingdings" pitchFamily="2" charset="2"/>
                </a:rPr>
                <a:t>）均匀磁场的磁感强度是多少？（</a:t>
              </a:r>
              <a:r>
                <a:rPr lang="zh-CN" altLang="en-US" sz="2800" dirty="0">
                  <a:solidFill>
                    <a:srgbClr val="CC0000"/>
                  </a:solidFill>
                  <a:sym typeface="Wingdings" pitchFamily="2" charset="2"/>
                </a:rPr>
                <a:t>2</a:t>
              </a:r>
              <a:r>
                <a:rPr lang="zh-CN" altLang="en-US" sz="2800" dirty="0">
                  <a:sym typeface="Wingdings" pitchFamily="2" charset="2"/>
                </a:rPr>
                <a:t>）电子的角速率是多少？</a:t>
              </a:r>
              <a:endParaRPr lang="zh-CN" altLang="en-US" sz="2800" dirty="0"/>
            </a:p>
          </p:txBody>
        </p:sp>
        <p:graphicFrame>
          <p:nvGraphicFramePr>
            <p:cNvPr id="160791" name="Object 23"/>
            <p:cNvGraphicFramePr>
              <a:graphicFrameLocks noChangeAspect="1"/>
            </p:cNvGraphicFramePr>
            <p:nvPr/>
          </p:nvGraphicFramePr>
          <p:xfrm>
            <a:off x="2592" y="960"/>
            <a:ext cx="1056" cy="290"/>
          </p:xfrm>
          <a:graphic>
            <a:graphicData uri="http://schemas.openxmlformats.org/presentationml/2006/ole">
              <p:oleObj spid="_x0000_s1074184" name="Equation" r:id="rId3" imgW="736560" imgH="177480" progId="">
                <p:embed/>
              </p:oleObj>
            </a:graphicData>
          </a:graphic>
        </p:graphicFrame>
      </p:grpSp>
      <p:sp>
        <p:nvSpPr>
          <p:cNvPr id="160794" name="Text Box 26"/>
          <p:cNvSpPr txBox="1">
            <a:spLocks noChangeArrowheads="1"/>
          </p:cNvSpPr>
          <p:nvPr/>
        </p:nvSpPr>
        <p:spPr bwMode="auto">
          <a:xfrm>
            <a:off x="228600" y="2667000"/>
            <a:ext cx="8534400"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解（1）</a:t>
            </a:r>
            <a:endParaRPr lang="en-US" altLang="zh-CN" sz="2800" i="1">
              <a:solidFill>
                <a:srgbClr val="CC0000"/>
              </a:solidFill>
            </a:endParaRPr>
          </a:p>
        </p:txBody>
      </p:sp>
      <p:graphicFrame>
        <p:nvGraphicFramePr>
          <p:cNvPr id="160796" name="Object 28"/>
          <p:cNvGraphicFramePr>
            <a:graphicFrameLocks noChangeAspect="1"/>
          </p:cNvGraphicFramePr>
          <p:nvPr/>
        </p:nvGraphicFramePr>
        <p:xfrm>
          <a:off x="1600200" y="2590800"/>
          <a:ext cx="2708275" cy="742950"/>
        </p:xfrm>
        <a:graphic>
          <a:graphicData uri="http://schemas.openxmlformats.org/presentationml/2006/ole">
            <p:oleObj spid="_x0000_s1074178" name="Equation" r:id="rId4" imgW="914400" imgH="241200" progId="">
              <p:embed/>
            </p:oleObj>
          </a:graphicData>
        </a:graphic>
      </p:graphicFrame>
      <p:graphicFrame>
        <p:nvGraphicFramePr>
          <p:cNvPr id="160798" name="Object 30"/>
          <p:cNvGraphicFramePr>
            <a:graphicFrameLocks noChangeAspect="1"/>
          </p:cNvGraphicFramePr>
          <p:nvPr/>
        </p:nvGraphicFramePr>
        <p:xfrm>
          <a:off x="5170488" y="2590800"/>
          <a:ext cx="3135312" cy="703263"/>
        </p:xfrm>
        <a:graphic>
          <a:graphicData uri="http://schemas.openxmlformats.org/presentationml/2006/ole">
            <p:oleObj spid="_x0000_s1074179" name="Equation" r:id="rId5" imgW="1015920" imgH="228600" progId="">
              <p:embed/>
            </p:oleObj>
          </a:graphicData>
        </a:graphic>
      </p:graphicFrame>
      <p:grpSp>
        <p:nvGrpSpPr>
          <p:cNvPr id="3" name="Group 37"/>
          <p:cNvGrpSpPr>
            <a:grpSpLocks/>
          </p:cNvGrpSpPr>
          <p:nvPr/>
        </p:nvGrpSpPr>
        <p:grpSpPr bwMode="auto">
          <a:xfrm>
            <a:off x="762000" y="3200400"/>
            <a:ext cx="5943600" cy="742950"/>
            <a:chOff x="480" y="2208"/>
            <a:chExt cx="3744" cy="468"/>
          </a:xfrm>
        </p:grpSpPr>
        <p:sp>
          <p:nvSpPr>
            <p:cNvPr id="160799" name="Text Box 31"/>
            <p:cNvSpPr txBox="1">
              <a:spLocks noChangeArrowheads="1"/>
            </p:cNvSpPr>
            <p:nvPr/>
          </p:nvSpPr>
          <p:spPr bwMode="auto">
            <a:xfrm>
              <a:off x="480" y="2265"/>
              <a:ext cx="2496" cy="327"/>
            </a:xfrm>
            <a:prstGeom prst="rect">
              <a:avLst/>
            </a:prstGeom>
            <a:noFill/>
            <a:ln w="9525">
              <a:noFill/>
              <a:miter lim="800000"/>
              <a:headEnd/>
              <a:tailEnd/>
            </a:ln>
            <a:effectLst/>
          </p:spPr>
          <p:txBody>
            <a:bodyPr>
              <a:spAutoFit/>
            </a:bodyPr>
            <a:lstStyle/>
            <a:p>
              <a:pPr>
                <a:spcBef>
                  <a:spcPct val="50000"/>
                </a:spcBef>
              </a:pPr>
              <a:r>
                <a:rPr lang="zh-CN" altLang="en-US" sz="2800"/>
                <a:t>由能量守恒定律，有</a:t>
              </a:r>
            </a:p>
          </p:txBody>
        </p:sp>
        <p:graphicFrame>
          <p:nvGraphicFramePr>
            <p:cNvPr id="160800" name="Object 32"/>
            <p:cNvGraphicFramePr>
              <a:graphicFrameLocks noChangeAspect="1"/>
            </p:cNvGraphicFramePr>
            <p:nvPr/>
          </p:nvGraphicFramePr>
          <p:xfrm>
            <a:off x="2619" y="2208"/>
            <a:ext cx="1605" cy="468"/>
          </p:xfrm>
          <a:graphic>
            <a:graphicData uri="http://schemas.openxmlformats.org/presentationml/2006/ole">
              <p:oleObj spid="_x0000_s1074183" name="Equation" r:id="rId6" imgW="939600" imgH="241200" progId="">
                <p:embed/>
              </p:oleObj>
            </a:graphicData>
          </a:graphic>
        </p:graphicFrame>
      </p:grpSp>
      <p:graphicFrame>
        <p:nvGraphicFramePr>
          <p:cNvPr id="160801" name="Object 33"/>
          <p:cNvGraphicFramePr>
            <a:graphicFrameLocks noChangeAspect="1"/>
          </p:cNvGraphicFramePr>
          <p:nvPr/>
        </p:nvGraphicFramePr>
        <p:xfrm>
          <a:off x="1371600" y="3733800"/>
          <a:ext cx="6248400" cy="1330325"/>
        </p:xfrm>
        <a:graphic>
          <a:graphicData uri="http://schemas.openxmlformats.org/presentationml/2006/ole">
            <p:oleObj spid="_x0000_s1074180" name="Equation" r:id="rId7" imgW="1981080" imgH="431640" progId="">
              <p:embed/>
            </p:oleObj>
          </a:graphicData>
        </a:graphic>
      </p:graphicFrame>
      <p:graphicFrame>
        <p:nvGraphicFramePr>
          <p:cNvPr id="160802" name="Object 34"/>
          <p:cNvGraphicFramePr>
            <a:graphicFrameLocks noChangeAspect="1"/>
          </p:cNvGraphicFramePr>
          <p:nvPr/>
        </p:nvGraphicFramePr>
        <p:xfrm>
          <a:off x="1600200" y="4876800"/>
          <a:ext cx="5581650" cy="727075"/>
        </p:xfrm>
        <a:graphic>
          <a:graphicData uri="http://schemas.openxmlformats.org/presentationml/2006/ole">
            <p:oleObj spid="_x0000_s1074181" name="Equation" r:id="rId8" imgW="1650960" imgH="241200" progId="">
              <p:embed/>
            </p:oleObj>
          </a:graphicData>
        </a:graphic>
      </p:graphicFrame>
      <p:grpSp>
        <p:nvGrpSpPr>
          <p:cNvPr id="4" name="Group 38"/>
          <p:cNvGrpSpPr>
            <a:grpSpLocks/>
          </p:cNvGrpSpPr>
          <p:nvPr/>
        </p:nvGrpSpPr>
        <p:grpSpPr bwMode="auto">
          <a:xfrm>
            <a:off x="609600" y="5711825"/>
            <a:ext cx="6858000" cy="688975"/>
            <a:chOff x="384" y="3742"/>
            <a:chExt cx="4224" cy="434"/>
          </a:xfrm>
        </p:grpSpPr>
        <p:sp>
          <p:nvSpPr>
            <p:cNvPr id="160803" name="Text Box 35"/>
            <p:cNvSpPr txBox="1">
              <a:spLocks noChangeArrowheads="1"/>
            </p:cNvSpPr>
            <p:nvPr/>
          </p:nvSpPr>
          <p:spPr bwMode="auto">
            <a:xfrm>
              <a:off x="384" y="3801"/>
              <a:ext cx="960"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（2）</a:t>
              </a:r>
            </a:p>
          </p:txBody>
        </p:sp>
        <p:graphicFrame>
          <p:nvGraphicFramePr>
            <p:cNvPr id="160804" name="Object 36"/>
            <p:cNvGraphicFramePr>
              <a:graphicFrameLocks noChangeAspect="1"/>
            </p:cNvGraphicFramePr>
            <p:nvPr/>
          </p:nvGraphicFramePr>
          <p:xfrm>
            <a:off x="1206" y="3742"/>
            <a:ext cx="3402" cy="434"/>
          </p:xfrm>
          <a:graphic>
            <a:graphicData uri="http://schemas.openxmlformats.org/presentationml/2006/ole">
              <p:oleObj spid="_x0000_s1074182" name="Equation" r:id="rId9" imgW="1714320" imgH="228600" progId="">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60796"/>
                                        </p:tgtEl>
                                        <p:attrNameLst>
                                          <p:attrName>style.visibility</p:attrName>
                                        </p:attrNameLst>
                                      </p:cBhvr>
                                      <p:to>
                                        <p:strVal val="visible"/>
                                      </p:to>
                                    </p:set>
                                    <p:animEffect transition="in" filter="blinds(vertical)">
                                      <p:cBhvr>
                                        <p:cTn id="7" dur="500"/>
                                        <p:tgtEl>
                                          <p:spTgt spid="1607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0798"/>
                                        </p:tgtEl>
                                        <p:attrNameLst>
                                          <p:attrName>style.visibility</p:attrName>
                                        </p:attrNameLst>
                                      </p:cBhvr>
                                      <p:to>
                                        <p:strVal val="visible"/>
                                      </p:to>
                                    </p:set>
                                    <p:animEffect transition="in" filter="blinds(vertical)">
                                      <p:cBhvr>
                                        <p:cTn id="12" dur="500"/>
                                        <p:tgtEl>
                                          <p:spTgt spid="16079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60801"/>
                                        </p:tgtEl>
                                        <p:attrNameLst>
                                          <p:attrName>style.visibility</p:attrName>
                                        </p:attrNameLst>
                                      </p:cBhvr>
                                      <p:to>
                                        <p:strVal val="visible"/>
                                      </p:to>
                                    </p:set>
                                    <p:animEffect transition="in" filter="blinds(vertical)">
                                      <p:cBhvr>
                                        <p:cTn id="22" dur="500"/>
                                        <p:tgtEl>
                                          <p:spTgt spid="16080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60802"/>
                                        </p:tgtEl>
                                        <p:attrNameLst>
                                          <p:attrName>style.visibility</p:attrName>
                                        </p:attrNameLst>
                                      </p:cBhvr>
                                      <p:to>
                                        <p:strVal val="visible"/>
                                      </p:to>
                                    </p:set>
                                    <p:animEffect transition="in" filter="blinds(vertical)">
                                      <p:cBhvr>
                                        <p:cTn id="27" dur="500"/>
                                        <p:tgtEl>
                                          <p:spTgt spid="16080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228600" y="152400"/>
            <a:ext cx="3048000" cy="519113"/>
          </a:xfrm>
          <a:prstGeom prst="rect">
            <a:avLst/>
          </a:prstGeom>
          <a:noFill/>
          <a:ln w="9525">
            <a:noFill/>
            <a:miter lim="800000"/>
            <a:headEnd/>
            <a:tailEnd/>
          </a:ln>
          <a:effectLst/>
        </p:spPr>
        <p:txBody>
          <a:bodyPr>
            <a:spAutoFit/>
          </a:bodyPr>
          <a:lstStyle/>
          <a:p>
            <a:r>
              <a:rPr lang="zh-CN" altLang="en-US" sz="2800" b="1" dirty="0">
                <a:solidFill>
                  <a:srgbClr val="002060"/>
                </a:solidFill>
              </a:rPr>
              <a:t>2 .   磁聚焦</a:t>
            </a:r>
          </a:p>
        </p:txBody>
      </p:sp>
      <p:sp>
        <p:nvSpPr>
          <p:cNvPr id="161795" name="Rectangle 3"/>
          <p:cNvSpPr>
            <a:spLocks noChangeArrowheads="1"/>
          </p:cNvSpPr>
          <p:nvPr/>
        </p:nvSpPr>
        <p:spPr bwMode="auto">
          <a:xfrm>
            <a:off x="5326063" y="838200"/>
            <a:ext cx="3741737" cy="519113"/>
          </a:xfrm>
          <a:prstGeom prst="rect">
            <a:avLst/>
          </a:prstGeom>
          <a:noFill/>
          <a:ln w="9525">
            <a:noFill/>
            <a:miter lim="800000"/>
            <a:headEnd/>
            <a:tailEnd/>
          </a:ln>
          <a:effectLst/>
        </p:spPr>
        <p:txBody>
          <a:bodyPr>
            <a:spAutoFit/>
          </a:bodyPr>
          <a:lstStyle/>
          <a:p>
            <a:pPr>
              <a:spcBef>
                <a:spcPct val="50000"/>
              </a:spcBef>
            </a:pPr>
            <a:r>
              <a:rPr lang="zh-CN" altLang="en-US" sz="2800">
                <a:solidFill>
                  <a:srgbClr val="FF0000"/>
                </a:solidFill>
              </a:rPr>
              <a:t>（</a:t>
            </a:r>
            <a:r>
              <a:rPr lang="zh-CN" altLang="en-US" sz="2800"/>
              <a:t>洛仑兹力不做功</a:t>
            </a:r>
            <a:r>
              <a:rPr lang="zh-CN" altLang="en-US" sz="2800">
                <a:solidFill>
                  <a:srgbClr val="FF0000"/>
                </a:solidFill>
              </a:rPr>
              <a:t>）</a:t>
            </a:r>
          </a:p>
        </p:txBody>
      </p:sp>
      <p:graphicFrame>
        <p:nvGraphicFramePr>
          <p:cNvPr id="161796" name="Object 4"/>
          <p:cNvGraphicFramePr>
            <a:graphicFrameLocks noChangeAspect="1"/>
          </p:cNvGraphicFramePr>
          <p:nvPr/>
        </p:nvGraphicFramePr>
        <p:xfrm>
          <a:off x="457200" y="2286000"/>
          <a:ext cx="2438400" cy="865188"/>
        </p:xfrm>
        <a:graphic>
          <a:graphicData uri="http://schemas.openxmlformats.org/presentationml/2006/ole">
            <p:oleObj spid="_x0000_s1075202" name="Equation" r:id="rId4" imgW="736560" imgH="241200" progId="Equation.3">
              <p:embed/>
            </p:oleObj>
          </a:graphicData>
        </a:graphic>
      </p:graphicFrame>
      <p:graphicFrame>
        <p:nvGraphicFramePr>
          <p:cNvPr id="161797" name="Object 5"/>
          <p:cNvGraphicFramePr>
            <a:graphicFrameLocks noChangeAspect="1"/>
          </p:cNvGraphicFramePr>
          <p:nvPr/>
        </p:nvGraphicFramePr>
        <p:xfrm>
          <a:off x="457200" y="3962400"/>
          <a:ext cx="2438400" cy="727075"/>
        </p:xfrm>
        <a:graphic>
          <a:graphicData uri="http://schemas.openxmlformats.org/presentationml/2006/ole">
            <p:oleObj spid="_x0000_s1075203" name="Equation" r:id="rId5" imgW="723600" imgH="215640" progId="Equation.3">
              <p:embed/>
            </p:oleObj>
          </a:graphicData>
        </a:graphic>
      </p:graphicFrame>
      <p:grpSp>
        <p:nvGrpSpPr>
          <p:cNvPr id="2" name="Group 6"/>
          <p:cNvGrpSpPr>
            <a:grpSpLocks/>
          </p:cNvGrpSpPr>
          <p:nvPr/>
        </p:nvGrpSpPr>
        <p:grpSpPr bwMode="auto">
          <a:xfrm>
            <a:off x="685800" y="762000"/>
            <a:ext cx="4495800" cy="649288"/>
            <a:chOff x="528" y="733"/>
            <a:chExt cx="2832" cy="409"/>
          </a:xfrm>
        </p:grpSpPr>
        <p:sp>
          <p:nvSpPr>
            <p:cNvPr id="161799" name="Rectangle 7"/>
            <p:cNvSpPr>
              <a:spLocks noChangeArrowheads="1"/>
            </p:cNvSpPr>
            <p:nvPr/>
          </p:nvSpPr>
          <p:spPr bwMode="auto">
            <a:xfrm>
              <a:off x="528" y="733"/>
              <a:ext cx="1824"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洛仑兹力  </a:t>
              </a:r>
              <a:endParaRPr lang="zh-CN" altLang="en-US" sz="2800">
                <a:solidFill>
                  <a:srgbClr val="FF0000"/>
                </a:solidFill>
              </a:endParaRPr>
            </a:p>
          </p:txBody>
        </p:sp>
        <p:graphicFrame>
          <p:nvGraphicFramePr>
            <p:cNvPr id="161800" name="Object 8"/>
            <p:cNvGraphicFramePr>
              <a:graphicFrameLocks noChangeAspect="1"/>
            </p:cNvGraphicFramePr>
            <p:nvPr/>
          </p:nvGraphicFramePr>
          <p:xfrm>
            <a:off x="1728" y="741"/>
            <a:ext cx="1632" cy="401"/>
          </p:xfrm>
          <a:graphic>
            <a:graphicData uri="http://schemas.openxmlformats.org/presentationml/2006/ole">
              <p:oleObj spid="_x0000_s1075211" name="Equation" r:id="rId6" imgW="1447560" imgH="380880" progId="Equation.3">
                <p:embed/>
              </p:oleObj>
            </a:graphicData>
          </a:graphic>
        </p:graphicFrame>
      </p:grpSp>
      <p:sp>
        <p:nvSpPr>
          <p:cNvPr id="161801" name="Rectangle 9"/>
          <p:cNvSpPr>
            <a:spLocks noChangeArrowheads="1"/>
          </p:cNvSpPr>
          <p:nvPr/>
        </p:nvSpPr>
        <p:spPr bwMode="auto">
          <a:xfrm>
            <a:off x="5410200" y="1676400"/>
            <a:ext cx="3011488" cy="685800"/>
          </a:xfrm>
          <a:prstGeom prst="rect">
            <a:avLst/>
          </a:prstGeom>
          <a:noFill/>
          <a:ln w="19050">
            <a:noFill/>
            <a:miter lim="800000"/>
            <a:headEnd/>
            <a:tailEnd/>
          </a:ln>
          <a:effectLst/>
        </p:spPr>
        <p:txBody>
          <a:bodyPr wrap="none" anchor="ctr"/>
          <a:lstStyle/>
          <a:p>
            <a:endParaRPr lang="zh-CN" altLang="en-US" sz="2800"/>
          </a:p>
        </p:txBody>
      </p:sp>
      <p:grpSp>
        <p:nvGrpSpPr>
          <p:cNvPr id="3" name="Group 10"/>
          <p:cNvGrpSpPr>
            <a:grpSpLocks/>
          </p:cNvGrpSpPr>
          <p:nvPr/>
        </p:nvGrpSpPr>
        <p:grpSpPr bwMode="auto">
          <a:xfrm>
            <a:off x="228600" y="1600200"/>
            <a:ext cx="2895600" cy="609600"/>
            <a:chOff x="3840" y="1344"/>
            <a:chExt cx="1920" cy="384"/>
          </a:xfrm>
        </p:grpSpPr>
        <p:sp>
          <p:nvSpPr>
            <p:cNvPr id="161803" name="Text Box 11"/>
            <p:cNvSpPr txBox="1">
              <a:spLocks noChangeArrowheads="1"/>
            </p:cNvSpPr>
            <p:nvPr/>
          </p:nvSpPr>
          <p:spPr bwMode="auto">
            <a:xfrm>
              <a:off x="3840" y="1392"/>
              <a:ext cx="1920" cy="333"/>
            </a:xfrm>
            <a:prstGeom prst="rect">
              <a:avLst/>
            </a:prstGeom>
            <a:gradFill rotWithShape="0">
              <a:gsLst>
                <a:gs pos="0">
                  <a:srgbClr val="FFE7FF"/>
                </a:gs>
                <a:gs pos="50000">
                  <a:srgbClr val="FFFFFF"/>
                </a:gs>
                <a:gs pos="100000">
                  <a:srgbClr val="FFE7FF"/>
                </a:gs>
              </a:gsLst>
              <a:lin ang="5400000" scaled="1"/>
            </a:gradFill>
            <a:ln w="9525">
              <a:solidFill>
                <a:srgbClr val="CC00CC"/>
              </a:solidFill>
              <a:miter lim="800000"/>
              <a:headEnd/>
              <a:tailEnd/>
            </a:ln>
            <a:effectLst/>
          </p:spPr>
          <p:txBody>
            <a:bodyPr>
              <a:spAutoFit/>
            </a:bodyPr>
            <a:lstStyle/>
            <a:p>
              <a:pPr>
                <a:spcBef>
                  <a:spcPct val="50000"/>
                </a:spcBef>
              </a:pPr>
              <a:r>
                <a:rPr lang="zh-CN" altLang="en-US" sz="2800">
                  <a:solidFill>
                    <a:schemeClr val="tx1"/>
                  </a:solidFill>
                </a:rPr>
                <a:t>       </a:t>
              </a:r>
              <a:r>
                <a:rPr lang="zh-CN" altLang="en-US" sz="2800"/>
                <a:t>与     不垂直</a:t>
              </a:r>
            </a:p>
          </p:txBody>
        </p:sp>
        <p:graphicFrame>
          <p:nvGraphicFramePr>
            <p:cNvPr id="161804" name="Object 12"/>
            <p:cNvGraphicFramePr>
              <a:graphicFrameLocks noChangeAspect="1"/>
            </p:cNvGraphicFramePr>
            <p:nvPr/>
          </p:nvGraphicFramePr>
          <p:xfrm>
            <a:off x="4446" y="1344"/>
            <a:ext cx="339" cy="348"/>
          </p:xfrm>
          <a:graphic>
            <a:graphicData uri="http://schemas.openxmlformats.org/presentationml/2006/ole">
              <p:oleObj spid="_x0000_s1075209" name="公式" r:id="rId7" imgW="152280" imgH="190440" progId="Equation.3">
                <p:embed/>
              </p:oleObj>
            </a:graphicData>
          </a:graphic>
        </p:graphicFrame>
        <p:graphicFrame>
          <p:nvGraphicFramePr>
            <p:cNvPr id="161805" name="Object 13"/>
            <p:cNvGraphicFramePr>
              <a:graphicFrameLocks noChangeAspect="1"/>
            </p:cNvGraphicFramePr>
            <p:nvPr/>
          </p:nvGraphicFramePr>
          <p:xfrm>
            <a:off x="3992" y="1344"/>
            <a:ext cx="246" cy="384"/>
          </p:xfrm>
          <a:graphic>
            <a:graphicData uri="http://schemas.openxmlformats.org/presentationml/2006/ole">
              <p:oleObj spid="_x0000_s1075210" name="Equation" r:id="rId8" imgW="126720" imgH="177480" progId="Equation.3">
                <p:embed/>
              </p:oleObj>
            </a:graphicData>
          </a:graphic>
        </p:graphicFrame>
      </p:grpSp>
      <p:graphicFrame>
        <p:nvGraphicFramePr>
          <p:cNvPr id="161806" name="Object 14"/>
          <p:cNvGraphicFramePr>
            <a:graphicFrameLocks noChangeAspect="1"/>
          </p:cNvGraphicFramePr>
          <p:nvPr/>
        </p:nvGraphicFramePr>
        <p:xfrm>
          <a:off x="381000" y="3200400"/>
          <a:ext cx="2514600" cy="796925"/>
        </p:xfrm>
        <a:graphic>
          <a:graphicData uri="http://schemas.openxmlformats.org/presentationml/2006/ole">
            <p:oleObj spid="_x0000_s1075204" name="Equation" r:id="rId9" imgW="761760" imgH="241200" progId="Equation.3">
              <p:embed/>
            </p:oleObj>
          </a:graphicData>
        </a:graphic>
      </p:graphicFrame>
      <p:graphicFrame>
        <p:nvGraphicFramePr>
          <p:cNvPr id="161807" name="Object 15"/>
          <p:cNvGraphicFramePr>
            <a:graphicFrameLocks noChangeAspect="1"/>
          </p:cNvGraphicFramePr>
          <p:nvPr/>
        </p:nvGraphicFramePr>
        <p:xfrm>
          <a:off x="2133600" y="4876800"/>
          <a:ext cx="1600200" cy="1187450"/>
        </p:xfrm>
        <a:graphic>
          <a:graphicData uri="http://schemas.openxmlformats.org/presentationml/2006/ole">
            <p:oleObj spid="_x0000_s1075205" name="Equation" r:id="rId10" imgW="634680" imgH="419040" progId="Equation.3">
              <p:embed/>
            </p:oleObj>
          </a:graphicData>
        </a:graphic>
      </p:graphicFrame>
      <p:graphicFrame>
        <p:nvGraphicFramePr>
          <p:cNvPr id="161808" name="Object 16"/>
          <p:cNvGraphicFramePr>
            <a:graphicFrameLocks noChangeAspect="1"/>
          </p:cNvGraphicFramePr>
          <p:nvPr/>
        </p:nvGraphicFramePr>
        <p:xfrm>
          <a:off x="228600" y="4876800"/>
          <a:ext cx="1600200" cy="1168400"/>
        </p:xfrm>
        <a:graphic>
          <a:graphicData uri="http://schemas.openxmlformats.org/presentationml/2006/ole">
            <p:oleObj spid="_x0000_s1075206" name="Equation" r:id="rId11" imgW="952200" imgH="660240" progId="Equation.3">
              <p:embed/>
            </p:oleObj>
          </a:graphicData>
        </a:graphic>
      </p:graphicFrame>
      <p:grpSp>
        <p:nvGrpSpPr>
          <p:cNvPr id="4" name="Group 17"/>
          <p:cNvGrpSpPr>
            <a:grpSpLocks/>
          </p:cNvGrpSpPr>
          <p:nvPr/>
        </p:nvGrpSpPr>
        <p:grpSpPr bwMode="auto">
          <a:xfrm>
            <a:off x="3886200" y="4876800"/>
            <a:ext cx="4876800" cy="1216025"/>
            <a:chOff x="2640" y="3312"/>
            <a:chExt cx="2880" cy="718"/>
          </a:xfrm>
        </p:grpSpPr>
        <p:graphicFrame>
          <p:nvGraphicFramePr>
            <p:cNvPr id="161810" name="Object 18"/>
            <p:cNvGraphicFramePr>
              <a:graphicFrameLocks noChangeAspect="1"/>
            </p:cNvGraphicFramePr>
            <p:nvPr/>
          </p:nvGraphicFramePr>
          <p:xfrm>
            <a:off x="3216" y="3312"/>
            <a:ext cx="2304" cy="718"/>
          </p:xfrm>
          <a:graphic>
            <a:graphicData uri="http://schemas.openxmlformats.org/presentationml/2006/ole">
              <p:oleObj spid="_x0000_s1075208" name="Equation" r:id="rId12" imgW="1447560" imgH="419040" progId="Equation.3">
                <p:embed/>
              </p:oleObj>
            </a:graphicData>
          </a:graphic>
        </p:graphicFrame>
        <p:sp>
          <p:nvSpPr>
            <p:cNvPr id="161811" name="Rectangle 19"/>
            <p:cNvSpPr>
              <a:spLocks noChangeArrowheads="1"/>
            </p:cNvSpPr>
            <p:nvPr/>
          </p:nvSpPr>
          <p:spPr bwMode="auto">
            <a:xfrm>
              <a:off x="2640" y="3465"/>
              <a:ext cx="1344" cy="306"/>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螺距</a:t>
              </a:r>
            </a:p>
          </p:txBody>
        </p:sp>
      </p:grpSp>
    </p:spTree>
    <p:controls>
      <p:control spid="1075212" name="ShockwaveFlash1" r:id="rId2" imgW="5485714" imgH="2895238"/>
    </p:controls>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1796"/>
                                        </p:tgtEl>
                                        <p:attrNameLst>
                                          <p:attrName>style.visibility</p:attrName>
                                        </p:attrNameLst>
                                      </p:cBhvr>
                                      <p:to>
                                        <p:strVal val="visible"/>
                                      </p:to>
                                    </p:set>
                                    <p:animEffect transition="in" filter="blinds(horizontal)">
                                      <p:cBhvr>
                                        <p:cTn id="12" dur="500"/>
                                        <p:tgtEl>
                                          <p:spTgt spid="16179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61806"/>
                                        </p:tgtEl>
                                        <p:attrNameLst>
                                          <p:attrName>style.visibility</p:attrName>
                                        </p:attrNameLst>
                                      </p:cBhvr>
                                      <p:to>
                                        <p:strVal val="visible"/>
                                      </p:to>
                                    </p:set>
                                    <p:animEffect transition="in" filter="blinds(vertical)">
                                      <p:cBhvr>
                                        <p:cTn id="17" dur="500"/>
                                        <p:tgtEl>
                                          <p:spTgt spid="16180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61797"/>
                                        </p:tgtEl>
                                        <p:attrNameLst>
                                          <p:attrName>style.visibility</p:attrName>
                                        </p:attrNameLst>
                                      </p:cBhvr>
                                      <p:to>
                                        <p:strVal val="visible"/>
                                      </p:to>
                                    </p:set>
                                    <p:animEffect transition="in" filter="blinds(vertical)">
                                      <p:cBhvr>
                                        <p:cTn id="22" dur="500"/>
                                        <p:tgtEl>
                                          <p:spTgt spid="16179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61808"/>
                                        </p:tgtEl>
                                        <p:attrNameLst>
                                          <p:attrName>style.visibility</p:attrName>
                                        </p:attrNameLst>
                                      </p:cBhvr>
                                      <p:to>
                                        <p:strVal val="visible"/>
                                      </p:to>
                                    </p:set>
                                    <p:animEffect transition="in" filter="blinds(vertical)">
                                      <p:cBhvr>
                                        <p:cTn id="27" dur="500"/>
                                        <p:tgtEl>
                                          <p:spTgt spid="16180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61807"/>
                                        </p:tgtEl>
                                        <p:attrNameLst>
                                          <p:attrName>style.visibility</p:attrName>
                                        </p:attrNameLst>
                                      </p:cBhvr>
                                      <p:to>
                                        <p:strVal val="visible"/>
                                      </p:to>
                                    </p:set>
                                    <p:animEffect transition="in" filter="blinds(vertical)">
                                      <p:cBhvr>
                                        <p:cTn id="32" dur="500"/>
                                        <p:tgtEl>
                                          <p:spTgt spid="161807"/>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457200" y="5805488"/>
            <a:ext cx="8001000" cy="519112"/>
          </a:xfrm>
          <a:prstGeom prst="rect">
            <a:avLst/>
          </a:prstGeom>
          <a:noFill/>
          <a:ln w="9525">
            <a:noFill/>
            <a:miter lim="800000"/>
            <a:headEnd/>
            <a:tailEnd/>
          </a:ln>
          <a:effectLst/>
        </p:spPr>
        <p:txBody>
          <a:bodyPr>
            <a:spAutoFit/>
          </a:bodyPr>
          <a:lstStyle/>
          <a:p>
            <a:pPr>
              <a:spcBef>
                <a:spcPct val="50000"/>
              </a:spcBef>
              <a:buFontTx/>
              <a:buBlip>
                <a:blip r:embed="rId4"/>
              </a:buBlip>
            </a:pPr>
            <a:r>
              <a:rPr lang="zh-CN" altLang="en-US" sz="2800">
                <a:solidFill>
                  <a:srgbClr val="CC0000"/>
                </a:solidFill>
              </a:rPr>
              <a:t>     应用     </a:t>
            </a:r>
            <a:r>
              <a:rPr lang="zh-CN" altLang="en-US" sz="2800">
                <a:solidFill>
                  <a:schemeClr val="tx1"/>
                </a:solidFill>
              </a:rPr>
              <a:t>电子光学 ,   电子显微镜等 .</a:t>
            </a:r>
          </a:p>
        </p:txBody>
      </p:sp>
      <p:grpSp>
        <p:nvGrpSpPr>
          <p:cNvPr id="2" name="Group 3"/>
          <p:cNvGrpSpPr>
            <a:grpSpLocks/>
          </p:cNvGrpSpPr>
          <p:nvPr/>
        </p:nvGrpSpPr>
        <p:grpSpPr bwMode="auto">
          <a:xfrm>
            <a:off x="381000" y="381000"/>
            <a:ext cx="8305800" cy="2227263"/>
            <a:chOff x="240" y="432"/>
            <a:chExt cx="5232" cy="1403"/>
          </a:xfrm>
        </p:grpSpPr>
        <p:sp>
          <p:nvSpPr>
            <p:cNvPr id="162820" name="Text Box 4"/>
            <p:cNvSpPr txBox="1">
              <a:spLocks noChangeArrowheads="1"/>
            </p:cNvSpPr>
            <p:nvPr/>
          </p:nvSpPr>
          <p:spPr bwMode="auto">
            <a:xfrm>
              <a:off x="240" y="432"/>
              <a:ext cx="5232" cy="1403"/>
            </a:xfrm>
            <a:prstGeom prst="rect">
              <a:avLst/>
            </a:prstGeom>
            <a:noFill/>
            <a:ln w="9525">
              <a:noFill/>
              <a:miter lim="800000"/>
              <a:headEnd/>
              <a:tailEnd/>
            </a:ln>
            <a:effectLst/>
          </p:spPr>
          <p:txBody>
            <a:bodyPr>
              <a:spAutoFit/>
            </a:bodyPr>
            <a:lstStyle/>
            <a:p>
              <a:pPr>
                <a:spcBef>
                  <a:spcPct val="50000"/>
                </a:spcBef>
                <a:buFontTx/>
                <a:buBlip>
                  <a:blip r:embed="rId4"/>
                </a:buBlip>
              </a:pPr>
              <a:r>
                <a:rPr lang="zh-CN" altLang="en-US" sz="2800">
                  <a:solidFill>
                    <a:srgbClr val="CC0000"/>
                  </a:solidFill>
                </a:rPr>
                <a:t>     磁聚焦</a:t>
              </a:r>
              <a:r>
                <a:rPr lang="zh-CN" altLang="en-US" sz="2800">
                  <a:solidFill>
                    <a:schemeClr val="tx1"/>
                  </a:solidFill>
                </a:rPr>
                <a:t>    在均匀磁场中某点 </a:t>
              </a:r>
              <a:r>
                <a:rPr lang="en-US" altLang="zh-CN" sz="2800" i="1">
                  <a:solidFill>
                    <a:schemeClr val="tx1"/>
                  </a:solidFill>
                </a:rPr>
                <a:t>A</a:t>
              </a:r>
              <a:r>
                <a:rPr lang="en-US" altLang="zh-CN" sz="2800">
                  <a:solidFill>
                    <a:schemeClr val="tx1"/>
                  </a:solidFill>
                </a:rPr>
                <a:t> </a:t>
              </a:r>
              <a:r>
                <a:rPr lang="zh-CN" altLang="en-US" sz="2800">
                  <a:solidFill>
                    <a:schemeClr val="tx1"/>
                  </a:solidFill>
                </a:rPr>
                <a:t>发射一束初速相差不大的带电粒子, 它们的       与       之间的夹角    不尽相同 ,  但都较小,   这些粒子沿半径不同的螺旋线运动,  因螺距近似相等,  都相交于屏上同一点, 此现象称之为磁聚焦 .</a:t>
              </a:r>
            </a:p>
          </p:txBody>
        </p:sp>
        <p:graphicFrame>
          <p:nvGraphicFramePr>
            <p:cNvPr id="162821" name="Object 5"/>
            <p:cNvGraphicFramePr>
              <a:graphicFrameLocks noChangeAspect="1"/>
            </p:cNvGraphicFramePr>
            <p:nvPr/>
          </p:nvGraphicFramePr>
          <p:xfrm>
            <a:off x="4704" y="672"/>
            <a:ext cx="239" cy="336"/>
          </p:xfrm>
          <a:graphic>
            <a:graphicData uri="http://schemas.openxmlformats.org/presentationml/2006/ole">
              <p:oleObj spid="_x0000_s1076227" name="公式" r:id="rId5" imgW="126720" imgH="177480" progId="Equation.3">
                <p:embed/>
              </p:oleObj>
            </a:graphicData>
          </a:graphic>
        </p:graphicFrame>
        <p:graphicFrame>
          <p:nvGraphicFramePr>
            <p:cNvPr id="162822" name="Object 6"/>
            <p:cNvGraphicFramePr>
              <a:graphicFrameLocks noChangeAspect="1"/>
            </p:cNvGraphicFramePr>
            <p:nvPr/>
          </p:nvGraphicFramePr>
          <p:xfrm>
            <a:off x="2736" y="672"/>
            <a:ext cx="311" cy="384"/>
          </p:xfrm>
          <a:graphic>
            <a:graphicData uri="http://schemas.openxmlformats.org/presentationml/2006/ole">
              <p:oleObj spid="_x0000_s1076228" name="Equation" r:id="rId6" imgW="266400" imgH="330120" progId="Equation.3">
                <p:embed/>
              </p:oleObj>
            </a:graphicData>
          </a:graphic>
        </p:graphicFrame>
        <p:graphicFrame>
          <p:nvGraphicFramePr>
            <p:cNvPr id="162823" name="Object 7"/>
            <p:cNvGraphicFramePr>
              <a:graphicFrameLocks noChangeAspect="1"/>
            </p:cNvGraphicFramePr>
            <p:nvPr/>
          </p:nvGraphicFramePr>
          <p:xfrm>
            <a:off x="3312" y="672"/>
            <a:ext cx="233" cy="288"/>
          </p:xfrm>
          <a:graphic>
            <a:graphicData uri="http://schemas.openxmlformats.org/presentationml/2006/ole">
              <p:oleObj spid="_x0000_s1076229" name="Equation" r:id="rId7" imgW="215640" imgH="266400" progId="Equation.3">
                <p:embed/>
              </p:oleObj>
            </a:graphicData>
          </a:graphic>
        </p:graphicFrame>
      </p:grpSp>
      <p:sp>
        <p:nvSpPr>
          <p:cNvPr id="162824" name="Rectangle 8"/>
          <p:cNvSpPr>
            <a:spLocks noChangeArrowheads="1"/>
          </p:cNvSpPr>
          <p:nvPr/>
        </p:nvSpPr>
        <p:spPr bwMode="auto">
          <a:xfrm>
            <a:off x="1295400" y="2667000"/>
            <a:ext cx="6553200" cy="3124200"/>
          </a:xfrm>
          <a:prstGeom prst="rect">
            <a:avLst/>
          </a:prstGeom>
          <a:noFill/>
          <a:ln w="9525">
            <a:solidFill>
              <a:schemeClr val="tx1"/>
            </a:solidFill>
            <a:miter lim="800000"/>
            <a:headEnd/>
            <a:tailEnd/>
          </a:ln>
          <a:effectLst/>
        </p:spPr>
        <p:txBody>
          <a:bodyPr wrap="none" anchor="ctr"/>
          <a:lstStyle/>
          <a:p>
            <a:endParaRPr lang="zh-CN" altLang="en-US" sz="2800"/>
          </a:p>
        </p:txBody>
      </p:sp>
    </p:spTree>
    <p:controls>
      <p:control spid="1076226" name="ShockwaveFlash1" r:id="rId2" imgW="6095238" imgH="2971429"/>
    </p:controls>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2818"/>
                                        </p:tgtEl>
                                        <p:attrNameLst>
                                          <p:attrName>style.visibility</p:attrName>
                                        </p:attrNameLst>
                                      </p:cBhvr>
                                      <p:to>
                                        <p:strVal val="visible"/>
                                      </p:to>
                                    </p:set>
                                    <p:animEffect transition="in" filter="blinds(vertical)">
                                      <p:cBhvr>
                                        <p:cTn id="7" dur="500"/>
                                        <p:tgtEl>
                                          <p:spTgt spid="162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2"/>
          <p:cNvGrpSpPr>
            <a:grpSpLocks/>
          </p:cNvGrpSpPr>
          <p:nvPr/>
        </p:nvGrpSpPr>
        <p:grpSpPr bwMode="auto">
          <a:xfrm>
            <a:off x="4191000" y="685800"/>
            <a:ext cx="4572000" cy="3468688"/>
            <a:chOff x="2208" y="528"/>
            <a:chExt cx="2880" cy="2185"/>
          </a:xfrm>
        </p:grpSpPr>
        <p:sp>
          <p:nvSpPr>
            <p:cNvPr id="178188" name="Rectangle 12"/>
            <p:cNvSpPr>
              <a:spLocks noChangeArrowheads="1"/>
            </p:cNvSpPr>
            <p:nvPr/>
          </p:nvSpPr>
          <p:spPr bwMode="auto">
            <a:xfrm>
              <a:off x="2208" y="528"/>
              <a:ext cx="2880" cy="1872"/>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sp>
          <p:nvSpPr>
            <p:cNvPr id="178182" name="Freeform 6"/>
            <p:cNvSpPr>
              <a:spLocks/>
            </p:cNvSpPr>
            <p:nvPr/>
          </p:nvSpPr>
          <p:spPr bwMode="auto">
            <a:xfrm>
              <a:off x="2296" y="653"/>
              <a:ext cx="2312" cy="553"/>
            </a:xfrm>
            <a:custGeom>
              <a:avLst/>
              <a:gdLst/>
              <a:ahLst/>
              <a:cxnLst>
                <a:cxn ang="0">
                  <a:pos x="0" y="0"/>
                </a:cxn>
                <a:cxn ang="0">
                  <a:pos x="530" y="246"/>
                </a:cxn>
                <a:cxn ang="0">
                  <a:pos x="930" y="391"/>
                </a:cxn>
                <a:cxn ang="0">
                  <a:pos x="1400" y="499"/>
                </a:cxn>
                <a:cxn ang="0">
                  <a:pos x="1890" y="537"/>
                </a:cxn>
                <a:cxn ang="0">
                  <a:pos x="2312" y="553"/>
                </a:cxn>
              </a:cxnLst>
              <a:rect l="0" t="0" r="r" b="b"/>
              <a:pathLst>
                <a:path w="2312" h="553">
                  <a:moveTo>
                    <a:pt x="0" y="0"/>
                  </a:moveTo>
                  <a:cubicBezTo>
                    <a:pt x="89" y="41"/>
                    <a:pt x="375" y="181"/>
                    <a:pt x="530" y="246"/>
                  </a:cubicBezTo>
                  <a:cubicBezTo>
                    <a:pt x="685" y="311"/>
                    <a:pt x="785" y="349"/>
                    <a:pt x="930" y="391"/>
                  </a:cubicBezTo>
                  <a:cubicBezTo>
                    <a:pt x="1075" y="433"/>
                    <a:pt x="1240" y="475"/>
                    <a:pt x="1400" y="499"/>
                  </a:cubicBezTo>
                  <a:cubicBezTo>
                    <a:pt x="1560" y="523"/>
                    <a:pt x="1738" y="528"/>
                    <a:pt x="1890" y="537"/>
                  </a:cubicBezTo>
                  <a:cubicBezTo>
                    <a:pt x="2042" y="546"/>
                    <a:pt x="2224" y="550"/>
                    <a:pt x="2312" y="553"/>
                  </a:cubicBezTo>
                </a:path>
              </a:pathLst>
            </a:custGeom>
            <a:noFill/>
            <a:ln w="19050" cmpd="sng">
              <a:solidFill>
                <a:srgbClr val="0000FF"/>
              </a:solidFill>
              <a:round/>
              <a:headEnd type="none" w="med" len="med"/>
              <a:tailEnd type="triangle" w="sm" len="lg"/>
            </a:ln>
            <a:effectLst/>
          </p:spPr>
          <p:txBody>
            <a:bodyPr/>
            <a:lstStyle/>
            <a:p>
              <a:endParaRPr lang="zh-CN" altLang="en-US" sz="2800"/>
            </a:p>
          </p:txBody>
        </p:sp>
        <p:sp>
          <p:nvSpPr>
            <p:cNvPr id="178183" name="Freeform 7"/>
            <p:cNvSpPr>
              <a:spLocks/>
            </p:cNvSpPr>
            <p:nvPr/>
          </p:nvSpPr>
          <p:spPr bwMode="auto">
            <a:xfrm>
              <a:off x="2352" y="1533"/>
              <a:ext cx="2271" cy="435"/>
            </a:xfrm>
            <a:custGeom>
              <a:avLst/>
              <a:gdLst/>
              <a:ahLst/>
              <a:cxnLst>
                <a:cxn ang="0">
                  <a:pos x="0" y="435"/>
                </a:cxn>
                <a:cxn ang="0">
                  <a:pos x="576" y="213"/>
                </a:cxn>
                <a:cxn ang="0">
                  <a:pos x="996" y="111"/>
                </a:cxn>
                <a:cxn ang="0">
                  <a:pos x="1419" y="34"/>
                </a:cxn>
                <a:cxn ang="0">
                  <a:pos x="1872" y="3"/>
                </a:cxn>
                <a:cxn ang="0">
                  <a:pos x="2271" y="15"/>
                </a:cxn>
              </a:cxnLst>
              <a:rect l="0" t="0" r="r" b="b"/>
              <a:pathLst>
                <a:path w="2271" h="435">
                  <a:moveTo>
                    <a:pt x="0" y="435"/>
                  </a:moveTo>
                  <a:cubicBezTo>
                    <a:pt x="96" y="398"/>
                    <a:pt x="410" y="267"/>
                    <a:pt x="576" y="213"/>
                  </a:cubicBezTo>
                  <a:cubicBezTo>
                    <a:pt x="742" y="159"/>
                    <a:pt x="856" y="141"/>
                    <a:pt x="996" y="111"/>
                  </a:cubicBezTo>
                  <a:cubicBezTo>
                    <a:pt x="1136" y="81"/>
                    <a:pt x="1273" y="52"/>
                    <a:pt x="1419" y="34"/>
                  </a:cubicBezTo>
                  <a:cubicBezTo>
                    <a:pt x="1565" y="16"/>
                    <a:pt x="1730" y="6"/>
                    <a:pt x="1872" y="3"/>
                  </a:cubicBezTo>
                  <a:cubicBezTo>
                    <a:pt x="2014" y="0"/>
                    <a:pt x="2188" y="13"/>
                    <a:pt x="2271" y="15"/>
                  </a:cubicBezTo>
                </a:path>
              </a:pathLst>
            </a:custGeom>
            <a:noFill/>
            <a:ln w="19050" cmpd="sng">
              <a:solidFill>
                <a:srgbClr val="0000FF"/>
              </a:solidFill>
              <a:round/>
              <a:headEnd type="none" w="med" len="med"/>
              <a:tailEnd type="triangle" w="sm" len="lg"/>
            </a:ln>
            <a:effectLst/>
          </p:spPr>
          <p:txBody>
            <a:bodyPr/>
            <a:lstStyle/>
            <a:p>
              <a:endParaRPr lang="zh-CN" altLang="en-US" sz="2800"/>
            </a:p>
          </p:txBody>
        </p:sp>
        <p:sp>
          <p:nvSpPr>
            <p:cNvPr id="178184" name="Freeform 8"/>
            <p:cNvSpPr>
              <a:spLocks/>
            </p:cNvSpPr>
            <p:nvPr/>
          </p:nvSpPr>
          <p:spPr bwMode="auto">
            <a:xfrm>
              <a:off x="2596" y="799"/>
              <a:ext cx="1700" cy="883"/>
            </a:xfrm>
            <a:custGeom>
              <a:avLst/>
              <a:gdLst/>
              <a:ahLst/>
              <a:cxnLst>
                <a:cxn ang="0">
                  <a:pos x="0" y="0"/>
                </a:cxn>
                <a:cxn ang="0">
                  <a:pos x="246" y="138"/>
                </a:cxn>
                <a:cxn ang="0">
                  <a:pos x="470" y="290"/>
                </a:cxn>
                <a:cxn ang="0">
                  <a:pos x="608" y="434"/>
                </a:cxn>
                <a:cxn ang="0">
                  <a:pos x="638" y="626"/>
                </a:cxn>
                <a:cxn ang="0">
                  <a:pos x="572" y="785"/>
                </a:cxn>
                <a:cxn ang="0">
                  <a:pos x="428" y="881"/>
                </a:cxn>
                <a:cxn ang="0">
                  <a:pos x="323" y="797"/>
                </a:cxn>
                <a:cxn ang="0">
                  <a:pos x="307" y="660"/>
                </a:cxn>
                <a:cxn ang="0">
                  <a:pos x="320" y="530"/>
                </a:cxn>
                <a:cxn ang="0">
                  <a:pos x="389" y="401"/>
                </a:cxn>
                <a:cxn ang="0">
                  <a:pos x="542" y="293"/>
                </a:cxn>
                <a:cxn ang="0">
                  <a:pos x="758" y="290"/>
                </a:cxn>
                <a:cxn ang="0">
                  <a:pos x="956" y="413"/>
                </a:cxn>
                <a:cxn ang="0">
                  <a:pos x="968" y="593"/>
                </a:cxn>
                <a:cxn ang="0">
                  <a:pos x="908" y="737"/>
                </a:cxn>
                <a:cxn ang="0">
                  <a:pos x="824" y="800"/>
                </a:cxn>
                <a:cxn ang="0">
                  <a:pos x="746" y="680"/>
                </a:cxn>
                <a:cxn ang="0">
                  <a:pos x="764" y="497"/>
                </a:cxn>
                <a:cxn ang="0">
                  <a:pos x="881" y="365"/>
                </a:cxn>
                <a:cxn ang="0">
                  <a:pos x="1052" y="353"/>
                </a:cxn>
                <a:cxn ang="0">
                  <a:pos x="1226" y="446"/>
                </a:cxn>
                <a:cxn ang="0">
                  <a:pos x="1253" y="599"/>
                </a:cxn>
                <a:cxn ang="0">
                  <a:pos x="1199" y="701"/>
                </a:cxn>
                <a:cxn ang="0">
                  <a:pos x="1100" y="749"/>
                </a:cxn>
                <a:cxn ang="0">
                  <a:pos x="1055" y="692"/>
                </a:cxn>
                <a:cxn ang="0">
                  <a:pos x="1055" y="569"/>
                </a:cxn>
                <a:cxn ang="0">
                  <a:pos x="1136" y="443"/>
                </a:cxn>
                <a:cxn ang="0">
                  <a:pos x="1328" y="401"/>
                </a:cxn>
                <a:cxn ang="0">
                  <a:pos x="1475" y="503"/>
                </a:cxn>
                <a:cxn ang="0">
                  <a:pos x="1511" y="590"/>
                </a:cxn>
                <a:cxn ang="0">
                  <a:pos x="1484" y="689"/>
                </a:cxn>
                <a:cxn ang="0">
                  <a:pos x="1409" y="731"/>
                </a:cxn>
                <a:cxn ang="0">
                  <a:pos x="1373" y="668"/>
                </a:cxn>
                <a:cxn ang="0">
                  <a:pos x="1373" y="593"/>
                </a:cxn>
                <a:cxn ang="0">
                  <a:pos x="1433" y="509"/>
                </a:cxn>
                <a:cxn ang="0">
                  <a:pos x="1580" y="497"/>
                </a:cxn>
                <a:cxn ang="0">
                  <a:pos x="1700" y="590"/>
                </a:cxn>
              </a:cxnLst>
              <a:rect l="0" t="0" r="r" b="b"/>
              <a:pathLst>
                <a:path w="1700" h="883">
                  <a:moveTo>
                    <a:pt x="0" y="0"/>
                  </a:moveTo>
                  <a:cubicBezTo>
                    <a:pt x="41" y="23"/>
                    <a:pt x="168" y="90"/>
                    <a:pt x="246" y="138"/>
                  </a:cubicBezTo>
                  <a:cubicBezTo>
                    <a:pt x="324" y="186"/>
                    <a:pt x="410" y="241"/>
                    <a:pt x="470" y="290"/>
                  </a:cubicBezTo>
                  <a:cubicBezTo>
                    <a:pt x="530" y="339"/>
                    <a:pt x="580" y="378"/>
                    <a:pt x="608" y="434"/>
                  </a:cubicBezTo>
                  <a:cubicBezTo>
                    <a:pt x="636" y="490"/>
                    <a:pt x="644" y="567"/>
                    <a:pt x="638" y="626"/>
                  </a:cubicBezTo>
                  <a:cubicBezTo>
                    <a:pt x="632" y="685"/>
                    <a:pt x="607" y="743"/>
                    <a:pt x="572" y="785"/>
                  </a:cubicBezTo>
                  <a:cubicBezTo>
                    <a:pt x="537" y="827"/>
                    <a:pt x="469" y="879"/>
                    <a:pt x="428" y="881"/>
                  </a:cubicBezTo>
                  <a:cubicBezTo>
                    <a:pt x="387" y="883"/>
                    <a:pt x="343" y="834"/>
                    <a:pt x="323" y="797"/>
                  </a:cubicBezTo>
                  <a:cubicBezTo>
                    <a:pt x="303" y="760"/>
                    <a:pt x="307" y="704"/>
                    <a:pt x="307" y="660"/>
                  </a:cubicBezTo>
                  <a:cubicBezTo>
                    <a:pt x="307" y="616"/>
                    <a:pt x="306" y="573"/>
                    <a:pt x="320" y="530"/>
                  </a:cubicBezTo>
                  <a:cubicBezTo>
                    <a:pt x="334" y="487"/>
                    <a:pt x="352" y="440"/>
                    <a:pt x="389" y="401"/>
                  </a:cubicBezTo>
                  <a:cubicBezTo>
                    <a:pt x="426" y="362"/>
                    <a:pt x="480" y="311"/>
                    <a:pt x="542" y="293"/>
                  </a:cubicBezTo>
                  <a:cubicBezTo>
                    <a:pt x="604" y="275"/>
                    <a:pt x="689" y="270"/>
                    <a:pt x="758" y="290"/>
                  </a:cubicBezTo>
                  <a:cubicBezTo>
                    <a:pt x="827" y="310"/>
                    <a:pt x="921" y="363"/>
                    <a:pt x="956" y="413"/>
                  </a:cubicBezTo>
                  <a:cubicBezTo>
                    <a:pt x="991" y="463"/>
                    <a:pt x="976" y="539"/>
                    <a:pt x="968" y="593"/>
                  </a:cubicBezTo>
                  <a:cubicBezTo>
                    <a:pt x="960" y="647"/>
                    <a:pt x="932" y="703"/>
                    <a:pt x="908" y="737"/>
                  </a:cubicBezTo>
                  <a:cubicBezTo>
                    <a:pt x="884" y="771"/>
                    <a:pt x="851" y="809"/>
                    <a:pt x="824" y="800"/>
                  </a:cubicBezTo>
                  <a:cubicBezTo>
                    <a:pt x="797" y="791"/>
                    <a:pt x="756" y="730"/>
                    <a:pt x="746" y="680"/>
                  </a:cubicBezTo>
                  <a:cubicBezTo>
                    <a:pt x="736" y="630"/>
                    <a:pt x="742" y="549"/>
                    <a:pt x="764" y="497"/>
                  </a:cubicBezTo>
                  <a:cubicBezTo>
                    <a:pt x="786" y="445"/>
                    <a:pt x="833" y="389"/>
                    <a:pt x="881" y="365"/>
                  </a:cubicBezTo>
                  <a:cubicBezTo>
                    <a:pt x="929" y="341"/>
                    <a:pt x="995" y="340"/>
                    <a:pt x="1052" y="353"/>
                  </a:cubicBezTo>
                  <a:cubicBezTo>
                    <a:pt x="1109" y="366"/>
                    <a:pt x="1193" y="405"/>
                    <a:pt x="1226" y="446"/>
                  </a:cubicBezTo>
                  <a:cubicBezTo>
                    <a:pt x="1259" y="487"/>
                    <a:pt x="1257" y="557"/>
                    <a:pt x="1253" y="599"/>
                  </a:cubicBezTo>
                  <a:cubicBezTo>
                    <a:pt x="1249" y="641"/>
                    <a:pt x="1224" y="676"/>
                    <a:pt x="1199" y="701"/>
                  </a:cubicBezTo>
                  <a:cubicBezTo>
                    <a:pt x="1174" y="726"/>
                    <a:pt x="1124" y="751"/>
                    <a:pt x="1100" y="749"/>
                  </a:cubicBezTo>
                  <a:cubicBezTo>
                    <a:pt x="1076" y="747"/>
                    <a:pt x="1062" y="722"/>
                    <a:pt x="1055" y="692"/>
                  </a:cubicBezTo>
                  <a:cubicBezTo>
                    <a:pt x="1048" y="662"/>
                    <a:pt x="1042" y="610"/>
                    <a:pt x="1055" y="569"/>
                  </a:cubicBezTo>
                  <a:cubicBezTo>
                    <a:pt x="1068" y="528"/>
                    <a:pt x="1091" y="471"/>
                    <a:pt x="1136" y="443"/>
                  </a:cubicBezTo>
                  <a:cubicBezTo>
                    <a:pt x="1181" y="415"/>
                    <a:pt x="1272" y="391"/>
                    <a:pt x="1328" y="401"/>
                  </a:cubicBezTo>
                  <a:cubicBezTo>
                    <a:pt x="1384" y="411"/>
                    <a:pt x="1445" y="472"/>
                    <a:pt x="1475" y="503"/>
                  </a:cubicBezTo>
                  <a:cubicBezTo>
                    <a:pt x="1505" y="534"/>
                    <a:pt x="1510" y="559"/>
                    <a:pt x="1511" y="590"/>
                  </a:cubicBezTo>
                  <a:cubicBezTo>
                    <a:pt x="1512" y="621"/>
                    <a:pt x="1501" y="666"/>
                    <a:pt x="1484" y="689"/>
                  </a:cubicBezTo>
                  <a:cubicBezTo>
                    <a:pt x="1467" y="712"/>
                    <a:pt x="1427" y="734"/>
                    <a:pt x="1409" y="731"/>
                  </a:cubicBezTo>
                  <a:cubicBezTo>
                    <a:pt x="1391" y="728"/>
                    <a:pt x="1379" y="691"/>
                    <a:pt x="1373" y="668"/>
                  </a:cubicBezTo>
                  <a:cubicBezTo>
                    <a:pt x="1367" y="645"/>
                    <a:pt x="1363" y="619"/>
                    <a:pt x="1373" y="593"/>
                  </a:cubicBezTo>
                  <a:cubicBezTo>
                    <a:pt x="1383" y="567"/>
                    <a:pt x="1398" y="525"/>
                    <a:pt x="1433" y="509"/>
                  </a:cubicBezTo>
                  <a:cubicBezTo>
                    <a:pt x="1468" y="493"/>
                    <a:pt x="1535" y="483"/>
                    <a:pt x="1580" y="497"/>
                  </a:cubicBezTo>
                  <a:cubicBezTo>
                    <a:pt x="1625" y="511"/>
                    <a:pt x="1675" y="571"/>
                    <a:pt x="1700" y="590"/>
                  </a:cubicBezTo>
                </a:path>
              </a:pathLst>
            </a:custGeom>
            <a:noFill/>
            <a:ln w="19050" cmpd="sng">
              <a:solidFill>
                <a:srgbClr val="FF0000"/>
              </a:solidFill>
              <a:round/>
              <a:headEnd type="none" w="med" len="med"/>
              <a:tailEnd type="triangle" w="sm" len="lg"/>
            </a:ln>
            <a:effectLst/>
          </p:spPr>
          <p:txBody>
            <a:bodyPr/>
            <a:lstStyle/>
            <a:p>
              <a:endParaRPr lang="zh-CN" altLang="en-US" sz="2800"/>
            </a:p>
          </p:txBody>
        </p:sp>
        <p:sp>
          <p:nvSpPr>
            <p:cNvPr id="178186" name="Line 10"/>
            <p:cNvSpPr>
              <a:spLocks noChangeShapeType="1"/>
            </p:cNvSpPr>
            <p:nvPr/>
          </p:nvSpPr>
          <p:spPr bwMode="auto">
            <a:xfrm>
              <a:off x="2256" y="1392"/>
              <a:ext cx="2352" cy="0"/>
            </a:xfrm>
            <a:prstGeom prst="line">
              <a:avLst/>
            </a:prstGeom>
            <a:noFill/>
            <a:ln w="19050">
              <a:solidFill>
                <a:schemeClr val="tx1"/>
              </a:solidFill>
              <a:round/>
              <a:headEnd/>
              <a:tailEnd/>
            </a:ln>
            <a:effectLst/>
          </p:spPr>
          <p:txBody>
            <a:bodyPr/>
            <a:lstStyle/>
            <a:p>
              <a:endParaRPr lang="zh-CN" altLang="en-US" sz="2800"/>
            </a:p>
          </p:txBody>
        </p:sp>
        <p:graphicFrame>
          <p:nvGraphicFramePr>
            <p:cNvPr id="178187" name="Object 11"/>
            <p:cNvGraphicFramePr>
              <a:graphicFrameLocks noChangeAspect="1"/>
            </p:cNvGraphicFramePr>
            <p:nvPr/>
          </p:nvGraphicFramePr>
          <p:xfrm>
            <a:off x="4608" y="1104"/>
            <a:ext cx="308" cy="384"/>
          </p:xfrm>
          <a:graphic>
            <a:graphicData uri="http://schemas.openxmlformats.org/presentationml/2006/ole">
              <p:oleObj spid="_x0000_s1077255" name="Equation" r:id="rId3" imgW="152280" imgH="190440" progId="Equation.3">
                <p:embed/>
              </p:oleObj>
            </a:graphicData>
          </a:graphic>
        </p:graphicFrame>
        <p:sp>
          <p:nvSpPr>
            <p:cNvPr id="178189" name="Text Box 13"/>
            <p:cNvSpPr txBox="1">
              <a:spLocks noChangeArrowheads="1"/>
            </p:cNvSpPr>
            <p:nvPr/>
          </p:nvSpPr>
          <p:spPr bwMode="auto">
            <a:xfrm>
              <a:off x="2208" y="2112"/>
              <a:ext cx="2880" cy="601"/>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pPr algn="ctr">
                <a:spcBef>
                  <a:spcPct val="50000"/>
                </a:spcBef>
              </a:pPr>
              <a:r>
                <a:rPr lang="zh-CN" altLang="en-US" sz="2800"/>
                <a:t>带电粒子在非均匀磁场中的运动</a:t>
              </a:r>
            </a:p>
          </p:txBody>
        </p:sp>
        <p:sp>
          <p:nvSpPr>
            <p:cNvPr id="178191" name="Line 15"/>
            <p:cNvSpPr>
              <a:spLocks noChangeShapeType="1"/>
            </p:cNvSpPr>
            <p:nvPr/>
          </p:nvSpPr>
          <p:spPr bwMode="auto">
            <a:xfrm flipV="1">
              <a:off x="2906" y="1248"/>
              <a:ext cx="48" cy="144"/>
            </a:xfrm>
            <a:prstGeom prst="line">
              <a:avLst/>
            </a:prstGeom>
            <a:noFill/>
            <a:ln w="19050">
              <a:solidFill>
                <a:srgbClr val="FF0000"/>
              </a:solidFill>
              <a:round/>
              <a:headEnd/>
              <a:tailEnd type="triangle" w="sm" len="lg"/>
            </a:ln>
            <a:effectLst/>
          </p:spPr>
          <p:txBody>
            <a:bodyPr/>
            <a:lstStyle/>
            <a:p>
              <a:endParaRPr lang="zh-CN" altLang="en-US" sz="2800"/>
            </a:p>
          </p:txBody>
        </p:sp>
        <p:sp>
          <p:nvSpPr>
            <p:cNvPr id="178192" name="Line 16"/>
            <p:cNvSpPr>
              <a:spLocks noChangeShapeType="1"/>
            </p:cNvSpPr>
            <p:nvPr/>
          </p:nvSpPr>
          <p:spPr bwMode="auto">
            <a:xfrm flipV="1">
              <a:off x="3334" y="1248"/>
              <a:ext cx="48" cy="144"/>
            </a:xfrm>
            <a:prstGeom prst="line">
              <a:avLst/>
            </a:prstGeom>
            <a:noFill/>
            <a:ln w="19050">
              <a:solidFill>
                <a:srgbClr val="FF0000"/>
              </a:solidFill>
              <a:round/>
              <a:headEnd/>
              <a:tailEnd type="triangle" w="sm" len="lg"/>
            </a:ln>
            <a:effectLst/>
          </p:spPr>
          <p:txBody>
            <a:bodyPr/>
            <a:lstStyle/>
            <a:p>
              <a:endParaRPr lang="zh-CN" altLang="en-US" sz="2800"/>
            </a:p>
          </p:txBody>
        </p:sp>
        <p:sp>
          <p:nvSpPr>
            <p:cNvPr id="178193" name="Line 17"/>
            <p:cNvSpPr>
              <a:spLocks noChangeShapeType="1"/>
            </p:cNvSpPr>
            <p:nvPr/>
          </p:nvSpPr>
          <p:spPr bwMode="auto">
            <a:xfrm flipV="1">
              <a:off x="3648" y="1248"/>
              <a:ext cx="48" cy="144"/>
            </a:xfrm>
            <a:prstGeom prst="line">
              <a:avLst/>
            </a:prstGeom>
            <a:noFill/>
            <a:ln w="19050">
              <a:solidFill>
                <a:srgbClr val="FF0000"/>
              </a:solidFill>
              <a:round/>
              <a:headEnd/>
              <a:tailEnd type="triangle" w="sm" len="lg"/>
            </a:ln>
            <a:effectLst/>
          </p:spPr>
          <p:txBody>
            <a:bodyPr/>
            <a:lstStyle/>
            <a:p>
              <a:endParaRPr lang="zh-CN" altLang="en-US" sz="2800"/>
            </a:p>
          </p:txBody>
        </p:sp>
        <p:sp>
          <p:nvSpPr>
            <p:cNvPr id="178195" name="Line 19"/>
            <p:cNvSpPr>
              <a:spLocks noChangeShapeType="1"/>
            </p:cNvSpPr>
            <p:nvPr/>
          </p:nvSpPr>
          <p:spPr bwMode="auto">
            <a:xfrm flipH="1">
              <a:off x="3189" y="1392"/>
              <a:ext cx="48" cy="144"/>
            </a:xfrm>
            <a:prstGeom prst="line">
              <a:avLst/>
            </a:prstGeom>
            <a:noFill/>
            <a:ln w="19050">
              <a:solidFill>
                <a:srgbClr val="FF0000"/>
              </a:solidFill>
              <a:round/>
              <a:headEnd/>
              <a:tailEnd type="triangle" w="sm" len="lg"/>
            </a:ln>
            <a:effectLst/>
          </p:spPr>
          <p:txBody>
            <a:bodyPr/>
            <a:lstStyle/>
            <a:p>
              <a:endParaRPr lang="zh-CN" altLang="en-US" sz="2800"/>
            </a:p>
          </p:txBody>
        </p:sp>
        <p:sp>
          <p:nvSpPr>
            <p:cNvPr id="178196" name="Line 20"/>
            <p:cNvSpPr>
              <a:spLocks noChangeShapeType="1"/>
            </p:cNvSpPr>
            <p:nvPr/>
          </p:nvSpPr>
          <p:spPr bwMode="auto">
            <a:xfrm flipH="1">
              <a:off x="3529" y="1344"/>
              <a:ext cx="48" cy="144"/>
            </a:xfrm>
            <a:prstGeom prst="line">
              <a:avLst/>
            </a:prstGeom>
            <a:noFill/>
            <a:ln w="19050">
              <a:solidFill>
                <a:srgbClr val="FF0000"/>
              </a:solidFill>
              <a:round/>
              <a:headEnd/>
              <a:tailEnd type="triangle" w="sm" len="lg"/>
            </a:ln>
            <a:effectLst/>
          </p:spPr>
          <p:txBody>
            <a:bodyPr/>
            <a:lstStyle/>
            <a:p>
              <a:endParaRPr lang="zh-CN" altLang="en-US" sz="2800"/>
            </a:p>
          </p:txBody>
        </p:sp>
        <p:sp>
          <p:nvSpPr>
            <p:cNvPr id="178197" name="Line 21"/>
            <p:cNvSpPr>
              <a:spLocks noChangeShapeType="1"/>
            </p:cNvSpPr>
            <p:nvPr/>
          </p:nvSpPr>
          <p:spPr bwMode="auto">
            <a:xfrm flipH="1">
              <a:off x="3815" y="1344"/>
              <a:ext cx="48" cy="144"/>
            </a:xfrm>
            <a:prstGeom prst="line">
              <a:avLst/>
            </a:prstGeom>
            <a:noFill/>
            <a:ln w="19050">
              <a:solidFill>
                <a:srgbClr val="FF0000"/>
              </a:solidFill>
              <a:round/>
              <a:headEnd/>
              <a:tailEnd type="triangle" w="sm" len="lg"/>
            </a:ln>
            <a:effectLst/>
          </p:spPr>
          <p:txBody>
            <a:bodyPr/>
            <a:lstStyle/>
            <a:p>
              <a:endParaRPr lang="zh-CN" altLang="en-US" sz="2800"/>
            </a:p>
          </p:txBody>
        </p:sp>
      </p:grpSp>
      <p:sp>
        <p:nvSpPr>
          <p:cNvPr id="178199" name="Text Box 23"/>
          <p:cNvSpPr txBox="1">
            <a:spLocks noChangeArrowheads="1"/>
          </p:cNvSpPr>
          <p:nvPr/>
        </p:nvSpPr>
        <p:spPr bwMode="auto">
          <a:xfrm>
            <a:off x="381000" y="228600"/>
            <a:ext cx="4724400" cy="519113"/>
          </a:xfrm>
          <a:prstGeom prst="rect">
            <a:avLst/>
          </a:prstGeom>
          <a:noFill/>
          <a:ln w="9525">
            <a:noFill/>
            <a:miter lim="800000"/>
            <a:headEnd/>
            <a:tailEnd/>
          </a:ln>
          <a:effectLst/>
        </p:spPr>
        <p:txBody>
          <a:bodyPr>
            <a:spAutoFit/>
          </a:bodyPr>
          <a:lstStyle/>
          <a:p>
            <a:r>
              <a:rPr lang="zh-CN" altLang="en-US" sz="2800">
                <a:solidFill>
                  <a:srgbClr val="CC0000"/>
                </a:solidFill>
              </a:rPr>
              <a:t>*3</a:t>
            </a:r>
            <a:r>
              <a:rPr lang="zh-CN" altLang="en-US" sz="2800">
                <a:solidFill>
                  <a:srgbClr val="1C1C1C"/>
                </a:solidFill>
              </a:rPr>
              <a:t> </a:t>
            </a:r>
            <a:r>
              <a:rPr lang="zh-CN" altLang="en-US" sz="2800"/>
              <a:t>.   地磁场的磁约束作用</a:t>
            </a:r>
          </a:p>
        </p:txBody>
      </p:sp>
      <p:graphicFrame>
        <p:nvGraphicFramePr>
          <p:cNvPr id="178200" name="Object 24"/>
          <p:cNvGraphicFramePr>
            <a:graphicFrameLocks noChangeAspect="1"/>
          </p:cNvGraphicFramePr>
          <p:nvPr/>
        </p:nvGraphicFramePr>
        <p:xfrm>
          <a:off x="990600" y="2057400"/>
          <a:ext cx="2438400" cy="865188"/>
        </p:xfrm>
        <a:graphic>
          <a:graphicData uri="http://schemas.openxmlformats.org/presentationml/2006/ole">
            <p:oleObj spid="_x0000_s1077250" name="Equation" r:id="rId4" imgW="736560" imgH="241200" progId="Equation.3">
              <p:embed/>
            </p:oleObj>
          </a:graphicData>
        </a:graphic>
      </p:graphicFrame>
      <p:graphicFrame>
        <p:nvGraphicFramePr>
          <p:cNvPr id="178207" name="Object 31"/>
          <p:cNvGraphicFramePr>
            <a:graphicFrameLocks noChangeAspect="1"/>
          </p:cNvGraphicFramePr>
          <p:nvPr/>
        </p:nvGraphicFramePr>
        <p:xfrm>
          <a:off x="914400" y="2895600"/>
          <a:ext cx="2547938" cy="1247775"/>
        </p:xfrm>
        <a:graphic>
          <a:graphicData uri="http://schemas.openxmlformats.org/presentationml/2006/ole">
            <p:oleObj spid="_x0000_s1077251" name="Equation" r:id="rId5" imgW="901440" imgH="419040" progId="Equation.3">
              <p:embed/>
            </p:oleObj>
          </a:graphicData>
        </a:graphic>
      </p:graphicFrame>
      <p:grpSp>
        <p:nvGrpSpPr>
          <p:cNvPr id="3" name="Group 34"/>
          <p:cNvGrpSpPr>
            <a:grpSpLocks/>
          </p:cNvGrpSpPr>
          <p:nvPr/>
        </p:nvGrpSpPr>
        <p:grpSpPr bwMode="auto">
          <a:xfrm>
            <a:off x="609600" y="838200"/>
            <a:ext cx="3200400" cy="1219200"/>
            <a:chOff x="384" y="816"/>
            <a:chExt cx="2016" cy="768"/>
          </a:xfrm>
        </p:grpSpPr>
        <p:grpSp>
          <p:nvGrpSpPr>
            <p:cNvPr id="4" name="Group 26"/>
            <p:cNvGrpSpPr>
              <a:grpSpLocks/>
            </p:cNvGrpSpPr>
            <p:nvPr/>
          </p:nvGrpSpPr>
          <p:grpSpPr bwMode="auto">
            <a:xfrm>
              <a:off x="480" y="816"/>
              <a:ext cx="1824" cy="384"/>
              <a:chOff x="3840" y="1344"/>
              <a:chExt cx="1920" cy="384"/>
            </a:xfrm>
          </p:grpSpPr>
          <p:sp>
            <p:nvSpPr>
              <p:cNvPr id="178203" name="Text Box 27"/>
              <p:cNvSpPr txBox="1">
                <a:spLocks noChangeArrowheads="1"/>
              </p:cNvSpPr>
              <p:nvPr/>
            </p:nvSpPr>
            <p:spPr bwMode="auto">
              <a:xfrm>
                <a:off x="3840" y="1392"/>
                <a:ext cx="1920" cy="327"/>
              </a:xfrm>
              <a:prstGeom prst="rect">
                <a:avLst/>
              </a:prstGeom>
              <a:noFill/>
              <a:ln w="9525">
                <a:noFill/>
                <a:miter lim="800000"/>
                <a:headEnd/>
                <a:tailEnd/>
              </a:ln>
              <a:effectLst/>
            </p:spPr>
            <p:txBody>
              <a:bodyPr>
                <a:spAutoFit/>
              </a:bodyPr>
              <a:lstStyle/>
              <a:p>
                <a:pPr>
                  <a:spcBef>
                    <a:spcPct val="50000"/>
                  </a:spcBef>
                </a:pPr>
                <a:r>
                  <a:rPr lang="zh-CN" altLang="en-US" sz="2800">
                    <a:solidFill>
                      <a:schemeClr val="tx1"/>
                    </a:solidFill>
                  </a:rPr>
                  <a:t>       </a:t>
                </a:r>
                <a:r>
                  <a:rPr lang="zh-CN" altLang="en-US" sz="2800"/>
                  <a:t>与     不垂直</a:t>
                </a:r>
              </a:p>
            </p:txBody>
          </p:sp>
          <p:graphicFrame>
            <p:nvGraphicFramePr>
              <p:cNvPr id="178204" name="Object 28"/>
              <p:cNvGraphicFramePr>
                <a:graphicFrameLocks noChangeAspect="1"/>
              </p:cNvGraphicFramePr>
              <p:nvPr/>
            </p:nvGraphicFramePr>
            <p:xfrm>
              <a:off x="4509" y="1380"/>
              <a:ext cx="339" cy="348"/>
            </p:xfrm>
            <a:graphic>
              <a:graphicData uri="http://schemas.openxmlformats.org/presentationml/2006/ole">
                <p:oleObj spid="_x0000_s1077253" name="公式" r:id="rId6" imgW="152280" imgH="190440" progId="Equation.3">
                  <p:embed/>
                </p:oleObj>
              </a:graphicData>
            </a:graphic>
          </p:graphicFrame>
          <p:graphicFrame>
            <p:nvGraphicFramePr>
              <p:cNvPr id="178205" name="Object 29"/>
              <p:cNvGraphicFramePr>
                <a:graphicFrameLocks noChangeAspect="1"/>
              </p:cNvGraphicFramePr>
              <p:nvPr/>
            </p:nvGraphicFramePr>
            <p:xfrm>
              <a:off x="4026" y="1344"/>
              <a:ext cx="246" cy="384"/>
            </p:xfrm>
            <a:graphic>
              <a:graphicData uri="http://schemas.openxmlformats.org/presentationml/2006/ole">
                <p:oleObj spid="_x0000_s1077254" name="Equation" r:id="rId7" imgW="126720" imgH="177480" progId="Equation.3">
                  <p:embed/>
                </p:oleObj>
              </a:graphicData>
            </a:graphic>
          </p:graphicFrame>
        </p:grpSp>
        <p:sp>
          <p:nvSpPr>
            <p:cNvPr id="178208" name="Text Box 32"/>
            <p:cNvSpPr txBox="1">
              <a:spLocks noChangeArrowheads="1"/>
            </p:cNvSpPr>
            <p:nvPr/>
          </p:nvSpPr>
          <p:spPr bwMode="auto">
            <a:xfrm>
              <a:off x="384" y="1248"/>
              <a:ext cx="2016" cy="327"/>
            </a:xfrm>
            <a:prstGeom prst="rect">
              <a:avLst/>
            </a:prstGeom>
            <a:noFill/>
            <a:ln w="9525">
              <a:noFill/>
              <a:miter lim="800000"/>
              <a:headEnd/>
              <a:tailEnd/>
            </a:ln>
            <a:effectLst/>
          </p:spPr>
          <p:txBody>
            <a:bodyPr>
              <a:spAutoFit/>
            </a:bodyPr>
            <a:lstStyle/>
            <a:p>
              <a:pPr>
                <a:spcBef>
                  <a:spcPct val="50000"/>
                </a:spcBef>
              </a:pPr>
              <a:r>
                <a:rPr lang="zh-CN" altLang="en-US" sz="2800"/>
                <a:t>        为非均匀磁场</a:t>
              </a:r>
              <a:endParaRPr lang="en-US" altLang="zh-CN" sz="2800"/>
            </a:p>
          </p:txBody>
        </p:sp>
        <p:graphicFrame>
          <p:nvGraphicFramePr>
            <p:cNvPr id="178209" name="Object 33"/>
            <p:cNvGraphicFramePr>
              <a:graphicFrameLocks noChangeAspect="1"/>
            </p:cNvGraphicFramePr>
            <p:nvPr/>
          </p:nvGraphicFramePr>
          <p:xfrm>
            <a:off x="528" y="1200"/>
            <a:ext cx="307" cy="384"/>
          </p:xfrm>
          <a:graphic>
            <a:graphicData uri="http://schemas.openxmlformats.org/presentationml/2006/ole">
              <p:oleObj spid="_x0000_s1077252" name="Equation" r:id="rId8" imgW="152280" imgH="190440" progId="Equation.3">
                <p:embed/>
              </p:oleObj>
            </a:graphicData>
          </a:graphic>
        </p:graphicFrame>
      </p:grpSp>
      <p:sp>
        <p:nvSpPr>
          <p:cNvPr id="178212" name="Text Box 36"/>
          <p:cNvSpPr txBox="1">
            <a:spLocks noChangeArrowheads="1"/>
          </p:cNvSpPr>
          <p:nvPr/>
        </p:nvSpPr>
        <p:spPr bwMode="auto">
          <a:xfrm>
            <a:off x="381000" y="4191000"/>
            <a:ext cx="8534400" cy="1971675"/>
          </a:xfrm>
          <a:prstGeom prst="rect">
            <a:avLst/>
          </a:prstGeom>
          <a:noFill/>
          <a:ln w="9525">
            <a:noFill/>
            <a:miter lim="800000"/>
            <a:headEnd/>
            <a:tailEnd/>
          </a:ln>
          <a:effectLst/>
        </p:spPr>
        <p:txBody>
          <a:bodyPr>
            <a:spAutoFit/>
          </a:bodyPr>
          <a:lstStyle/>
          <a:p>
            <a:pPr>
              <a:lnSpc>
                <a:spcPct val="110000"/>
              </a:lnSpc>
              <a:spcBef>
                <a:spcPct val="50000"/>
              </a:spcBef>
            </a:pPr>
            <a:r>
              <a:rPr lang="zh-CN" altLang="en-US" sz="2800"/>
              <a:t>        地磁场是非均匀磁场，从赤道到两极磁感应强度逐渐增强.  宇宙射线中的高能电子和质子进入地磁场，将被磁场捕获，并在地磁南北极间来回震荡，形成范阿伦辐射带.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8200"/>
                                        </p:tgtEl>
                                        <p:attrNameLst>
                                          <p:attrName>style.visibility</p:attrName>
                                        </p:attrNameLst>
                                      </p:cBhvr>
                                      <p:to>
                                        <p:strVal val="visible"/>
                                      </p:to>
                                    </p:set>
                                    <p:animEffect transition="in" filter="blinds(horizontal)">
                                      <p:cBhvr>
                                        <p:cTn id="12" dur="500"/>
                                        <p:tgtEl>
                                          <p:spTgt spid="1782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78207"/>
                                        </p:tgtEl>
                                        <p:attrNameLst>
                                          <p:attrName>style.visibility</p:attrName>
                                        </p:attrNameLst>
                                      </p:cBhvr>
                                      <p:to>
                                        <p:strVal val="visible"/>
                                      </p:to>
                                    </p:set>
                                    <p:animEffect transition="in" filter="blinds(vertical)">
                                      <p:cBhvr>
                                        <p:cTn id="17" dur="500"/>
                                        <p:tgtEl>
                                          <p:spTgt spid="17820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8212"/>
                                        </p:tgtEl>
                                        <p:attrNameLst>
                                          <p:attrName>style.visibility</p:attrName>
                                        </p:attrNameLst>
                                      </p:cBhvr>
                                      <p:to>
                                        <p:strVal val="visible"/>
                                      </p:to>
                                    </p:set>
                                    <p:animEffect transition="in" filter="blinds(horizontal)">
                                      <p:cBhvr>
                                        <p:cTn id="22" dur="500"/>
                                        <p:tgtEl>
                                          <p:spTgt spid="178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12"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82"/>
          <p:cNvGrpSpPr>
            <a:grpSpLocks/>
          </p:cNvGrpSpPr>
          <p:nvPr/>
        </p:nvGrpSpPr>
        <p:grpSpPr bwMode="auto">
          <a:xfrm>
            <a:off x="304800" y="381000"/>
            <a:ext cx="8610600" cy="6019800"/>
            <a:chOff x="192" y="384"/>
            <a:chExt cx="5424" cy="3792"/>
          </a:xfrm>
        </p:grpSpPr>
        <p:sp>
          <p:nvSpPr>
            <p:cNvPr id="179263" name="Rectangle 63"/>
            <p:cNvSpPr>
              <a:spLocks noChangeArrowheads="1"/>
            </p:cNvSpPr>
            <p:nvPr/>
          </p:nvSpPr>
          <p:spPr bwMode="auto">
            <a:xfrm>
              <a:off x="192" y="384"/>
              <a:ext cx="5424" cy="3792"/>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sp>
          <p:nvSpPr>
            <p:cNvPr id="179258" name="Text Box 58"/>
            <p:cNvSpPr txBox="1">
              <a:spLocks noChangeArrowheads="1"/>
            </p:cNvSpPr>
            <p:nvPr/>
          </p:nvSpPr>
          <p:spPr bwMode="auto">
            <a:xfrm>
              <a:off x="192" y="384"/>
              <a:ext cx="5424" cy="333"/>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pPr algn="ctr"/>
              <a:r>
                <a:rPr lang="zh-CN" altLang="en-US" sz="2800"/>
                <a:t>地磁场对来自宇宙空间高能带电粒子的磁约束作用</a:t>
              </a:r>
            </a:p>
          </p:txBody>
        </p:sp>
        <p:sp>
          <p:nvSpPr>
            <p:cNvPr id="179206" name="Line 6"/>
            <p:cNvSpPr>
              <a:spLocks noChangeShapeType="1"/>
            </p:cNvSpPr>
            <p:nvPr/>
          </p:nvSpPr>
          <p:spPr bwMode="auto">
            <a:xfrm>
              <a:off x="2016" y="2400"/>
              <a:ext cx="1008" cy="480"/>
            </a:xfrm>
            <a:prstGeom prst="line">
              <a:avLst/>
            </a:prstGeom>
            <a:noFill/>
            <a:ln w="38100">
              <a:solidFill>
                <a:srgbClr val="66FF33"/>
              </a:solidFill>
              <a:round/>
              <a:headEnd/>
              <a:tailEnd/>
            </a:ln>
            <a:effectLst/>
          </p:spPr>
          <p:txBody>
            <a:bodyPr/>
            <a:lstStyle/>
            <a:p>
              <a:endParaRPr lang="zh-CN" altLang="en-US" sz="2800"/>
            </a:p>
          </p:txBody>
        </p:sp>
        <p:graphicFrame>
          <p:nvGraphicFramePr>
            <p:cNvPr id="179210" name="Object 10"/>
            <p:cNvGraphicFramePr>
              <a:graphicFrameLocks noChangeAspect="1"/>
            </p:cNvGraphicFramePr>
            <p:nvPr/>
          </p:nvGraphicFramePr>
          <p:xfrm>
            <a:off x="1968" y="2064"/>
            <a:ext cx="1152" cy="1104"/>
          </p:xfrm>
          <a:graphic>
            <a:graphicData uri="http://schemas.openxmlformats.org/presentationml/2006/ole">
              <p:oleObj spid="_x0000_s1078275" name="Clip" r:id="rId3" imgW="3611160" imgH="3660840" progId="">
                <p:embed/>
              </p:oleObj>
            </a:graphicData>
          </a:graphic>
        </p:graphicFrame>
        <p:sp>
          <p:nvSpPr>
            <p:cNvPr id="179205" name="Line 5"/>
            <p:cNvSpPr>
              <a:spLocks noChangeShapeType="1"/>
            </p:cNvSpPr>
            <p:nvPr/>
          </p:nvSpPr>
          <p:spPr bwMode="auto">
            <a:xfrm>
              <a:off x="576" y="2640"/>
              <a:ext cx="4560" cy="0"/>
            </a:xfrm>
            <a:prstGeom prst="line">
              <a:avLst/>
            </a:prstGeom>
            <a:noFill/>
            <a:ln w="38100">
              <a:solidFill>
                <a:srgbClr val="CC00CC"/>
              </a:solidFill>
              <a:prstDash val="dashDot"/>
              <a:round/>
              <a:headEnd/>
              <a:tailEnd/>
            </a:ln>
            <a:effectLst/>
          </p:spPr>
          <p:txBody>
            <a:bodyPr/>
            <a:lstStyle/>
            <a:p>
              <a:endParaRPr lang="zh-CN" altLang="en-US" sz="2800"/>
            </a:p>
          </p:txBody>
        </p:sp>
        <p:sp>
          <p:nvSpPr>
            <p:cNvPr id="179216" name="Line 16"/>
            <p:cNvSpPr>
              <a:spLocks noChangeShapeType="1"/>
            </p:cNvSpPr>
            <p:nvPr/>
          </p:nvSpPr>
          <p:spPr bwMode="auto">
            <a:xfrm flipV="1">
              <a:off x="2544" y="912"/>
              <a:ext cx="0" cy="3264"/>
            </a:xfrm>
            <a:prstGeom prst="line">
              <a:avLst/>
            </a:prstGeom>
            <a:noFill/>
            <a:ln w="38100">
              <a:solidFill>
                <a:srgbClr val="CC00CC"/>
              </a:solidFill>
              <a:prstDash val="dashDot"/>
              <a:round/>
              <a:headEnd/>
              <a:tailEnd/>
            </a:ln>
            <a:effectLst/>
          </p:spPr>
          <p:txBody>
            <a:bodyPr/>
            <a:lstStyle/>
            <a:p>
              <a:endParaRPr lang="zh-CN" altLang="en-US" sz="2800"/>
            </a:p>
          </p:txBody>
        </p:sp>
        <p:sp>
          <p:nvSpPr>
            <p:cNvPr id="179203" name="Line 3"/>
            <p:cNvSpPr>
              <a:spLocks noChangeShapeType="1"/>
            </p:cNvSpPr>
            <p:nvPr/>
          </p:nvSpPr>
          <p:spPr bwMode="auto">
            <a:xfrm flipH="1">
              <a:off x="2208" y="1152"/>
              <a:ext cx="672" cy="3024"/>
            </a:xfrm>
            <a:prstGeom prst="line">
              <a:avLst/>
            </a:prstGeom>
            <a:noFill/>
            <a:ln w="38100">
              <a:solidFill>
                <a:srgbClr val="FF0000"/>
              </a:solidFill>
              <a:prstDash val="lgDashDot"/>
              <a:round/>
              <a:headEnd/>
              <a:tailEnd/>
            </a:ln>
            <a:effectLst/>
          </p:spPr>
          <p:txBody>
            <a:bodyPr/>
            <a:lstStyle/>
            <a:p>
              <a:endParaRPr lang="zh-CN" altLang="en-US" sz="2800"/>
            </a:p>
          </p:txBody>
        </p:sp>
        <p:sp>
          <p:nvSpPr>
            <p:cNvPr id="179204" name="Line 4"/>
            <p:cNvSpPr>
              <a:spLocks noChangeShapeType="1"/>
            </p:cNvSpPr>
            <p:nvPr/>
          </p:nvSpPr>
          <p:spPr bwMode="auto">
            <a:xfrm flipH="1">
              <a:off x="1968" y="1056"/>
              <a:ext cx="1248" cy="2976"/>
            </a:xfrm>
            <a:prstGeom prst="line">
              <a:avLst/>
            </a:prstGeom>
            <a:noFill/>
            <a:ln w="38100">
              <a:solidFill>
                <a:srgbClr val="0000FF"/>
              </a:solidFill>
              <a:prstDash val="dash"/>
              <a:round/>
              <a:headEnd/>
              <a:tailEnd/>
            </a:ln>
            <a:effectLst/>
          </p:spPr>
          <p:txBody>
            <a:bodyPr/>
            <a:lstStyle/>
            <a:p>
              <a:endParaRPr lang="zh-CN" altLang="en-US" sz="2800"/>
            </a:p>
          </p:txBody>
        </p:sp>
        <p:grpSp>
          <p:nvGrpSpPr>
            <p:cNvPr id="3" name="Group 27"/>
            <p:cNvGrpSpPr>
              <a:grpSpLocks/>
            </p:cNvGrpSpPr>
            <p:nvPr/>
          </p:nvGrpSpPr>
          <p:grpSpPr bwMode="auto">
            <a:xfrm rot="842054">
              <a:off x="2445" y="2330"/>
              <a:ext cx="433" cy="686"/>
              <a:chOff x="4847" y="3156"/>
              <a:chExt cx="433" cy="686"/>
            </a:xfrm>
          </p:grpSpPr>
          <p:sp>
            <p:nvSpPr>
              <p:cNvPr id="179223" name="Rectangle 23"/>
              <p:cNvSpPr>
                <a:spLocks noChangeArrowheads="1"/>
              </p:cNvSpPr>
              <p:nvPr/>
            </p:nvSpPr>
            <p:spPr bwMode="auto">
              <a:xfrm>
                <a:off x="4847" y="3504"/>
                <a:ext cx="192" cy="288"/>
              </a:xfrm>
              <a:prstGeom prst="rect">
                <a:avLst/>
              </a:prstGeom>
              <a:solidFill>
                <a:srgbClr val="CC0000"/>
              </a:solidFill>
              <a:ln w="19050">
                <a:solidFill>
                  <a:schemeClr val="tx1"/>
                </a:solidFill>
                <a:miter lim="800000"/>
                <a:headEnd/>
                <a:tailEnd/>
              </a:ln>
              <a:effectLst/>
            </p:spPr>
            <p:txBody>
              <a:bodyPr wrap="none" anchor="ctr"/>
              <a:lstStyle/>
              <a:p>
                <a:endParaRPr lang="zh-CN" altLang="en-US" sz="2800"/>
              </a:p>
            </p:txBody>
          </p:sp>
          <p:sp>
            <p:nvSpPr>
              <p:cNvPr id="179224" name="Rectangle 24"/>
              <p:cNvSpPr>
                <a:spLocks noChangeArrowheads="1"/>
              </p:cNvSpPr>
              <p:nvPr/>
            </p:nvSpPr>
            <p:spPr bwMode="auto">
              <a:xfrm>
                <a:off x="4847" y="3216"/>
                <a:ext cx="192" cy="288"/>
              </a:xfrm>
              <a:prstGeom prst="rect">
                <a:avLst/>
              </a:prstGeom>
              <a:solidFill>
                <a:srgbClr val="0033CC"/>
              </a:solidFill>
              <a:ln w="19050">
                <a:solidFill>
                  <a:schemeClr val="tx1"/>
                </a:solidFill>
                <a:miter lim="800000"/>
                <a:headEnd/>
                <a:tailEnd/>
              </a:ln>
              <a:effectLst/>
            </p:spPr>
            <p:txBody>
              <a:bodyPr wrap="none" anchor="ctr"/>
              <a:lstStyle/>
              <a:p>
                <a:endParaRPr lang="zh-CN" altLang="en-US" sz="2800"/>
              </a:p>
            </p:txBody>
          </p:sp>
          <p:sp>
            <p:nvSpPr>
              <p:cNvPr id="179225" name="Text Box 25"/>
              <p:cNvSpPr txBox="1">
                <a:spLocks noChangeArrowheads="1"/>
              </p:cNvSpPr>
              <p:nvPr/>
            </p:nvSpPr>
            <p:spPr bwMode="auto">
              <a:xfrm>
                <a:off x="4847" y="3156"/>
                <a:ext cx="288" cy="330"/>
              </a:xfrm>
              <a:prstGeom prst="rect">
                <a:avLst/>
              </a:prstGeom>
              <a:noFill/>
              <a:ln w="9525">
                <a:noFill/>
                <a:miter lim="800000"/>
                <a:headEnd/>
                <a:tailEnd/>
              </a:ln>
              <a:effectLst/>
            </p:spPr>
            <p:txBody>
              <a:bodyPr>
                <a:spAutoFit/>
              </a:bodyPr>
              <a:lstStyle/>
              <a:p>
                <a:pPr>
                  <a:spcBef>
                    <a:spcPct val="50000"/>
                  </a:spcBef>
                </a:pPr>
                <a:r>
                  <a:rPr lang="en-US" altLang="zh-CN" sz="2800" b="0">
                    <a:solidFill>
                      <a:schemeClr val="bg1"/>
                    </a:solidFill>
                  </a:rPr>
                  <a:t>S</a:t>
                </a:r>
              </a:p>
            </p:txBody>
          </p:sp>
          <p:sp>
            <p:nvSpPr>
              <p:cNvPr id="179226" name="Text Box 26"/>
              <p:cNvSpPr txBox="1">
                <a:spLocks noChangeArrowheads="1"/>
              </p:cNvSpPr>
              <p:nvPr/>
            </p:nvSpPr>
            <p:spPr bwMode="auto">
              <a:xfrm>
                <a:off x="4848" y="3512"/>
                <a:ext cx="432" cy="330"/>
              </a:xfrm>
              <a:prstGeom prst="rect">
                <a:avLst/>
              </a:prstGeom>
              <a:noFill/>
              <a:ln w="9525">
                <a:noFill/>
                <a:miter lim="800000"/>
                <a:headEnd/>
                <a:tailEnd/>
              </a:ln>
              <a:effectLst/>
            </p:spPr>
            <p:txBody>
              <a:bodyPr>
                <a:spAutoFit/>
              </a:bodyPr>
              <a:lstStyle/>
              <a:p>
                <a:pPr>
                  <a:spcBef>
                    <a:spcPct val="50000"/>
                  </a:spcBef>
                </a:pPr>
                <a:r>
                  <a:rPr lang="en-US" altLang="zh-CN" sz="2800">
                    <a:solidFill>
                      <a:schemeClr val="bg1"/>
                    </a:solidFill>
                  </a:rPr>
                  <a:t>N</a:t>
                </a:r>
              </a:p>
            </p:txBody>
          </p:sp>
        </p:grpSp>
        <p:sp>
          <p:nvSpPr>
            <p:cNvPr id="179228" name="Freeform 28"/>
            <p:cNvSpPr>
              <a:spLocks/>
            </p:cNvSpPr>
            <p:nvPr/>
          </p:nvSpPr>
          <p:spPr bwMode="auto">
            <a:xfrm>
              <a:off x="2895" y="2448"/>
              <a:ext cx="580" cy="636"/>
            </a:xfrm>
            <a:custGeom>
              <a:avLst/>
              <a:gdLst/>
              <a:ahLst/>
              <a:cxnLst>
                <a:cxn ang="0">
                  <a:pos x="0" y="594"/>
                </a:cxn>
                <a:cxn ang="0">
                  <a:pos x="186" y="636"/>
                </a:cxn>
                <a:cxn ang="0">
                  <a:pos x="420" y="594"/>
                </a:cxn>
                <a:cxn ang="0">
                  <a:pos x="557" y="447"/>
                </a:cxn>
                <a:cxn ang="0">
                  <a:pos x="557" y="240"/>
                </a:cxn>
                <a:cxn ang="0">
                  <a:pos x="429" y="84"/>
                </a:cxn>
                <a:cxn ang="0">
                  <a:pos x="177" y="0"/>
                </a:cxn>
              </a:cxnLst>
              <a:rect l="0" t="0" r="r" b="b"/>
              <a:pathLst>
                <a:path w="580" h="636">
                  <a:moveTo>
                    <a:pt x="0" y="594"/>
                  </a:moveTo>
                  <a:cubicBezTo>
                    <a:pt x="31" y="601"/>
                    <a:pt x="116" y="636"/>
                    <a:pt x="186" y="636"/>
                  </a:cubicBezTo>
                  <a:cubicBezTo>
                    <a:pt x="256" y="636"/>
                    <a:pt x="358" y="625"/>
                    <a:pt x="420" y="594"/>
                  </a:cubicBezTo>
                  <a:cubicBezTo>
                    <a:pt x="482" y="563"/>
                    <a:pt x="534" y="506"/>
                    <a:pt x="557" y="447"/>
                  </a:cubicBezTo>
                  <a:cubicBezTo>
                    <a:pt x="580" y="388"/>
                    <a:pt x="578" y="300"/>
                    <a:pt x="557" y="240"/>
                  </a:cubicBezTo>
                  <a:cubicBezTo>
                    <a:pt x="536" y="180"/>
                    <a:pt x="492" y="124"/>
                    <a:pt x="429" y="84"/>
                  </a:cubicBezTo>
                  <a:cubicBezTo>
                    <a:pt x="366" y="44"/>
                    <a:pt x="229" y="17"/>
                    <a:pt x="177" y="0"/>
                  </a:cubicBezTo>
                </a:path>
              </a:pathLst>
            </a:custGeom>
            <a:noFill/>
            <a:ln w="28575" cmpd="sng">
              <a:solidFill>
                <a:schemeClr val="tx1"/>
              </a:solidFill>
              <a:round/>
              <a:headEnd/>
              <a:tailEnd/>
            </a:ln>
            <a:effectLst/>
          </p:spPr>
          <p:txBody>
            <a:bodyPr/>
            <a:lstStyle/>
            <a:p>
              <a:endParaRPr lang="zh-CN" altLang="en-US" sz="2800"/>
            </a:p>
          </p:txBody>
        </p:sp>
        <p:sp>
          <p:nvSpPr>
            <p:cNvPr id="179229" name="Freeform 29"/>
            <p:cNvSpPr>
              <a:spLocks/>
            </p:cNvSpPr>
            <p:nvPr/>
          </p:nvSpPr>
          <p:spPr bwMode="auto">
            <a:xfrm>
              <a:off x="2835" y="2234"/>
              <a:ext cx="1231" cy="1213"/>
            </a:xfrm>
            <a:custGeom>
              <a:avLst/>
              <a:gdLst/>
              <a:ahLst/>
              <a:cxnLst>
                <a:cxn ang="0">
                  <a:pos x="0" y="862"/>
                </a:cxn>
                <a:cxn ang="0">
                  <a:pos x="117" y="1039"/>
                </a:cxn>
                <a:cxn ang="0">
                  <a:pos x="341" y="1168"/>
                </a:cxn>
                <a:cxn ang="0">
                  <a:pos x="714" y="1207"/>
                </a:cxn>
                <a:cxn ang="0">
                  <a:pos x="978" y="1130"/>
                </a:cxn>
                <a:cxn ang="0">
                  <a:pos x="1170" y="892"/>
                </a:cxn>
                <a:cxn ang="0">
                  <a:pos x="1230" y="625"/>
                </a:cxn>
                <a:cxn ang="0">
                  <a:pos x="1162" y="362"/>
                </a:cxn>
                <a:cxn ang="0">
                  <a:pos x="999" y="157"/>
                </a:cxn>
                <a:cxn ang="0">
                  <a:pos x="753" y="25"/>
                </a:cxn>
                <a:cxn ang="0">
                  <a:pos x="492" y="4"/>
                </a:cxn>
                <a:cxn ang="0">
                  <a:pos x="348" y="25"/>
                </a:cxn>
                <a:cxn ang="0">
                  <a:pos x="189" y="91"/>
                </a:cxn>
              </a:cxnLst>
              <a:rect l="0" t="0" r="r" b="b"/>
              <a:pathLst>
                <a:path w="1231" h="1213">
                  <a:moveTo>
                    <a:pt x="0" y="862"/>
                  </a:moveTo>
                  <a:cubicBezTo>
                    <a:pt x="20" y="892"/>
                    <a:pt x="60" y="988"/>
                    <a:pt x="117" y="1039"/>
                  </a:cubicBezTo>
                  <a:cubicBezTo>
                    <a:pt x="174" y="1090"/>
                    <a:pt x="241" y="1140"/>
                    <a:pt x="341" y="1168"/>
                  </a:cubicBezTo>
                  <a:cubicBezTo>
                    <a:pt x="441" y="1196"/>
                    <a:pt x="608" y="1213"/>
                    <a:pt x="714" y="1207"/>
                  </a:cubicBezTo>
                  <a:cubicBezTo>
                    <a:pt x="820" y="1201"/>
                    <a:pt x="902" y="1182"/>
                    <a:pt x="978" y="1130"/>
                  </a:cubicBezTo>
                  <a:cubicBezTo>
                    <a:pt x="1054" y="1078"/>
                    <a:pt x="1128" y="976"/>
                    <a:pt x="1170" y="892"/>
                  </a:cubicBezTo>
                  <a:cubicBezTo>
                    <a:pt x="1212" y="808"/>
                    <a:pt x="1231" y="713"/>
                    <a:pt x="1230" y="625"/>
                  </a:cubicBezTo>
                  <a:cubicBezTo>
                    <a:pt x="1229" y="537"/>
                    <a:pt x="1200" y="440"/>
                    <a:pt x="1162" y="362"/>
                  </a:cubicBezTo>
                  <a:cubicBezTo>
                    <a:pt x="1124" y="284"/>
                    <a:pt x="1067" y="213"/>
                    <a:pt x="999" y="157"/>
                  </a:cubicBezTo>
                  <a:cubicBezTo>
                    <a:pt x="931" y="101"/>
                    <a:pt x="837" y="50"/>
                    <a:pt x="753" y="25"/>
                  </a:cubicBezTo>
                  <a:cubicBezTo>
                    <a:pt x="669" y="0"/>
                    <a:pt x="559" y="4"/>
                    <a:pt x="492" y="4"/>
                  </a:cubicBezTo>
                  <a:cubicBezTo>
                    <a:pt x="425" y="4"/>
                    <a:pt x="398" y="11"/>
                    <a:pt x="348" y="25"/>
                  </a:cubicBezTo>
                  <a:cubicBezTo>
                    <a:pt x="298" y="39"/>
                    <a:pt x="222" y="77"/>
                    <a:pt x="189" y="91"/>
                  </a:cubicBezTo>
                </a:path>
              </a:pathLst>
            </a:custGeom>
            <a:noFill/>
            <a:ln w="28575" cmpd="sng">
              <a:solidFill>
                <a:schemeClr val="tx1"/>
              </a:solidFill>
              <a:round/>
              <a:headEnd/>
              <a:tailEnd/>
            </a:ln>
            <a:effectLst/>
          </p:spPr>
          <p:txBody>
            <a:bodyPr/>
            <a:lstStyle/>
            <a:p>
              <a:endParaRPr lang="zh-CN" altLang="en-US" sz="2800"/>
            </a:p>
          </p:txBody>
        </p:sp>
        <p:sp>
          <p:nvSpPr>
            <p:cNvPr id="179230" name="Freeform 30"/>
            <p:cNvSpPr>
              <a:spLocks/>
            </p:cNvSpPr>
            <p:nvPr/>
          </p:nvSpPr>
          <p:spPr bwMode="auto">
            <a:xfrm>
              <a:off x="2700" y="3147"/>
              <a:ext cx="660" cy="582"/>
            </a:xfrm>
            <a:custGeom>
              <a:avLst/>
              <a:gdLst/>
              <a:ahLst/>
              <a:cxnLst>
                <a:cxn ang="0">
                  <a:pos x="0" y="0"/>
                </a:cxn>
                <a:cxn ang="0">
                  <a:pos x="171" y="258"/>
                </a:cxn>
                <a:cxn ang="0">
                  <a:pos x="408" y="456"/>
                </a:cxn>
                <a:cxn ang="0">
                  <a:pos x="660" y="582"/>
                </a:cxn>
              </a:cxnLst>
              <a:rect l="0" t="0" r="r" b="b"/>
              <a:pathLst>
                <a:path w="660" h="582">
                  <a:moveTo>
                    <a:pt x="0" y="0"/>
                  </a:moveTo>
                  <a:cubicBezTo>
                    <a:pt x="28" y="43"/>
                    <a:pt x="103" y="182"/>
                    <a:pt x="171" y="258"/>
                  </a:cubicBezTo>
                  <a:cubicBezTo>
                    <a:pt x="239" y="334"/>
                    <a:pt x="327" y="402"/>
                    <a:pt x="408" y="456"/>
                  </a:cubicBezTo>
                  <a:cubicBezTo>
                    <a:pt x="489" y="510"/>
                    <a:pt x="608" y="556"/>
                    <a:pt x="660" y="582"/>
                  </a:cubicBezTo>
                </a:path>
              </a:pathLst>
            </a:custGeom>
            <a:noFill/>
            <a:ln w="28575" cmpd="sng">
              <a:solidFill>
                <a:schemeClr val="tx1"/>
              </a:solidFill>
              <a:round/>
              <a:headEnd/>
              <a:tailEnd/>
            </a:ln>
            <a:effectLst/>
          </p:spPr>
          <p:txBody>
            <a:bodyPr/>
            <a:lstStyle/>
            <a:p>
              <a:endParaRPr lang="zh-CN" altLang="en-US" sz="2800"/>
            </a:p>
          </p:txBody>
        </p:sp>
        <p:sp>
          <p:nvSpPr>
            <p:cNvPr id="179231" name="Freeform 31"/>
            <p:cNvSpPr>
              <a:spLocks/>
            </p:cNvSpPr>
            <p:nvPr/>
          </p:nvSpPr>
          <p:spPr bwMode="auto">
            <a:xfrm>
              <a:off x="2622" y="3162"/>
              <a:ext cx="594" cy="990"/>
            </a:xfrm>
            <a:custGeom>
              <a:avLst/>
              <a:gdLst/>
              <a:ahLst/>
              <a:cxnLst>
                <a:cxn ang="0">
                  <a:pos x="0" y="0"/>
                </a:cxn>
                <a:cxn ang="0">
                  <a:pos x="78" y="300"/>
                </a:cxn>
                <a:cxn ang="0">
                  <a:pos x="210" y="582"/>
                </a:cxn>
                <a:cxn ang="0">
                  <a:pos x="369" y="798"/>
                </a:cxn>
                <a:cxn ang="0">
                  <a:pos x="594" y="990"/>
                </a:cxn>
              </a:cxnLst>
              <a:rect l="0" t="0" r="r" b="b"/>
              <a:pathLst>
                <a:path w="594" h="990">
                  <a:moveTo>
                    <a:pt x="0" y="0"/>
                  </a:moveTo>
                  <a:cubicBezTo>
                    <a:pt x="13" y="50"/>
                    <a:pt x="43" y="203"/>
                    <a:pt x="78" y="300"/>
                  </a:cubicBezTo>
                  <a:cubicBezTo>
                    <a:pt x="113" y="397"/>
                    <a:pt x="162" y="499"/>
                    <a:pt x="210" y="582"/>
                  </a:cubicBezTo>
                  <a:cubicBezTo>
                    <a:pt x="258" y="665"/>
                    <a:pt x="305" y="730"/>
                    <a:pt x="369" y="798"/>
                  </a:cubicBezTo>
                  <a:cubicBezTo>
                    <a:pt x="433" y="866"/>
                    <a:pt x="547" y="950"/>
                    <a:pt x="594" y="990"/>
                  </a:cubicBezTo>
                </a:path>
              </a:pathLst>
            </a:custGeom>
            <a:noFill/>
            <a:ln w="28575" cmpd="sng">
              <a:solidFill>
                <a:schemeClr val="tx1"/>
              </a:solidFill>
              <a:round/>
              <a:headEnd/>
              <a:tailEnd/>
            </a:ln>
            <a:effectLst/>
          </p:spPr>
          <p:txBody>
            <a:bodyPr/>
            <a:lstStyle/>
            <a:p>
              <a:endParaRPr lang="zh-CN" altLang="en-US" sz="2800"/>
            </a:p>
          </p:txBody>
        </p:sp>
        <p:sp>
          <p:nvSpPr>
            <p:cNvPr id="179232" name="Freeform 32"/>
            <p:cNvSpPr>
              <a:spLocks/>
            </p:cNvSpPr>
            <p:nvPr/>
          </p:nvSpPr>
          <p:spPr bwMode="auto">
            <a:xfrm>
              <a:off x="2928" y="1997"/>
              <a:ext cx="987" cy="211"/>
            </a:xfrm>
            <a:custGeom>
              <a:avLst/>
              <a:gdLst/>
              <a:ahLst/>
              <a:cxnLst>
                <a:cxn ang="0">
                  <a:pos x="0" y="211"/>
                </a:cxn>
                <a:cxn ang="0">
                  <a:pos x="147" y="121"/>
                </a:cxn>
                <a:cxn ang="0">
                  <a:pos x="345" y="43"/>
                </a:cxn>
                <a:cxn ang="0">
                  <a:pos x="696" y="1"/>
                </a:cxn>
                <a:cxn ang="0">
                  <a:pos x="987" y="49"/>
                </a:cxn>
              </a:cxnLst>
              <a:rect l="0" t="0" r="r" b="b"/>
              <a:pathLst>
                <a:path w="987" h="211">
                  <a:moveTo>
                    <a:pt x="0" y="211"/>
                  </a:moveTo>
                  <a:cubicBezTo>
                    <a:pt x="24" y="196"/>
                    <a:pt x="90" y="149"/>
                    <a:pt x="147" y="121"/>
                  </a:cubicBezTo>
                  <a:cubicBezTo>
                    <a:pt x="204" y="93"/>
                    <a:pt x="254" y="63"/>
                    <a:pt x="345" y="43"/>
                  </a:cubicBezTo>
                  <a:cubicBezTo>
                    <a:pt x="436" y="23"/>
                    <a:pt x="589" y="0"/>
                    <a:pt x="696" y="1"/>
                  </a:cubicBezTo>
                  <a:cubicBezTo>
                    <a:pt x="803" y="2"/>
                    <a:pt x="927" y="39"/>
                    <a:pt x="987" y="49"/>
                  </a:cubicBezTo>
                </a:path>
              </a:pathLst>
            </a:custGeom>
            <a:noFill/>
            <a:ln w="28575" cmpd="sng">
              <a:solidFill>
                <a:schemeClr val="tx1"/>
              </a:solidFill>
              <a:round/>
              <a:headEnd/>
              <a:tailEnd/>
            </a:ln>
            <a:effectLst/>
          </p:spPr>
          <p:txBody>
            <a:bodyPr/>
            <a:lstStyle/>
            <a:p>
              <a:endParaRPr lang="zh-CN" altLang="en-US" sz="2800"/>
            </a:p>
          </p:txBody>
        </p:sp>
        <p:sp>
          <p:nvSpPr>
            <p:cNvPr id="179233" name="Freeform 33"/>
            <p:cNvSpPr>
              <a:spLocks/>
            </p:cNvSpPr>
            <p:nvPr/>
          </p:nvSpPr>
          <p:spPr bwMode="auto">
            <a:xfrm>
              <a:off x="2832" y="1536"/>
              <a:ext cx="1116" cy="612"/>
            </a:xfrm>
            <a:custGeom>
              <a:avLst/>
              <a:gdLst/>
              <a:ahLst/>
              <a:cxnLst>
                <a:cxn ang="0">
                  <a:pos x="0" y="612"/>
                </a:cxn>
                <a:cxn ang="0">
                  <a:pos x="228" y="330"/>
                </a:cxn>
                <a:cxn ang="0">
                  <a:pos x="558" y="114"/>
                </a:cxn>
                <a:cxn ang="0">
                  <a:pos x="855" y="24"/>
                </a:cxn>
                <a:cxn ang="0">
                  <a:pos x="1116" y="0"/>
                </a:cxn>
              </a:cxnLst>
              <a:rect l="0" t="0" r="r" b="b"/>
              <a:pathLst>
                <a:path w="1116" h="612">
                  <a:moveTo>
                    <a:pt x="0" y="612"/>
                  </a:moveTo>
                  <a:cubicBezTo>
                    <a:pt x="38" y="565"/>
                    <a:pt x="135" y="413"/>
                    <a:pt x="228" y="330"/>
                  </a:cubicBezTo>
                  <a:cubicBezTo>
                    <a:pt x="321" y="247"/>
                    <a:pt x="453" y="165"/>
                    <a:pt x="558" y="114"/>
                  </a:cubicBezTo>
                  <a:cubicBezTo>
                    <a:pt x="663" y="63"/>
                    <a:pt x="762" y="43"/>
                    <a:pt x="855" y="24"/>
                  </a:cubicBezTo>
                  <a:cubicBezTo>
                    <a:pt x="948" y="5"/>
                    <a:pt x="1062" y="5"/>
                    <a:pt x="1116" y="0"/>
                  </a:cubicBezTo>
                </a:path>
              </a:pathLst>
            </a:custGeom>
            <a:noFill/>
            <a:ln w="28575" cmpd="sng">
              <a:solidFill>
                <a:schemeClr val="tx1"/>
              </a:solidFill>
              <a:round/>
              <a:headEnd/>
              <a:tailEnd/>
            </a:ln>
            <a:effectLst/>
          </p:spPr>
          <p:txBody>
            <a:bodyPr/>
            <a:lstStyle/>
            <a:p>
              <a:endParaRPr lang="zh-CN" altLang="en-US" sz="2800"/>
            </a:p>
          </p:txBody>
        </p:sp>
        <p:sp>
          <p:nvSpPr>
            <p:cNvPr id="179234" name="Freeform 34"/>
            <p:cNvSpPr>
              <a:spLocks/>
            </p:cNvSpPr>
            <p:nvPr/>
          </p:nvSpPr>
          <p:spPr bwMode="auto">
            <a:xfrm>
              <a:off x="1350" y="3117"/>
              <a:ext cx="966" cy="648"/>
            </a:xfrm>
            <a:custGeom>
              <a:avLst/>
              <a:gdLst/>
              <a:ahLst/>
              <a:cxnLst>
                <a:cxn ang="0">
                  <a:pos x="966" y="0"/>
                </a:cxn>
                <a:cxn ang="0">
                  <a:pos x="807" y="231"/>
                </a:cxn>
                <a:cxn ang="0">
                  <a:pos x="504" y="489"/>
                </a:cxn>
                <a:cxn ang="0">
                  <a:pos x="207" y="612"/>
                </a:cxn>
                <a:cxn ang="0">
                  <a:pos x="0" y="648"/>
                </a:cxn>
              </a:cxnLst>
              <a:rect l="0" t="0" r="r" b="b"/>
              <a:pathLst>
                <a:path w="966" h="648">
                  <a:moveTo>
                    <a:pt x="966" y="0"/>
                  </a:moveTo>
                  <a:cubicBezTo>
                    <a:pt x="940" y="38"/>
                    <a:pt x="884" y="150"/>
                    <a:pt x="807" y="231"/>
                  </a:cubicBezTo>
                  <a:cubicBezTo>
                    <a:pt x="730" y="312"/>
                    <a:pt x="604" y="426"/>
                    <a:pt x="504" y="489"/>
                  </a:cubicBezTo>
                  <a:cubicBezTo>
                    <a:pt x="404" y="552"/>
                    <a:pt x="291" y="586"/>
                    <a:pt x="207" y="612"/>
                  </a:cubicBezTo>
                  <a:cubicBezTo>
                    <a:pt x="123" y="638"/>
                    <a:pt x="43" y="641"/>
                    <a:pt x="0" y="648"/>
                  </a:cubicBezTo>
                </a:path>
              </a:pathLst>
            </a:custGeom>
            <a:noFill/>
            <a:ln w="28575" cmpd="sng">
              <a:solidFill>
                <a:schemeClr val="tx1"/>
              </a:solidFill>
              <a:round/>
              <a:headEnd/>
              <a:tailEnd/>
            </a:ln>
            <a:effectLst/>
          </p:spPr>
          <p:txBody>
            <a:bodyPr/>
            <a:lstStyle/>
            <a:p>
              <a:endParaRPr lang="zh-CN" altLang="en-US" sz="2800"/>
            </a:p>
          </p:txBody>
        </p:sp>
        <p:sp>
          <p:nvSpPr>
            <p:cNvPr id="179235" name="Freeform 35"/>
            <p:cNvSpPr>
              <a:spLocks/>
            </p:cNvSpPr>
            <p:nvPr/>
          </p:nvSpPr>
          <p:spPr bwMode="auto">
            <a:xfrm>
              <a:off x="1386" y="3075"/>
              <a:ext cx="834" cy="227"/>
            </a:xfrm>
            <a:custGeom>
              <a:avLst/>
              <a:gdLst/>
              <a:ahLst/>
              <a:cxnLst>
                <a:cxn ang="0">
                  <a:pos x="834" y="0"/>
                </a:cxn>
                <a:cxn ang="0">
                  <a:pos x="645" y="123"/>
                </a:cxn>
                <a:cxn ang="0">
                  <a:pos x="444" y="192"/>
                </a:cxn>
                <a:cxn ang="0">
                  <a:pos x="228" y="225"/>
                </a:cxn>
                <a:cxn ang="0">
                  <a:pos x="0" y="204"/>
                </a:cxn>
              </a:cxnLst>
              <a:rect l="0" t="0" r="r" b="b"/>
              <a:pathLst>
                <a:path w="834" h="227">
                  <a:moveTo>
                    <a:pt x="834" y="0"/>
                  </a:moveTo>
                  <a:cubicBezTo>
                    <a:pt x="803" y="20"/>
                    <a:pt x="710" y="91"/>
                    <a:pt x="645" y="123"/>
                  </a:cubicBezTo>
                  <a:cubicBezTo>
                    <a:pt x="580" y="155"/>
                    <a:pt x="513" y="175"/>
                    <a:pt x="444" y="192"/>
                  </a:cubicBezTo>
                  <a:cubicBezTo>
                    <a:pt x="375" y="209"/>
                    <a:pt x="302" y="223"/>
                    <a:pt x="228" y="225"/>
                  </a:cubicBezTo>
                  <a:cubicBezTo>
                    <a:pt x="154" y="227"/>
                    <a:pt x="47" y="208"/>
                    <a:pt x="0" y="204"/>
                  </a:cubicBezTo>
                </a:path>
              </a:pathLst>
            </a:custGeom>
            <a:noFill/>
            <a:ln w="28575" cmpd="sng">
              <a:solidFill>
                <a:schemeClr val="tx1"/>
              </a:solidFill>
              <a:round/>
              <a:headEnd/>
              <a:tailEnd/>
            </a:ln>
            <a:effectLst/>
          </p:spPr>
          <p:txBody>
            <a:bodyPr/>
            <a:lstStyle/>
            <a:p>
              <a:endParaRPr lang="zh-CN" altLang="en-US" sz="2800"/>
            </a:p>
          </p:txBody>
        </p:sp>
        <p:sp>
          <p:nvSpPr>
            <p:cNvPr id="179236" name="Freeform 36"/>
            <p:cNvSpPr>
              <a:spLocks/>
            </p:cNvSpPr>
            <p:nvPr/>
          </p:nvSpPr>
          <p:spPr bwMode="auto">
            <a:xfrm>
              <a:off x="1725" y="1044"/>
              <a:ext cx="774" cy="1011"/>
            </a:xfrm>
            <a:custGeom>
              <a:avLst/>
              <a:gdLst/>
              <a:ahLst/>
              <a:cxnLst>
                <a:cxn ang="0">
                  <a:pos x="774" y="1011"/>
                </a:cxn>
                <a:cxn ang="0">
                  <a:pos x="717" y="747"/>
                </a:cxn>
                <a:cxn ang="0">
                  <a:pos x="576" y="462"/>
                </a:cxn>
                <a:cxn ang="0">
                  <a:pos x="342" y="207"/>
                </a:cxn>
                <a:cxn ang="0">
                  <a:pos x="174" y="93"/>
                </a:cxn>
                <a:cxn ang="0">
                  <a:pos x="0" y="0"/>
                </a:cxn>
              </a:cxnLst>
              <a:rect l="0" t="0" r="r" b="b"/>
              <a:pathLst>
                <a:path w="774" h="1011">
                  <a:moveTo>
                    <a:pt x="774" y="1011"/>
                  </a:moveTo>
                  <a:cubicBezTo>
                    <a:pt x="765" y="967"/>
                    <a:pt x="750" y="838"/>
                    <a:pt x="717" y="747"/>
                  </a:cubicBezTo>
                  <a:cubicBezTo>
                    <a:pt x="684" y="656"/>
                    <a:pt x="638" y="552"/>
                    <a:pt x="576" y="462"/>
                  </a:cubicBezTo>
                  <a:cubicBezTo>
                    <a:pt x="514" y="372"/>
                    <a:pt x="409" y="268"/>
                    <a:pt x="342" y="207"/>
                  </a:cubicBezTo>
                  <a:cubicBezTo>
                    <a:pt x="275" y="146"/>
                    <a:pt x="231" y="128"/>
                    <a:pt x="174" y="93"/>
                  </a:cubicBezTo>
                  <a:cubicBezTo>
                    <a:pt x="117" y="58"/>
                    <a:pt x="36" y="19"/>
                    <a:pt x="0" y="0"/>
                  </a:cubicBezTo>
                </a:path>
              </a:pathLst>
            </a:custGeom>
            <a:noFill/>
            <a:ln w="28575" cmpd="sng">
              <a:solidFill>
                <a:schemeClr val="tx1"/>
              </a:solidFill>
              <a:round/>
              <a:headEnd/>
              <a:tailEnd/>
            </a:ln>
            <a:effectLst/>
          </p:spPr>
          <p:txBody>
            <a:bodyPr/>
            <a:lstStyle/>
            <a:p>
              <a:endParaRPr lang="zh-CN" altLang="en-US" sz="2800"/>
            </a:p>
          </p:txBody>
        </p:sp>
        <p:sp>
          <p:nvSpPr>
            <p:cNvPr id="179237" name="Freeform 37"/>
            <p:cNvSpPr>
              <a:spLocks/>
            </p:cNvSpPr>
            <p:nvPr/>
          </p:nvSpPr>
          <p:spPr bwMode="auto">
            <a:xfrm>
              <a:off x="1527" y="1509"/>
              <a:ext cx="885" cy="573"/>
            </a:xfrm>
            <a:custGeom>
              <a:avLst/>
              <a:gdLst/>
              <a:ahLst/>
              <a:cxnLst>
                <a:cxn ang="0">
                  <a:pos x="885" y="573"/>
                </a:cxn>
                <a:cxn ang="0">
                  <a:pos x="756" y="393"/>
                </a:cxn>
                <a:cxn ang="0">
                  <a:pos x="570" y="222"/>
                </a:cxn>
                <a:cxn ang="0">
                  <a:pos x="252" y="54"/>
                </a:cxn>
                <a:cxn ang="0">
                  <a:pos x="0" y="0"/>
                </a:cxn>
              </a:cxnLst>
              <a:rect l="0" t="0" r="r" b="b"/>
              <a:pathLst>
                <a:path w="885" h="573">
                  <a:moveTo>
                    <a:pt x="885" y="573"/>
                  </a:moveTo>
                  <a:cubicBezTo>
                    <a:pt x="863" y="543"/>
                    <a:pt x="808" y="451"/>
                    <a:pt x="756" y="393"/>
                  </a:cubicBezTo>
                  <a:cubicBezTo>
                    <a:pt x="704" y="335"/>
                    <a:pt x="654" y="278"/>
                    <a:pt x="570" y="222"/>
                  </a:cubicBezTo>
                  <a:cubicBezTo>
                    <a:pt x="486" y="166"/>
                    <a:pt x="347" y="91"/>
                    <a:pt x="252" y="54"/>
                  </a:cubicBezTo>
                  <a:cubicBezTo>
                    <a:pt x="157" y="17"/>
                    <a:pt x="52" y="11"/>
                    <a:pt x="0" y="0"/>
                  </a:cubicBezTo>
                </a:path>
              </a:pathLst>
            </a:custGeom>
            <a:noFill/>
            <a:ln w="28575" cmpd="sng">
              <a:solidFill>
                <a:schemeClr val="tx1"/>
              </a:solidFill>
              <a:round/>
              <a:headEnd/>
              <a:tailEnd/>
            </a:ln>
            <a:effectLst/>
          </p:spPr>
          <p:txBody>
            <a:bodyPr/>
            <a:lstStyle/>
            <a:p>
              <a:endParaRPr lang="zh-CN" altLang="en-US" sz="2800"/>
            </a:p>
          </p:txBody>
        </p:sp>
        <p:sp>
          <p:nvSpPr>
            <p:cNvPr id="179238" name="Freeform 38"/>
            <p:cNvSpPr>
              <a:spLocks/>
            </p:cNvSpPr>
            <p:nvPr/>
          </p:nvSpPr>
          <p:spPr bwMode="auto">
            <a:xfrm>
              <a:off x="1648" y="2199"/>
              <a:ext cx="485" cy="633"/>
            </a:xfrm>
            <a:custGeom>
              <a:avLst/>
              <a:gdLst/>
              <a:ahLst/>
              <a:cxnLst>
                <a:cxn ang="0">
                  <a:pos x="485" y="30"/>
                </a:cxn>
                <a:cxn ang="0">
                  <a:pos x="365" y="6"/>
                </a:cxn>
                <a:cxn ang="0">
                  <a:pos x="179" y="30"/>
                </a:cxn>
                <a:cxn ang="0">
                  <a:pos x="29" y="183"/>
                </a:cxn>
                <a:cxn ang="0">
                  <a:pos x="15" y="366"/>
                </a:cxn>
                <a:cxn ang="0">
                  <a:pos x="122" y="535"/>
                </a:cxn>
                <a:cxn ang="0">
                  <a:pos x="368" y="633"/>
                </a:cxn>
              </a:cxnLst>
              <a:rect l="0" t="0" r="r" b="b"/>
              <a:pathLst>
                <a:path w="485" h="633">
                  <a:moveTo>
                    <a:pt x="485" y="30"/>
                  </a:moveTo>
                  <a:cubicBezTo>
                    <a:pt x="465" y="26"/>
                    <a:pt x="416" y="6"/>
                    <a:pt x="365" y="6"/>
                  </a:cubicBezTo>
                  <a:cubicBezTo>
                    <a:pt x="314" y="6"/>
                    <a:pt x="235" y="0"/>
                    <a:pt x="179" y="30"/>
                  </a:cubicBezTo>
                  <a:cubicBezTo>
                    <a:pt x="123" y="60"/>
                    <a:pt x="56" y="127"/>
                    <a:pt x="29" y="183"/>
                  </a:cubicBezTo>
                  <a:cubicBezTo>
                    <a:pt x="2" y="239"/>
                    <a:pt x="0" y="307"/>
                    <a:pt x="15" y="366"/>
                  </a:cubicBezTo>
                  <a:cubicBezTo>
                    <a:pt x="30" y="425"/>
                    <a:pt x="63" y="491"/>
                    <a:pt x="122" y="535"/>
                  </a:cubicBezTo>
                  <a:cubicBezTo>
                    <a:pt x="181" y="579"/>
                    <a:pt x="317" y="613"/>
                    <a:pt x="368" y="633"/>
                  </a:cubicBezTo>
                </a:path>
              </a:pathLst>
            </a:custGeom>
            <a:noFill/>
            <a:ln w="28575" cmpd="sng">
              <a:solidFill>
                <a:schemeClr val="tx1"/>
              </a:solidFill>
              <a:round/>
              <a:headEnd/>
              <a:tailEnd/>
            </a:ln>
            <a:effectLst/>
          </p:spPr>
          <p:txBody>
            <a:bodyPr/>
            <a:lstStyle/>
            <a:p>
              <a:endParaRPr lang="zh-CN" altLang="en-US" sz="2800"/>
            </a:p>
          </p:txBody>
        </p:sp>
        <p:sp>
          <p:nvSpPr>
            <p:cNvPr id="179239" name="Freeform 39"/>
            <p:cNvSpPr>
              <a:spLocks/>
            </p:cNvSpPr>
            <p:nvPr/>
          </p:nvSpPr>
          <p:spPr bwMode="auto">
            <a:xfrm>
              <a:off x="1057" y="1842"/>
              <a:ext cx="1214" cy="1215"/>
            </a:xfrm>
            <a:custGeom>
              <a:avLst/>
              <a:gdLst/>
              <a:ahLst/>
              <a:cxnLst>
                <a:cxn ang="0">
                  <a:pos x="1214" y="291"/>
                </a:cxn>
                <a:cxn ang="0">
                  <a:pos x="1118" y="192"/>
                </a:cxn>
                <a:cxn ang="0">
                  <a:pos x="914" y="60"/>
                </a:cxn>
                <a:cxn ang="0">
                  <a:pos x="599" y="3"/>
                </a:cxn>
                <a:cxn ang="0">
                  <a:pos x="293" y="81"/>
                </a:cxn>
                <a:cxn ang="0">
                  <a:pos x="91" y="270"/>
                </a:cxn>
                <a:cxn ang="0">
                  <a:pos x="11" y="492"/>
                </a:cxn>
                <a:cxn ang="0">
                  <a:pos x="35" y="765"/>
                </a:cxn>
                <a:cxn ang="0">
                  <a:pos x="224" y="1044"/>
                </a:cxn>
                <a:cxn ang="0">
                  <a:pos x="467" y="1173"/>
                </a:cxn>
                <a:cxn ang="0">
                  <a:pos x="806" y="1209"/>
                </a:cxn>
                <a:cxn ang="0">
                  <a:pos x="1052" y="1134"/>
                </a:cxn>
              </a:cxnLst>
              <a:rect l="0" t="0" r="r" b="b"/>
              <a:pathLst>
                <a:path w="1214" h="1215">
                  <a:moveTo>
                    <a:pt x="1214" y="291"/>
                  </a:moveTo>
                  <a:cubicBezTo>
                    <a:pt x="1198" y="274"/>
                    <a:pt x="1168" y="230"/>
                    <a:pt x="1118" y="192"/>
                  </a:cubicBezTo>
                  <a:cubicBezTo>
                    <a:pt x="1068" y="154"/>
                    <a:pt x="1001" y="92"/>
                    <a:pt x="914" y="60"/>
                  </a:cubicBezTo>
                  <a:cubicBezTo>
                    <a:pt x="827" y="28"/>
                    <a:pt x="702" y="0"/>
                    <a:pt x="599" y="3"/>
                  </a:cubicBezTo>
                  <a:cubicBezTo>
                    <a:pt x="496" y="6"/>
                    <a:pt x="378" y="37"/>
                    <a:pt x="293" y="81"/>
                  </a:cubicBezTo>
                  <a:cubicBezTo>
                    <a:pt x="208" y="125"/>
                    <a:pt x="138" y="202"/>
                    <a:pt x="91" y="270"/>
                  </a:cubicBezTo>
                  <a:cubicBezTo>
                    <a:pt x="44" y="338"/>
                    <a:pt x="20" y="410"/>
                    <a:pt x="11" y="492"/>
                  </a:cubicBezTo>
                  <a:cubicBezTo>
                    <a:pt x="2" y="574"/>
                    <a:pt x="0" y="673"/>
                    <a:pt x="35" y="765"/>
                  </a:cubicBezTo>
                  <a:cubicBezTo>
                    <a:pt x="70" y="857"/>
                    <a:pt x="152" y="976"/>
                    <a:pt x="224" y="1044"/>
                  </a:cubicBezTo>
                  <a:cubicBezTo>
                    <a:pt x="296" y="1112"/>
                    <a:pt x="370" y="1146"/>
                    <a:pt x="467" y="1173"/>
                  </a:cubicBezTo>
                  <a:cubicBezTo>
                    <a:pt x="564" y="1200"/>
                    <a:pt x="709" y="1215"/>
                    <a:pt x="806" y="1209"/>
                  </a:cubicBezTo>
                  <a:cubicBezTo>
                    <a:pt x="903" y="1203"/>
                    <a:pt x="1001" y="1150"/>
                    <a:pt x="1052" y="1134"/>
                  </a:cubicBezTo>
                </a:path>
              </a:pathLst>
            </a:custGeom>
            <a:noFill/>
            <a:ln w="28575" cmpd="sng">
              <a:solidFill>
                <a:schemeClr val="tx1"/>
              </a:solidFill>
              <a:round/>
              <a:headEnd/>
              <a:tailEnd/>
            </a:ln>
            <a:effectLst/>
          </p:spPr>
          <p:txBody>
            <a:bodyPr/>
            <a:lstStyle/>
            <a:p>
              <a:endParaRPr lang="zh-CN" altLang="en-US" sz="2800"/>
            </a:p>
          </p:txBody>
        </p:sp>
        <p:sp>
          <p:nvSpPr>
            <p:cNvPr id="179240" name="Freeform 40"/>
            <p:cNvSpPr>
              <a:spLocks/>
            </p:cNvSpPr>
            <p:nvPr/>
          </p:nvSpPr>
          <p:spPr bwMode="auto">
            <a:xfrm>
              <a:off x="2544" y="1035"/>
              <a:ext cx="624" cy="117"/>
            </a:xfrm>
            <a:custGeom>
              <a:avLst/>
              <a:gdLst/>
              <a:ahLst/>
              <a:cxnLst>
                <a:cxn ang="0">
                  <a:pos x="0" y="21"/>
                </a:cxn>
                <a:cxn ang="0">
                  <a:pos x="225" y="2"/>
                </a:cxn>
                <a:cxn ang="0">
                  <a:pos x="424" y="33"/>
                </a:cxn>
                <a:cxn ang="0">
                  <a:pos x="624" y="117"/>
                </a:cxn>
              </a:cxnLst>
              <a:rect l="0" t="0" r="r" b="b"/>
              <a:pathLst>
                <a:path w="624" h="117">
                  <a:moveTo>
                    <a:pt x="0" y="21"/>
                  </a:moveTo>
                  <a:cubicBezTo>
                    <a:pt x="38" y="18"/>
                    <a:pt x="154" y="0"/>
                    <a:pt x="225" y="2"/>
                  </a:cubicBezTo>
                  <a:cubicBezTo>
                    <a:pt x="296" y="4"/>
                    <a:pt x="358" y="14"/>
                    <a:pt x="424" y="33"/>
                  </a:cubicBezTo>
                  <a:cubicBezTo>
                    <a:pt x="490" y="52"/>
                    <a:pt x="582" y="99"/>
                    <a:pt x="624" y="117"/>
                  </a:cubicBezTo>
                </a:path>
              </a:pathLst>
            </a:custGeom>
            <a:noFill/>
            <a:ln w="19050" cmpd="sng">
              <a:solidFill>
                <a:srgbClr val="33CC33"/>
              </a:solidFill>
              <a:round/>
              <a:headEnd type="triangle" w="sm" len="lg"/>
              <a:tailEnd type="triangle" w="sm" len="lg"/>
            </a:ln>
            <a:effectLst/>
          </p:spPr>
          <p:txBody>
            <a:bodyPr/>
            <a:lstStyle/>
            <a:p>
              <a:endParaRPr lang="zh-CN" altLang="en-US" sz="2800"/>
            </a:p>
          </p:txBody>
        </p:sp>
        <p:sp>
          <p:nvSpPr>
            <p:cNvPr id="179241" name="Freeform 41"/>
            <p:cNvSpPr>
              <a:spLocks/>
            </p:cNvSpPr>
            <p:nvPr/>
          </p:nvSpPr>
          <p:spPr bwMode="auto">
            <a:xfrm>
              <a:off x="2832" y="1331"/>
              <a:ext cx="213" cy="90"/>
            </a:xfrm>
            <a:custGeom>
              <a:avLst/>
              <a:gdLst/>
              <a:ahLst/>
              <a:cxnLst>
                <a:cxn ang="0">
                  <a:pos x="0" y="13"/>
                </a:cxn>
                <a:cxn ang="0">
                  <a:pos x="113" y="13"/>
                </a:cxn>
                <a:cxn ang="0">
                  <a:pos x="213" y="90"/>
                </a:cxn>
              </a:cxnLst>
              <a:rect l="0" t="0" r="r" b="b"/>
              <a:pathLst>
                <a:path w="213" h="90">
                  <a:moveTo>
                    <a:pt x="0" y="13"/>
                  </a:moveTo>
                  <a:cubicBezTo>
                    <a:pt x="19" y="13"/>
                    <a:pt x="78" y="0"/>
                    <a:pt x="113" y="13"/>
                  </a:cubicBezTo>
                  <a:cubicBezTo>
                    <a:pt x="148" y="26"/>
                    <a:pt x="192" y="74"/>
                    <a:pt x="213" y="90"/>
                  </a:cubicBezTo>
                </a:path>
              </a:pathLst>
            </a:custGeom>
            <a:noFill/>
            <a:ln w="19050" cmpd="sng">
              <a:solidFill>
                <a:srgbClr val="FF9933"/>
              </a:solidFill>
              <a:round/>
              <a:headEnd type="triangle" w="sm" len="med"/>
              <a:tailEnd type="triangle" w="sm" len="med"/>
            </a:ln>
            <a:effectLst/>
          </p:spPr>
          <p:txBody>
            <a:bodyPr/>
            <a:lstStyle/>
            <a:p>
              <a:endParaRPr lang="zh-CN" altLang="en-US" sz="2800"/>
            </a:p>
          </p:txBody>
        </p:sp>
        <p:sp>
          <p:nvSpPr>
            <p:cNvPr id="179242" name="Line 42"/>
            <p:cNvSpPr>
              <a:spLocks noChangeShapeType="1"/>
            </p:cNvSpPr>
            <p:nvPr/>
          </p:nvSpPr>
          <p:spPr bwMode="auto">
            <a:xfrm>
              <a:off x="1872" y="1104"/>
              <a:ext cx="144" cy="96"/>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43" name="Line 43"/>
            <p:cNvSpPr>
              <a:spLocks noChangeShapeType="1"/>
            </p:cNvSpPr>
            <p:nvPr/>
          </p:nvSpPr>
          <p:spPr bwMode="auto">
            <a:xfrm>
              <a:off x="1728" y="1536"/>
              <a:ext cx="192" cy="96"/>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44" name="Line 44"/>
            <p:cNvSpPr>
              <a:spLocks noChangeShapeType="1"/>
            </p:cNvSpPr>
            <p:nvPr/>
          </p:nvSpPr>
          <p:spPr bwMode="auto">
            <a:xfrm flipV="1">
              <a:off x="1776" y="2208"/>
              <a:ext cx="192" cy="48"/>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45" name="Line 45"/>
            <p:cNvSpPr>
              <a:spLocks noChangeShapeType="1"/>
            </p:cNvSpPr>
            <p:nvPr/>
          </p:nvSpPr>
          <p:spPr bwMode="auto">
            <a:xfrm rot="42149791">
              <a:off x="1680" y="1824"/>
              <a:ext cx="144" cy="48"/>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46" name="Line 46"/>
            <p:cNvSpPr>
              <a:spLocks noChangeShapeType="1"/>
            </p:cNvSpPr>
            <p:nvPr/>
          </p:nvSpPr>
          <p:spPr bwMode="auto">
            <a:xfrm flipV="1">
              <a:off x="3024" y="3072"/>
              <a:ext cx="192" cy="0"/>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47" name="Line 47"/>
            <p:cNvSpPr>
              <a:spLocks noChangeShapeType="1"/>
            </p:cNvSpPr>
            <p:nvPr/>
          </p:nvSpPr>
          <p:spPr bwMode="auto">
            <a:xfrm>
              <a:off x="2832" y="3744"/>
              <a:ext cx="96" cy="144"/>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48" name="Line 48"/>
            <p:cNvSpPr>
              <a:spLocks noChangeShapeType="1"/>
            </p:cNvSpPr>
            <p:nvPr/>
          </p:nvSpPr>
          <p:spPr bwMode="auto">
            <a:xfrm>
              <a:off x="2976" y="3504"/>
              <a:ext cx="144" cy="96"/>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49" name="Line 49"/>
            <p:cNvSpPr>
              <a:spLocks noChangeShapeType="1"/>
            </p:cNvSpPr>
            <p:nvPr/>
          </p:nvSpPr>
          <p:spPr bwMode="auto">
            <a:xfrm>
              <a:off x="3216" y="3408"/>
              <a:ext cx="192" cy="48"/>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50" name="Line 50"/>
            <p:cNvSpPr>
              <a:spLocks noChangeShapeType="1"/>
            </p:cNvSpPr>
            <p:nvPr/>
          </p:nvSpPr>
          <p:spPr bwMode="auto">
            <a:xfrm flipH="1" flipV="1">
              <a:off x="3216" y="2496"/>
              <a:ext cx="192" cy="96"/>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51" name="Line 51"/>
            <p:cNvSpPr>
              <a:spLocks noChangeShapeType="1"/>
            </p:cNvSpPr>
            <p:nvPr/>
          </p:nvSpPr>
          <p:spPr bwMode="auto">
            <a:xfrm flipH="1" flipV="1">
              <a:off x="3552" y="2256"/>
              <a:ext cx="144" cy="48"/>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52" name="Line 52"/>
            <p:cNvSpPr>
              <a:spLocks noChangeShapeType="1"/>
            </p:cNvSpPr>
            <p:nvPr/>
          </p:nvSpPr>
          <p:spPr bwMode="auto">
            <a:xfrm flipH="1">
              <a:off x="3552" y="1993"/>
              <a:ext cx="144" cy="0"/>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53" name="Line 53"/>
            <p:cNvSpPr>
              <a:spLocks noChangeShapeType="1"/>
            </p:cNvSpPr>
            <p:nvPr/>
          </p:nvSpPr>
          <p:spPr bwMode="auto">
            <a:xfrm flipH="1">
              <a:off x="3552" y="1536"/>
              <a:ext cx="192" cy="48"/>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54" name="Line 54"/>
            <p:cNvSpPr>
              <a:spLocks noChangeShapeType="1"/>
            </p:cNvSpPr>
            <p:nvPr/>
          </p:nvSpPr>
          <p:spPr bwMode="auto">
            <a:xfrm flipH="1">
              <a:off x="1776" y="3552"/>
              <a:ext cx="144" cy="96"/>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55" name="Line 55"/>
            <p:cNvSpPr>
              <a:spLocks noChangeShapeType="1"/>
            </p:cNvSpPr>
            <p:nvPr/>
          </p:nvSpPr>
          <p:spPr bwMode="auto">
            <a:xfrm flipH="1">
              <a:off x="1632" y="3264"/>
              <a:ext cx="240" cy="48"/>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56" name="Line 56"/>
            <p:cNvSpPr>
              <a:spLocks noChangeShapeType="1"/>
            </p:cNvSpPr>
            <p:nvPr/>
          </p:nvSpPr>
          <p:spPr bwMode="auto">
            <a:xfrm flipH="1" flipV="1">
              <a:off x="1440" y="2976"/>
              <a:ext cx="144" cy="48"/>
            </a:xfrm>
            <a:prstGeom prst="line">
              <a:avLst/>
            </a:prstGeom>
            <a:noFill/>
            <a:ln w="19050">
              <a:solidFill>
                <a:schemeClr val="tx1"/>
              </a:solidFill>
              <a:round/>
              <a:headEnd/>
              <a:tailEnd type="triangle" w="lg" len="lg"/>
            </a:ln>
            <a:effectLst/>
          </p:spPr>
          <p:txBody>
            <a:bodyPr/>
            <a:lstStyle/>
            <a:p>
              <a:endParaRPr lang="zh-CN" altLang="en-US" sz="2800"/>
            </a:p>
          </p:txBody>
        </p:sp>
        <p:sp>
          <p:nvSpPr>
            <p:cNvPr id="179221" name="Freeform 21"/>
            <p:cNvSpPr>
              <a:spLocks/>
            </p:cNvSpPr>
            <p:nvPr/>
          </p:nvSpPr>
          <p:spPr bwMode="auto">
            <a:xfrm>
              <a:off x="816" y="1728"/>
              <a:ext cx="1296" cy="1405"/>
            </a:xfrm>
            <a:custGeom>
              <a:avLst/>
              <a:gdLst/>
              <a:ahLst/>
              <a:cxnLst>
                <a:cxn ang="0">
                  <a:pos x="1381" y="160"/>
                </a:cxn>
                <a:cxn ang="0">
                  <a:pos x="1288" y="280"/>
                </a:cxn>
                <a:cxn ang="0">
                  <a:pos x="1324" y="118"/>
                </a:cxn>
                <a:cxn ang="0">
                  <a:pos x="1153" y="184"/>
                </a:cxn>
                <a:cxn ang="0">
                  <a:pos x="1177" y="223"/>
                </a:cxn>
                <a:cxn ang="0">
                  <a:pos x="1117" y="64"/>
                </a:cxn>
                <a:cxn ang="0">
                  <a:pos x="997" y="160"/>
                </a:cxn>
                <a:cxn ang="0">
                  <a:pos x="988" y="283"/>
                </a:cxn>
                <a:cxn ang="0">
                  <a:pos x="994" y="64"/>
                </a:cxn>
                <a:cxn ang="0">
                  <a:pos x="853" y="16"/>
                </a:cxn>
                <a:cxn ang="0">
                  <a:pos x="739" y="256"/>
                </a:cxn>
                <a:cxn ang="0">
                  <a:pos x="790" y="259"/>
                </a:cxn>
                <a:cxn ang="0">
                  <a:pos x="610" y="70"/>
                </a:cxn>
                <a:cxn ang="0">
                  <a:pos x="469" y="208"/>
                </a:cxn>
                <a:cxn ang="0">
                  <a:pos x="589" y="445"/>
                </a:cxn>
                <a:cxn ang="0">
                  <a:pos x="490" y="304"/>
                </a:cxn>
                <a:cxn ang="0">
                  <a:pos x="211" y="262"/>
                </a:cxn>
                <a:cxn ang="0">
                  <a:pos x="301" y="550"/>
                </a:cxn>
                <a:cxn ang="0">
                  <a:pos x="463" y="610"/>
                </a:cxn>
                <a:cxn ang="0">
                  <a:pos x="322" y="523"/>
                </a:cxn>
                <a:cxn ang="0">
                  <a:pos x="37" y="592"/>
                </a:cxn>
                <a:cxn ang="0">
                  <a:pos x="172" y="814"/>
                </a:cxn>
                <a:cxn ang="0">
                  <a:pos x="436" y="784"/>
                </a:cxn>
                <a:cxn ang="0">
                  <a:pos x="280" y="802"/>
                </a:cxn>
                <a:cxn ang="0">
                  <a:pos x="121" y="1072"/>
                </a:cxn>
                <a:cxn ang="0">
                  <a:pos x="325" y="1120"/>
                </a:cxn>
                <a:cxn ang="0">
                  <a:pos x="517" y="976"/>
                </a:cxn>
                <a:cxn ang="0">
                  <a:pos x="361" y="1171"/>
                </a:cxn>
                <a:cxn ang="0">
                  <a:pos x="415" y="1351"/>
                </a:cxn>
                <a:cxn ang="0">
                  <a:pos x="670" y="1201"/>
                </a:cxn>
                <a:cxn ang="0">
                  <a:pos x="613" y="1216"/>
                </a:cxn>
                <a:cxn ang="0">
                  <a:pos x="649" y="1459"/>
                </a:cxn>
                <a:cxn ang="0">
                  <a:pos x="853" y="1408"/>
                </a:cxn>
                <a:cxn ang="0">
                  <a:pos x="859" y="1243"/>
                </a:cxn>
                <a:cxn ang="0">
                  <a:pos x="841" y="1369"/>
                </a:cxn>
                <a:cxn ang="0">
                  <a:pos x="973" y="1483"/>
                </a:cxn>
                <a:cxn ang="0">
                  <a:pos x="1039" y="1345"/>
                </a:cxn>
                <a:cxn ang="0">
                  <a:pos x="997" y="1360"/>
                </a:cxn>
                <a:cxn ang="0">
                  <a:pos x="1144" y="1486"/>
                </a:cxn>
                <a:cxn ang="0">
                  <a:pos x="1189" y="1354"/>
                </a:cxn>
                <a:cxn ang="0">
                  <a:pos x="1150" y="1378"/>
                </a:cxn>
                <a:cxn ang="0">
                  <a:pos x="1285" y="1456"/>
                </a:cxn>
              </a:cxnLst>
              <a:rect l="0" t="0" r="r" b="b"/>
              <a:pathLst>
                <a:path w="1429" h="1501">
                  <a:moveTo>
                    <a:pt x="1429" y="172"/>
                  </a:moveTo>
                  <a:cubicBezTo>
                    <a:pt x="1421" y="170"/>
                    <a:pt x="1401" y="153"/>
                    <a:pt x="1381" y="160"/>
                  </a:cubicBezTo>
                  <a:cubicBezTo>
                    <a:pt x="1361" y="167"/>
                    <a:pt x="1324" y="194"/>
                    <a:pt x="1309" y="214"/>
                  </a:cubicBezTo>
                  <a:cubicBezTo>
                    <a:pt x="1294" y="234"/>
                    <a:pt x="1283" y="279"/>
                    <a:pt x="1288" y="280"/>
                  </a:cubicBezTo>
                  <a:cubicBezTo>
                    <a:pt x="1293" y="281"/>
                    <a:pt x="1336" y="247"/>
                    <a:pt x="1342" y="220"/>
                  </a:cubicBezTo>
                  <a:cubicBezTo>
                    <a:pt x="1348" y="193"/>
                    <a:pt x="1341" y="136"/>
                    <a:pt x="1324" y="118"/>
                  </a:cubicBezTo>
                  <a:cubicBezTo>
                    <a:pt x="1307" y="100"/>
                    <a:pt x="1266" y="101"/>
                    <a:pt x="1237" y="112"/>
                  </a:cubicBezTo>
                  <a:cubicBezTo>
                    <a:pt x="1208" y="123"/>
                    <a:pt x="1172" y="158"/>
                    <a:pt x="1153" y="184"/>
                  </a:cubicBezTo>
                  <a:cubicBezTo>
                    <a:pt x="1134" y="210"/>
                    <a:pt x="1119" y="262"/>
                    <a:pt x="1123" y="268"/>
                  </a:cubicBezTo>
                  <a:cubicBezTo>
                    <a:pt x="1127" y="274"/>
                    <a:pt x="1166" y="249"/>
                    <a:pt x="1177" y="223"/>
                  </a:cubicBezTo>
                  <a:cubicBezTo>
                    <a:pt x="1188" y="197"/>
                    <a:pt x="1199" y="138"/>
                    <a:pt x="1189" y="112"/>
                  </a:cubicBezTo>
                  <a:cubicBezTo>
                    <a:pt x="1179" y="86"/>
                    <a:pt x="1141" y="64"/>
                    <a:pt x="1117" y="64"/>
                  </a:cubicBezTo>
                  <a:cubicBezTo>
                    <a:pt x="1093" y="64"/>
                    <a:pt x="1065" y="96"/>
                    <a:pt x="1045" y="112"/>
                  </a:cubicBezTo>
                  <a:cubicBezTo>
                    <a:pt x="1025" y="128"/>
                    <a:pt x="1010" y="138"/>
                    <a:pt x="997" y="160"/>
                  </a:cubicBezTo>
                  <a:cubicBezTo>
                    <a:pt x="984" y="182"/>
                    <a:pt x="965" y="224"/>
                    <a:pt x="964" y="244"/>
                  </a:cubicBezTo>
                  <a:cubicBezTo>
                    <a:pt x="963" y="264"/>
                    <a:pt x="978" y="295"/>
                    <a:pt x="988" y="283"/>
                  </a:cubicBezTo>
                  <a:cubicBezTo>
                    <a:pt x="998" y="271"/>
                    <a:pt x="1023" y="205"/>
                    <a:pt x="1024" y="169"/>
                  </a:cubicBezTo>
                  <a:cubicBezTo>
                    <a:pt x="1025" y="133"/>
                    <a:pt x="1008" y="90"/>
                    <a:pt x="994" y="64"/>
                  </a:cubicBezTo>
                  <a:cubicBezTo>
                    <a:pt x="980" y="38"/>
                    <a:pt x="963" y="21"/>
                    <a:pt x="940" y="13"/>
                  </a:cubicBezTo>
                  <a:cubicBezTo>
                    <a:pt x="917" y="5"/>
                    <a:pt x="883" y="0"/>
                    <a:pt x="853" y="16"/>
                  </a:cubicBezTo>
                  <a:cubicBezTo>
                    <a:pt x="823" y="32"/>
                    <a:pt x="776" y="72"/>
                    <a:pt x="757" y="112"/>
                  </a:cubicBezTo>
                  <a:cubicBezTo>
                    <a:pt x="738" y="152"/>
                    <a:pt x="736" y="219"/>
                    <a:pt x="739" y="256"/>
                  </a:cubicBezTo>
                  <a:cubicBezTo>
                    <a:pt x="742" y="293"/>
                    <a:pt x="767" y="337"/>
                    <a:pt x="775" y="337"/>
                  </a:cubicBezTo>
                  <a:cubicBezTo>
                    <a:pt x="783" y="337"/>
                    <a:pt x="799" y="293"/>
                    <a:pt x="790" y="259"/>
                  </a:cubicBezTo>
                  <a:cubicBezTo>
                    <a:pt x="781" y="225"/>
                    <a:pt x="754" y="164"/>
                    <a:pt x="724" y="133"/>
                  </a:cubicBezTo>
                  <a:cubicBezTo>
                    <a:pt x="694" y="102"/>
                    <a:pt x="645" y="75"/>
                    <a:pt x="610" y="70"/>
                  </a:cubicBezTo>
                  <a:cubicBezTo>
                    <a:pt x="575" y="65"/>
                    <a:pt x="535" y="80"/>
                    <a:pt x="511" y="103"/>
                  </a:cubicBezTo>
                  <a:cubicBezTo>
                    <a:pt x="487" y="126"/>
                    <a:pt x="468" y="159"/>
                    <a:pt x="469" y="208"/>
                  </a:cubicBezTo>
                  <a:cubicBezTo>
                    <a:pt x="470" y="257"/>
                    <a:pt x="497" y="361"/>
                    <a:pt x="517" y="400"/>
                  </a:cubicBezTo>
                  <a:cubicBezTo>
                    <a:pt x="537" y="439"/>
                    <a:pt x="581" y="452"/>
                    <a:pt x="589" y="445"/>
                  </a:cubicBezTo>
                  <a:cubicBezTo>
                    <a:pt x="597" y="438"/>
                    <a:pt x="579" y="382"/>
                    <a:pt x="562" y="358"/>
                  </a:cubicBezTo>
                  <a:cubicBezTo>
                    <a:pt x="545" y="334"/>
                    <a:pt x="525" y="325"/>
                    <a:pt x="490" y="304"/>
                  </a:cubicBezTo>
                  <a:cubicBezTo>
                    <a:pt x="455" y="283"/>
                    <a:pt x="395" y="236"/>
                    <a:pt x="349" y="229"/>
                  </a:cubicBezTo>
                  <a:cubicBezTo>
                    <a:pt x="303" y="222"/>
                    <a:pt x="236" y="234"/>
                    <a:pt x="211" y="262"/>
                  </a:cubicBezTo>
                  <a:cubicBezTo>
                    <a:pt x="186" y="290"/>
                    <a:pt x="184" y="352"/>
                    <a:pt x="199" y="400"/>
                  </a:cubicBezTo>
                  <a:cubicBezTo>
                    <a:pt x="214" y="448"/>
                    <a:pt x="270" y="515"/>
                    <a:pt x="301" y="550"/>
                  </a:cubicBezTo>
                  <a:cubicBezTo>
                    <a:pt x="332" y="585"/>
                    <a:pt x="358" y="600"/>
                    <a:pt x="385" y="610"/>
                  </a:cubicBezTo>
                  <a:cubicBezTo>
                    <a:pt x="412" y="620"/>
                    <a:pt x="456" y="618"/>
                    <a:pt x="463" y="610"/>
                  </a:cubicBezTo>
                  <a:cubicBezTo>
                    <a:pt x="470" y="602"/>
                    <a:pt x="450" y="576"/>
                    <a:pt x="427" y="562"/>
                  </a:cubicBezTo>
                  <a:cubicBezTo>
                    <a:pt x="404" y="548"/>
                    <a:pt x="370" y="528"/>
                    <a:pt x="322" y="523"/>
                  </a:cubicBezTo>
                  <a:cubicBezTo>
                    <a:pt x="274" y="518"/>
                    <a:pt x="186" y="518"/>
                    <a:pt x="139" y="529"/>
                  </a:cubicBezTo>
                  <a:cubicBezTo>
                    <a:pt x="92" y="540"/>
                    <a:pt x="56" y="562"/>
                    <a:pt x="37" y="592"/>
                  </a:cubicBezTo>
                  <a:cubicBezTo>
                    <a:pt x="18" y="622"/>
                    <a:pt x="0" y="672"/>
                    <a:pt x="22" y="709"/>
                  </a:cubicBezTo>
                  <a:cubicBezTo>
                    <a:pt x="44" y="746"/>
                    <a:pt x="113" y="794"/>
                    <a:pt x="172" y="814"/>
                  </a:cubicBezTo>
                  <a:cubicBezTo>
                    <a:pt x="231" y="834"/>
                    <a:pt x="329" y="837"/>
                    <a:pt x="373" y="832"/>
                  </a:cubicBezTo>
                  <a:cubicBezTo>
                    <a:pt x="417" y="827"/>
                    <a:pt x="434" y="795"/>
                    <a:pt x="436" y="784"/>
                  </a:cubicBezTo>
                  <a:cubicBezTo>
                    <a:pt x="438" y="773"/>
                    <a:pt x="414" y="763"/>
                    <a:pt x="388" y="766"/>
                  </a:cubicBezTo>
                  <a:cubicBezTo>
                    <a:pt x="362" y="769"/>
                    <a:pt x="322" y="775"/>
                    <a:pt x="280" y="802"/>
                  </a:cubicBezTo>
                  <a:cubicBezTo>
                    <a:pt x="238" y="829"/>
                    <a:pt x="159" y="883"/>
                    <a:pt x="133" y="928"/>
                  </a:cubicBezTo>
                  <a:cubicBezTo>
                    <a:pt x="107" y="973"/>
                    <a:pt x="109" y="1038"/>
                    <a:pt x="121" y="1072"/>
                  </a:cubicBezTo>
                  <a:cubicBezTo>
                    <a:pt x="133" y="1106"/>
                    <a:pt x="168" y="1121"/>
                    <a:pt x="202" y="1129"/>
                  </a:cubicBezTo>
                  <a:cubicBezTo>
                    <a:pt x="236" y="1137"/>
                    <a:pt x="280" y="1131"/>
                    <a:pt x="325" y="1120"/>
                  </a:cubicBezTo>
                  <a:cubicBezTo>
                    <a:pt x="370" y="1109"/>
                    <a:pt x="440" y="1084"/>
                    <a:pt x="472" y="1060"/>
                  </a:cubicBezTo>
                  <a:cubicBezTo>
                    <a:pt x="504" y="1036"/>
                    <a:pt x="525" y="982"/>
                    <a:pt x="517" y="976"/>
                  </a:cubicBezTo>
                  <a:cubicBezTo>
                    <a:pt x="509" y="970"/>
                    <a:pt x="447" y="992"/>
                    <a:pt x="421" y="1024"/>
                  </a:cubicBezTo>
                  <a:cubicBezTo>
                    <a:pt x="395" y="1056"/>
                    <a:pt x="373" y="1133"/>
                    <a:pt x="361" y="1171"/>
                  </a:cubicBezTo>
                  <a:cubicBezTo>
                    <a:pt x="349" y="1209"/>
                    <a:pt x="337" y="1222"/>
                    <a:pt x="346" y="1252"/>
                  </a:cubicBezTo>
                  <a:cubicBezTo>
                    <a:pt x="355" y="1282"/>
                    <a:pt x="381" y="1338"/>
                    <a:pt x="415" y="1351"/>
                  </a:cubicBezTo>
                  <a:cubicBezTo>
                    <a:pt x="449" y="1364"/>
                    <a:pt x="507" y="1358"/>
                    <a:pt x="550" y="1333"/>
                  </a:cubicBezTo>
                  <a:cubicBezTo>
                    <a:pt x="593" y="1308"/>
                    <a:pt x="649" y="1234"/>
                    <a:pt x="670" y="1201"/>
                  </a:cubicBezTo>
                  <a:cubicBezTo>
                    <a:pt x="691" y="1168"/>
                    <a:pt x="682" y="1130"/>
                    <a:pt x="673" y="1132"/>
                  </a:cubicBezTo>
                  <a:cubicBezTo>
                    <a:pt x="664" y="1134"/>
                    <a:pt x="625" y="1181"/>
                    <a:pt x="613" y="1216"/>
                  </a:cubicBezTo>
                  <a:cubicBezTo>
                    <a:pt x="601" y="1251"/>
                    <a:pt x="598" y="1302"/>
                    <a:pt x="604" y="1342"/>
                  </a:cubicBezTo>
                  <a:cubicBezTo>
                    <a:pt x="610" y="1382"/>
                    <a:pt x="623" y="1434"/>
                    <a:pt x="649" y="1459"/>
                  </a:cubicBezTo>
                  <a:cubicBezTo>
                    <a:pt x="675" y="1484"/>
                    <a:pt x="723" y="1501"/>
                    <a:pt x="757" y="1492"/>
                  </a:cubicBezTo>
                  <a:cubicBezTo>
                    <a:pt x="791" y="1483"/>
                    <a:pt x="831" y="1439"/>
                    <a:pt x="853" y="1408"/>
                  </a:cubicBezTo>
                  <a:cubicBezTo>
                    <a:pt x="875" y="1377"/>
                    <a:pt x="885" y="1333"/>
                    <a:pt x="886" y="1306"/>
                  </a:cubicBezTo>
                  <a:cubicBezTo>
                    <a:pt x="887" y="1279"/>
                    <a:pt x="867" y="1242"/>
                    <a:pt x="859" y="1243"/>
                  </a:cubicBezTo>
                  <a:cubicBezTo>
                    <a:pt x="851" y="1244"/>
                    <a:pt x="838" y="1291"/>
                    <a:pt x="835" y="1312"/>
                  </a:cubicBezTo>
                  <a:cubicBezTo>
                    <a:pt x="832" y="1333"/>
                    <a:pt x="830" y="1345"/>
                    <a:pt x="841" y="1369"/>
                  </a:cubicBezTo>
                  <a:cubicBezTo>
                    <a:pt x="852" y="1393"/>
                    <a:pt x="879" y="1437"/>
                    <a:pt x="901" y="1456"/>
                  </a:cubicBezTo>
                  <a:cubicBezTo>
                    <a:pt x="923" y="1475"/>
                    <a:pt x="951" y="1488"/>
                    <a:pt x="973" y="1483"/>
                  </a:cubicBezTo>
                  <a:cubicBezTo>
                    <a:pt x="995" y="1478"/>
                    <a:pt x="1022" y="1446"/>
                    <a:pt x="1033" y="1423"/>
                  </a:cubicBezTo>
                  <a:cubicBezTo>
                    <a:pt x="1044" y="1400"/>
                    <a:pt x="1044" y="1366"/>
                    <a:pt x="1039" y="1345"/>
                  </a:cubicBezTo>
                  <a:cubicBezTo>
                    <a:pt x="1034" y="1324"/>
                    <a:pt x="1010" y="1292"/>
                    <a:pt x="1003" y="1294"/>
                  </a:cubicBezTo>
                  <a:cubicBezTo>
                    <a:pt x="996" y="1296"/>
                    <a:pt x="989" y="1332"/>
                    <a:pt x="997" y="1360"/>
                  </a:cubicBezTo>
                  <a:cubicBezTo>
                    <a:pt x="1005" y="1388"/>
                    <a:pt x="1027" y="1441"/>
                    <a:pt x="1051" y="1462"/>
                  </a:cubicBezTo>
                  <a:cubicBezTo>
                    <a:pt x="1075" y="1483"/>
                    <a:pt x="1121" y="1495"/>
                    <a:pt x="1144" y="1486"/>
                  </a:cubicBezTo>
                  <a:cubicBezTo>
                    <a:pt x="1167" y="1477"/>
                    <a:pt x="1182" y="1430"/>
                    <a:pt x="1189" y="1408"/>
                  </a:cubicBezTo>
                  <a:cubicBezTo>
                    <a:pt x="1196" y="1386"/>
                    <a:pt x="1195" y="1370"/>
                    <a:pt x="1189" y="1354"/>
                  </a:cubicBezTo>
                  <a:cubicBezTo>
                    <a:pt x="1183" y="1338"/>
                    <a:pt x="1159" y="1308"/>
                    <a:pt x="1153" y="1312"/>
                  </a:cubicBezTo>
                  <a:cubicBezTo>
                    <a:pt x="1147" y="1316"/>
                    <a:pt x="1142" y="1355"/>
                    <a:pt x="1150" y="1378"/>
                  </a:cubicBezTo>
                  <a:cubicBezTo>
                    <a:pt x="1158" y="1401"/>
                    <a:pt x="1179" y="1437"/>
                    <a:pt x="1201" y="1450"/>
                  </a:cubicBezTo>
                  <a:cubicBezTo>
                    <a:pt x="1223" y="1463"/>
                    <a:pt x="1268" y="1455"/>
                    <a:pt x="1285" y="1456"/>
                  </a:cubicBezTo>
                </a:path>
              </a:pathLst>
            </a:custGeom>
            <a:noFill/>
            <a:ln w="19050" cmpd="sng">
              <a:solidFill>
                <a:srgbClr val="0000FF"/>
              </a:solidFill>
              <a:round/>
              <a:headEnd/>
              <a:tailEnd/>
            </a:ln>
            <a:effectLst/>
          </p:spPr>
          <p:txBody>
            <a:bodyPr/>
            <a:lstStyle/>
            <a:p>
              <a:endParaRPr lang="zh-CN" altLang="en-US" sz="2800"/>
            </a:p>
          </p:txBody>
        </p:sp>
        <p:sp>
          <p:nvSpPr>
            <p:cNvPr id="179220" name="Freeform 20"/>
            <p:cNvSpPr>
              <a:spLocks/>
            </p:cNvSpPr>
            <p:nvPr/>
          </p:nvSpPr>
          <p:spPr bwMode="auto">
            <a:xfrm>
              <a:off x="1584" y="2160"/>
              <a:ext cx="393" cy="678"/>
            </a:xfrm>
            <a:custGeom>
              <a:avLst/>
              <a:gdLst/>
              <a:ahLst/>
              <a:cxnLst>
                <a:cxn ang="0">
                  <a:pos x="393" y="0"/>
                </a:cxn>
                <a:cxn ang="0">
                  <a:pos x="335" y="42"/>
                </a:cxn>
                <a:cxn ang="0">
                  <a:pos x="353" y="98"/>
                </a:cxn>
                <a:cxn ang="0">
                  <a:pos x="364" y="51"/>
                </a:cxn>
                <a:cxn ang="0">
                  <a:pos x="315" y="7"/>
                </a:cxn>
                <a:cxn ang="0">
                  <a:pos x="264" y="36"/>
                </a:cxn>
                <a:cxn ang="0">
                  <a:pos x="251" y="102"/>
                </a:cxn>
                <a:cxn ang="0">
                  <a:pos x="275" y="127"/>
                </a:cxn>
                <a:cxn ang="0">
                  <a:pos x="277" y="98"/>
                </a:cxn>
                <a:cxn ang="0">
                  <a:pos x="213" y="53"/>
                </a:cxn>
                <a:cxn ang="0">
                  <a:pos x="171" y="69"/>
                </a:cxn>
                <a:cxn ang="0">
                  <a:pos x="166" y="131"/>
                </a:cxn>
                <a:cxn ang="0">
                  <a:pos x="191" y="183"/>
                </a:cxn>
                <a:cxn ang="0">
                  <a:pos x="219" y="191"/>
                </a:cxn>
                <a:cxn ang="0">
                  <a:pos x="213" y="160"/>
                </a:cxn>
                <a:cxn ang="0">
                  <a:pos x="171" y="135"/>
                </a:cxn>
                <a:cxn ang="0">
                  <a:pos x="66" y="137"/>
                </a:cxn>
                <a:cxn ang="0">
                  <a:pos x="64" y="201"/>
                </a:cxn>
                <a:cxn ang="0">
                  <a:pos x="150" y="278"/>
                </a:cxn>
                <a:cxn ang="0">
                  <a:pos x="211" y="276"/>
                </a:cxn>
                <a:cxn ang="0">
                  <a:pos x="157" y="237"/>
                </a:cxn>
                <a:cxn ang="0">
                  <a:pos x="64" y="235"/>
                </a:cxn>
                <a:cxn ang="0">
                  <a:pos x="8" y="278"/>
                </a:cxn>
                <a:cxn ang="0">
                  <a:pos x="30" y="336"/>
                </a:cxn>
                <a:cxn ang="0">
                  <a:pos x="133" y="373"/>
                </a:cxn>
                <a:cxn ang="0">
                  <a:pos x="193" y="357"/>
                </a:cxn>
                <a:cxn ang="0">
                  <a:pos x="128" y="340"/>
                </a:cxn>
                <a:cxn ang="0">
                  <a:pos x="17" y="377"/>
                </a:cxn>
                <a:cxn ang="0">
                  <a:pos x="24" y="454"/>
                </a:cxn>
                <a:cxn ang="0">
                  <a:pos x="135" y="466"/>
                </a:cxn>
                <a:cxn ang="0">
                  <a:pos x="166" y="443"/>
                </a:cxn>
                <a:cxn ang="0">
                  <a:pos x="117" y="448"/>
                </a:cxn>
                <a:cxn ang="0">
                  <a:pos x="68" y="512"/>
                </a:cxn>
                <a:cxn ang="0">
                  <a:pos x="75" y="559"/>
                </a:cxn>
                <a:cxn ang="0">
                  <a:pos x="135" y="565"/>
                </a:cxn>
                <a:cxn ang="0">
                  <a:pos x="195" y="541"/>
                </a:cxn>
                <a:cxn ang="0">
                  <a:pos x="193" y="516"/>
                </a:cxn>
                <a:cxn ang="0">
                  <a:pos x="166" y="534"/>
                </a:cxn>
                <a:cxn ang="0">
                  <a:pos x="142" y="615"/>
                </a:cxn>
                <a:cxn ang="0">
                  <a:pos x="186" y="646"/>
                </a:cxn>
                <a:cxn ang="0">
                  <a:pos x="244" y="623"/>
                </a:cxn>
                <a:cxn ang="0">
                  <a:pos x="257" y="582"/>
                </a:cxn>
                <a:cxn ang="0">
                  <a:pos x="224" y="607"/>
                </a:cxn>
                <a:cxn ang="0">
                  <a:pos x="224" y="650"/>
                </a:cxn>
                <a:cxn ang="0">
                  <a:pos x="273" y="678"/>
                </a:cxn>
              </a:cxnLst>
              <a:rect l="0" t="0" r="r" b="b"/>
              <a:pathLst>
                <a:path w="393" h="678">
                  <a:moveTo>
                    <a:pt x="393" y="0"/>
                  </a:moveTo>
                  <a:cubicBezTo>
                    <a:pt x="384" y="7"/>
                    <a:pt x="342" y="26"/>
                    <a:pt x="335" y="42"/>
                  </a:cubicBezTo>
                  <a:cubicBezTo>
                    <a:pt x="328" y="58"/>
                    <a:pt x="348" y="97"/>
                    <a:pt x="353" y="98"/>
                  </a:cubicBezTo>
                  <a:cubicBezTo>
                    <a:pt x="357" y="99"/>
                    <a:pt x="371" y="66"/>
                    <a:pt x="364" y="51"/>
                  </a:cubicBezTo>
                  <a:cubicBezTo>
                    <a:pt x="357" y="35"/>
                    <a:pt x="331" y="9"/>
                    <a:pt x="315" y="7"/>
                  </a:cubicBezTo>
                  <a:cubicBezTo>
                    <a:pt x="299" y="5"/>
                    <a:pt x="274" y="20"/>
                    <a:pt x="264" y="36"/>
                  </a:cubicBezTo>
                  <a:cubicBezTo>
                    <a:pt x="254" y="52"/>
                    <a:pt x="249" y="87"/>
                    <a:pt x="251" y="102"/>
                  </a:cubicBezTo>
                  <a:cubicBezTo>
                    <a:pt x="252" y="117"/>
                    <a:pt x="271" y="128"/>
                    <a:pt x="275" y="127"/>
                  </a:cubicBezTo>
                  <a:cubicBezTo>
                    <a:pt x="279" y="126"/>
                    <a:pt x="288" y="111"/>
                    <a:pt x="277" y="98"/>
                  </a:cubicBezTo>
                  <a:cubicBezTo>
                    <a:pt x="267" y="86"/>
                    <a:pt x="231" y="57"/>
                    <a:pt x="213" y="53"/>
                  </a:cubicBezTo>
                  <a:cubicBezTo>
                    <a:pt x="195" y="48"/>
                    <a:pt x="178" y="56"/>
                    <a:pt x="171" y="69"/>
                  </a:cubicBezTo>
                  <a:cubicBezTo>
                    <a:pt x="163" y="82"/>
                    <a:pt x="163" y="113"/>
                    <a:pt x="166" y="131"/>
                  </a:cubicBezTo>
                  <a:cubicBezTo>
                    <a:pt x="169" y="150"/>
                    <a:pt x="182" y="173"/>
                    <a:pt x="191" y="183"/>
                  </a:cubicBezTo>
                  <a:cubicBezTo>
                    <a:pt x="199" y="193"/>
                    <a:pt x="216" y="195"/>
                    <a:pt x="219" y="191"/>
                  </a:cubicBezTo>
                  <a:cubicBezTo>
                    <a:pt x="223" y="188"/>
                    <a:pt x="221" y="169"/>
                    <a:pt x="213" y="160"/>
                  </a:cubicBezTo>
                  <a:cubicBezTo>
                    <a:pt x="205" y="151"/>
                    <a:pt x="195" y="139"/>
                    <a:pt x="171" y="135"/>
                  </a:cubicBezTo>
                  <a:cubicBezTo>
                    <a:pt x="146" y="132"/>
                    <a:pt x="84" y="126"/>
                    <a:pt x="66" y="137"/>
                  </a:cubicBezTo>
                  <a:cubicBezTo>
                    <a:pt x="48" y="148"/>
                    <a:pt x="50" y="178"/>
                    <a:pt x="64" y="201"/>
                  </a:cubicBezTo>
                  <a:cubicBezTo>
                    <a:pt x="78" y="225"/>
                    <a:pt x="126" y="266"/>
                    <a:pt x="150" y="278"/>
                  </a:cubicBezTo>
                  <a:cubicBezTo>
                    <a:pt x="175" y="290"/>
                    <a:pt x="209" y="283"/>
                    <a:pt x="211" y="276"/>
                  </a:cubicBezTo>
                  <a:cubicBezTo>
                    <a:pt x="212" y="269"/>
                    <a:pt x="182" y="244"/>
                    <a:pt x="157" y="237"/>
                  </a:cubicBezTo>
                  <a:cubicBezTo>
                    <a:pt x="133" y="230"/>
                    <a:pt x="88" y="228"/>
                    <a:pt x="64" y="235"/>
                  </a:cubicBezTo>
                  <a:cubicBezTo>
                    <a:pt x="39" y="241"/>
                    <a:pt x="13" y="261"/>
                    <a:pt x="8" y="278"/>
                  </a:cubicBezTo>
                  <a:cubicBezTo>
                    <a:pt x="3" y="295"/>
                    <a:pt x="10" y="320"/>
                    <a:pt x="30" y="336"/>
                  </a:cubicBezTo>
                  <a:cubicBezTo>
                    <a:pt x="51" y="352"/>
                    <a:pt x="106" y="370"/>
                    <a:pt x="133" y="373"/>
                  </a:cubicBezTo>
                  <a:cubicBezTo>
                    <a:pt x="159" y="377"/>
                    <a:pt x="193" y="362"/>
                    <a:pt x="193" y="357"/>
                  </a:cubicBezTo>
                  <a:cubicBezTo>
                    <a:pt x="192" y="351"/>
                    <a:pt x="157" y="337"/>
                    <a:pt x="128" y="340"/>
                  </a:cubicBezTo>
                  <a:cubicBezTo>
                    <a:pt x="99" y="343"/>
                    <a:pt x="34" y="359"/>
                    <a:pt x="17" y="377"/>
                  </a:cubicBezTo>
                  <a:cubicBezTo>
                    <a:pt x="0" y="396"/>
                    <a:pt x="4" y="439"/>
                    <a:pt x="24" y="454"/>
                  </a:cubicBezTo>
                  <a:cubicBezTo>
                    <a:pt x="43" y="468"/>
                    <a:pt x="111" y="468"/>
                    <a:pt x="135" y="466"/>
                  </a:cubicBezTo>
                  <a:cubicBezTo>
                    <a:pt x="159" y="465"/>
                    <a:pt x="169" y="447"/>
                    <a:pt x="166" y="443"/>
                  </a:cubicBezTo>
                  <a:cubicBezTo>
                    <a:pt x="163" y="440"/>
                    <a:pt x="133" y="437"/>
                    <a:pt x="117" y="448"/>
                  </a:cubicBezTo>
                  <a:cubicBezTo>
                    <a:pt x="101" y="459"/>
                    <a:pt x="75" y="493"/>
                    <a:pt x="68" y="512"/>
                  </a:cubicBezTo>
                  <a:cubicBezTo>
                    <a:pt x="62" y="530"/>
                    <a:pt x="64" y="550"/>
                    <a:pt x="75" y="559"/>
                  </a:cubicBezTo>
                  <a:cubicBezTo>
                    <a:pt x="86" y="568"/>
                    <a:pt x="115" y="568"/>
                    <a:pt x="135" y="565"/>
                  </a:cubicBezTo>
                  <a:cubicBezTo>
                    <a:pt x="155" y="563"/>
                    <a:pt x="185" y="549"/>
                    <a:pt x="195" y="541"/>
                  </a:cubicBezTo>
                  <a:cubicBezTo>
                    <a:pt x="205" y="532"/>
                    <a:pt x="197" y="516"/>
                    <a:pt x="193" y="516"/>
                  </a:cubicBezTo>
                  <a:cubicBezTo>
                    <a:pt x="188" y="515"/>
                    <a:pt x="175" y="518"/>
                    <a:pt x="166" y="534"/>
                  </a:cubicBezTo>
                  <a:cubicBezTo>
                    <a:pt x="157" y="551"/>
                    <a:pt x="138" y="596"/>
                    <a:pt x="142" y="615"/>
                  </a:cubicBezTo>
                  <a:cubicBezTo>
                    <a:pt x="145" y="634"/>
                    <a:pt x="169" y="645"/>
                    <a:pt x="186" y="646"/>
                  </a:cubicBezTo>
                  <a:cubicBezTo>
                    <a:pt x="203" y="647"/>
                    <a:pt x="232" y="634"/>
                    <a:pt x="244" y="623"/>
                  </a:cubicBezTo>
                  <a:cubicBezTo>
                    <a:pt x="256" y="613"/>
                    <a:pt x="261" y="585"/>
                    <a:pt x="257" y="582"/>
                  </a:cubicBezTo>
                  <a:cubicBezTo>
                    <a:pt x="254" y="579"/>
                    <a:pt x="229" y="596"/>
                    <a:pt x="224" y="607"/>
                  </a:cubicBezTo>
                  <a:cubicBezTo>
                    <a:pt x="219" y="618"/>
                    <a:pt x="216" y="638"/>
                    <a:pt x="224" y="650"/>
                  </a:cubicBezTo>
                  <a:cubicBezTo>
                    <a:pt x="232" y="662"/>
                    <a:pt x="263" y="672"/>
                    <a:pt x="273" y="678"/>
                  </a:cubicBezTo>
                </a:path>
              </a:pathLst>
            </a:custGeom>
            <a:noFill/>
            <a:ln w="19050" cmpd="sng">
              <a:solidFill>
                <a:srgbClr val="FF0000"/>
              </a:solidFill>
              <a:round/>
              <a:headEnd/>
              <a:tailEnd/>
            </a:ln>
            <a:effectLst/>
          </p:spPr>
          <p:txBody>
            <a:bodyPr/>
            <a:lstStyle/>
            <a:p>
              <a:endParaRPr lang="zh-CN" altLang="en-US" sz="2800"/>
            </a:p>
          </p:txBody>
        </p:sp>
        <p:sp>
          <p:nvSpPr>
            <p:cNvPr id="179259" name="Freeform 59"/>
            <p:cNvSpPr>
              <a:spLocks/>
            </p:cNvSpPr>
            <p:nvPr/>
          </p:nvSpPr>
          <p:spPr bwMode="auto">
            <a:xfrm rot="1133566" flipH="1">
              <a:off x="2976" y="2195"/>
              <a:ext cx="1296" cy="1405"/>
            </a:xfrm>
            <a:custGeom>
              <a:avLst/>
              <a:gdLst/>
              <a:ahLst/>
              <a:cxnLst>
                <a:cxn ang="0">
                  <a:pos x="1381" y="160"/>
                </a:cxn>
                <a:cxn ang="0">
                  <a:pos x="1288" y="280"/>
                </a:cxn>
                <a:cxn ang="0">
                  <a:pos x="1324" y="118"/>
                </a:cxn>
                <a:cxn ang="0">
                  <a:pos x="1153" y="184"/>
                </a:cxn>
                <a:cxn ang="0">
                  <a:pos x="1177" y="223"/>
                </a:cxn>
                <a:cxn ang="0">
                  <a:pos x="1117" y="64"/>
                </a:cxn>
                <a:cxn ang="0">
                  <a:pos x="997" y="160"/>
                </a:cxn>
                <a:cxn ang="0">
                  <a:pos x="988" y="283"/>
                </a:cxn>
                <a:cxn ang="0">
                  <a:pos x="994" y="64"/>
                </a:cxn>
                <a:cxn ang="0">
                  <a:pos x="853" y="16"/>
                </a:cxn>
                <a:cxn ang="0">
                  <a:pos x="739" y="256"/>
                </a:cxn>
                <a:cxn ang="0">
                  <a:pos x="790" y="259"/>
                </a:cxn>
                <a:cxn ang="0">
                  <a:pos x="610" y="70"/>
                </a:cxn>
                <a:cxn ang="0">
                  <a:pos x="469" y="208"/>
                </a:cxn>
                <a:cxn ang="0">
                  <a:pos x="589" y="445"/>
                </a:cxn>
                <a:cxn ang="0">
                  <a:pos x="490" y="304"/>
                </a:cxn>
                <a:cxn ang="0">
                  <a:pos x="211" y="262"/>
                </a:cxn>
                <a:cxn ang="0">
                  <a:pos x="301" y="550"/>
                </a:cxn>
                <a:cxn ang="0">
                  <a:pos x="463" y="610"/>
                </a:cxn>
                <a:cxn ang="0">
                  <a:pos x="322" y="523"/>
                </a:cxn>
                <a:cxn ang="0">
                  <a:pos x="37" y="592"/>
                </a:cxn>
                <a:cxn ang="0">
                  <a:pos x="172" y="814"/>
                </a:cxn>
                <a:cxn ang="0">
                  <a:pos x="436" y="784"/>
                </a:cxn>
                <a:cxn ang="0">
                  <a:pos x="280" y="802"/>
                </a:cxn>
                <a:cxn ang="0">
                  <a:pos x="121" y="1072"/>
                </a:cxn>
                <a:cxn ang="0">
                  <a:pos x="325" y="1120"/>
                </a:cxn>
                <a:cxn ang="0">
                  <a:pos x="517" y="976"/>
                </a:cxn>
                <a:cxn ang="0">
                  <a:pos x="361" y="1171"/>
                </a:cxn>
                <a:cxn ang="0">
                  <a:pos x="415" y="1351"/>
                </a:cxn>
                <a:cxn ang="0">
                  <a:pos x="670" y="1201"/>
                </a:cxn>
                <a:cxn ang="0">
                  <a:pos x="613" y="1216"/>
                </a:cxn>
                <a:cxn ang="0">
                  <a:pos x="649" y="1459"/>
                </a:cxn>
                <a:cxn ang="0">
                  <a:pos x="853" y="1408"/>
                </a:cxn>
                <a:cxn ang="0">
                  <a:pos x="859" y="1243"/>
                </a:cxn>
                <a:cxn ang="0">
                  <a:pos x="841" y="1369"/>
                </a:cxn>
                <a:cxn ang="0">
                  <a:pos x="973" y="1483"/>
                </a:cxn>
                <a:cxn ang="0">
                  <a:pos x="1039" y="1345"/>
                </a:cxn>
                <a:cxn ang="0">
                  <a:pos x="997" y="1360"/>
                </a:cxn>
                <a:cxn ang="0">
                  <a:pos x="1144" y="1486"/>
                </a:cxn>
                <a:cxn ang="0">
                  <a:pos x="1189" y="1354"/>
                </a:cxn>
                <a:cxn ang="0">
                  <a:pos x="1150" y="1378"/>
                </a:cxn>
                <a:cxn ang="0">
                  <a:pos x="1285" y="1456"/>
                </a:cxn>
              </a:cxnLst>
              <a:rect l="0" t="0" r="r" b="b"/>
              <a:pathLst>
                <a:path w="1429" h="1501">
                  <a:moveTo>
                    <a:pt x="1429" y="172"/>
                  </a:moveTo>
                  <a:cubicBezTo>
                    <a:pt x="1421" y="170"/>
                    <a:pt x="1401" y="153"/>
                    <a:pt x="1381" y="160"/>
                  </a:cubicBezTo>
                  <a:cubicBezTo>
                    <a:pt x="1361" y="167"/>
                    <a:pt x="1324" y="194"/>
                    <a:pt x="1309" y="214"/>
                  </a:cubicBezTo>
                  <a:cubicBezTo>
                    <a:pt x="1294" y="234"/>
                    <a:pt x="1283" y="279"/>
                    <a:pt x="1288" y="280"/>
                  </a:cubicBezTo>
                  <a:cubicBezTo>
                    <a:pt x="1293" y="281"/>
                    <a:pt x="1336" y="247"/>
                    <a:pt x="1342" y="220"/>
                  </a:cubicBezTo>
                  <a:cubicBezTo>
                    <a:pt x="1348" y="193"/>
                    <a:pt x="1341" y="136"/>
                    <a:pt x="1324" y="118"/>
                  </a:cubicBezTo>
                  <a:cubicBezTo>
                    <a:pt x="1307" y="100"/>
                    <a:pt x="1266" y="101"/>
                    <a:pt x="1237" y="112"/>
                  </a:cubicBezTo>
                  <a:cubicBezTo>
                    <a:pt x="1208" y="123"/>
                    <a:pt x="1172" y="158"/>
                    <a:pt x="1153" y="184"/>
                  </a:cubicBezTo>
                  <a:cubicBezTo>
                    <a:pt x="1134" y="210"/>
                    <a:pt x="1119" y="262"/>
                    <a:pt x="1123" y="268"/>
                  </a:cubicBezTo>
                  <a:cubicBezTo>
                    <a:pt x="1127" y="274"/>
                    <a:pt x="1166" y="249"/>
                    <a:pt x="1177" y="223"/>
                  </a:cubicBezTo>
                  <a:cubicBezTo>
                    <a:pt x="1188" y="197"/>
                    <a:pt x="1199" y="138"/>
                    <a:pt x="1189" y="112"/>
                  </a:cubicBezTo>
                  <a:cubicBezTo>
                    <a:pt x="1179" y="86"/>
                    <a:pt x="1141" y="64"/>
                    <a:pt x="1117" y="64"/>
                  </a:cubicBezTo>
                  <a:cubicBezTo>
                    <a:pt x="1093" y="64"/>
                    <a:pt x="1065" y="96"/>
                    <a:pt x="1045" y="112"/>
                  </a:cubicBezTo>
                  <a:cubicBezTo>
                    <a:pt x="1025" y="128"/>
                    <a:pt x="1010" y="138"/>
                    <a:pt x="997" y="160"/>
                  </a:cubicBezTo>
                  <a:cubicBezTo>
                    <a:pt x="984" y="182"/>
                    <a:pt x="965" y="224"/>
                    <a:pt x="964" y="244"/>
                  </a:cubicBezTo>
                  <a:cubicBezTo>
                    <a:pt x="963" y="264"/>
                    <a:pt x="978" y="295"/>
                    <a:pt x="988" y="283"/>
                  </a:cubicBezTo>
                  <a:cubicBezTo>
                    <a:pt x="998" y="271"/>
                    <a:pt x="1023" y="205"/>
                    <a:pt x="1024" y="169"/>
                  </a:cubicBezTo>
                  <a:cubicBezTo>
                    <a:pt x="1025" y="133"/>
                    <a:pt x="1008" y="90"/>
                    <a:pt x="994" y="64"/>
                  </a:cubicBezTo>
                  <a:cubicBezTo>
                    <a:pt x="980" y="38"/>
                    <a:pt x="963" y="21"/>
                    <a:pt x="940" y="13"/>
                  </a:cubicBezTo>
                  <a:cubicBezTo>
                    <a:pt x="917" y="5"/>
                    <a:pt x="883" y="0"/>
                    <a:pt x="853" y="16"/>
                  </a:cubicBezTo>
                  <a:cubicBezTo>
                    <a:pt x="823" y="32"/>
                    <a:pt x="776" y="72"/>
                    <a:pt x="757" y="112"/>
                  </a:cubicBezTo>
                  <a:cubicBezTo>
                    <a:pt x="738" y="152"/>
                    <a:pt x="736" y="219"/>
                    <a:pt x="739" y="256"/>
                  </a:cubicBezTo>
                  <a:cubicBezTo>
                    <a:pt x="742" y="293"/>
                    <a:pt x="767" y="337"/>
                    <a:pt x="775" y="337"/>
                  </a:cubicBezTo>
                  <a:cubicBezTo>
                    <a:pt x="783" y="337"/>
                    <a:pt x="799" y="293"/>
                    <a:pt x="790" y="259"/>
                  </a:cubicBezTo>
                  <a:cubicBezTo>
                    <a:pt x="781" y="225"/>
                    <a:pt x="754" y="164"/>
                    <a:pt x="724" y="133"/>
                  </a:cubicBezTo>
                  <a:cubicBezTo>
                    <a:pt x="694" y="102"/>
                    <a:pt x="645" y="75"/>
                    <a:pt x="610" y="70"/>
                  </a:cubicBezTo>
                  <a:cubicBezTo>
                    <a:pt x="575" y="65"/>
                    <a:pt x="535" y="80"/>
                    <a:pt x="511" y="103"/>
                  </a:cubicBezTo>
                  <a:cubicBezTo>
                    <a:pt x="487" y="126"/>
                    <a:pt x="468" y="159"/>
                    <a:pt x="469" y="208"/>
                  </a:cubicBezTo>
                  <a:cubicBezTo>
                    <a:pt x="470" y="257"/>
                    <a:pt x="497" y="361"/>
                    <a:pt x="517" y="400"/>
                  </a:cubicBezTo>
                  <a:cubicBezTo>
                    <a:pt x="537" y="439"/>
                    <a:pt x="581" y="452"/>
                    <a:pt x="589" y="445"/>
                  </a:cubicBezTo>
                  <a:cubicBezTo>
                    <a:pt x="597" y="438"/>
                    <a:pt x="579" y="382"/>
                    <a:pt x="562" y="358"/>
                  </a:cubicBezTo>
                  <a:cubicBezTo>
                    <a:pt x="545" y="334"/>
                    <a:pt x="525" y="325"/>
                    <a:pt x="490" y="304"/>
                  </a:cubicBezTo>
                  <a:cubicBezTo>
                    <a:pt x="455" y="283"/>
                    <a:pt x="395" y="236"/>
                    <a:pt x="349" y="229"/>
                  </a:cubicBezTo>
                  <a:cubicBezTo>
                    <a:pt x="303" y="222"/>
                    <a:pt x="236" y="234"/>
                    <a:pt x="211" y="262"/>
                  </a:cubicBezTo>
                  <a:cubicBezTo>
                    <a:pt x="186" y="290"/>
                    <a:pt x="184" y="352"/>
                    <a:pt x="199" y="400"/>
                  </a:cubicBezTo>
                  <a:cubicBezTo>
                    <a:pt x="214" y="448"/>
                    <a:pt x="270" y="515"/>
                    <a:pt x="301" y="550"/>
                  </a:cubicBezTo>
                  <a:cubicBezTo>
                    <a:pt x="332" y="585"/>
                    <a:pt x="358" y="600"/>
                    <a:pt x="385" y="610"/>
                  </a:cubicBezTo>
                  <a:cubicBezTo>
                    <a:pt x="412" y="620"/>
                    <a:pt x="456" y="618"/>
                    <a:pt x="463" y="610"/>
                  </a:cubicBezTo>
                  <a:cubicBezTo>
                    <a:pt x="470" y="602"/>
                    <a:pt x="450" y="576"/>
                    <a:pt x="427" y="562"/>
                  </a:cubicBezTo>
                  <a:cubicBezTo>
                    <a:pt x="404" y="548"/>
                    <a:pt x="370" y="528"/>
                    <a:pt x="322" y="523"/>
                  </a:cubicBezTo>
                  <a:cubicBezTo>
                    <a:pt x="274" y="518"/>
                    <a:pt x="186" y="518"/>
                    <a:pt x="139" y="529"/>
                  </a:cubicBezTo>
                  <a:cubicBezTo>
                    <a:pt x="92" y="540"/>
                    <a:pt x="56" y="562"/>
                    <a:pt x="37" y="592"/>
                  </a:cubicBezTo>
                  <a:cubicBezTo>
                    <a:pt x="18" y="622"/>
                    <a:pt x="0" y="672"/>
                    <a:pt x="22" y="709"/>
                  </a:cubicBezTo>
                  <a:cubicBezTo>
                    <a:pt x="44" y="746"/>
                    <a:pt x="113" y="794"/>
                    <a:pt x="172" y="814"/>
                  </a:cubicBezTo>
                  <a:cubicBezTo>
                    <a:pt x="231" y="834"/>
                    <a:pt x="329" y="837"/>
                    <a:pt x="373" y="832"/>
                  </a:cubicBezTo>
                  <a:cubicBezTo>
                    <a:pt x="417" y="827"/>
                    <a:pt x="434" y="795"/>
                    <a:pt x="436" y="784"/>
                  </a:cubicBezTo>
                  <a:cubicBezTo>
                    <a:pt x="438" y="773"/>
                    <a:pt x="414" y="763"/>
                    <a:pt x="388" y="766"/>
                  </a:cubicBezTo>
                  <a:cubicBezTo>
                    <a:pt x="362" y="769"/>
                    <a:pt x="322" y="775"/>
                    <a:pt x="280" y="802"/>
                  </a:cubicBezTo>
                  <a:cubicBezTo>
                    <a:pt x="238" y="829"/>
                    <a:pt x="159" y="883"/>
                    <a:pt x="133" y="928"/>
                  </a:cubicBezTo>
                  <a:cubicBezTo>
                    <a:pt x="107" y="973"/>
                    <a:pt x="109" y="1038"/>
                    <a:pt x="121" y="1072"/>
                  </a:cubicBezTo>
                  <a:cubicBezTo>
                    <a:pt x="133" y="1106"/>
                    <a:pt x="168" y="1121"/>
                    <a:pt x="202" y="1129"/>
                  </a:cubicBezTo>
                  <a:cubicBezTo>
                    <a:pt x="236" y="1137"/>
                    <a:pt x="280" y="1131"/>
                    <a:pt x="325" y="1120"/>
                  </a:cubicBezTo>
                  <a:cubicBezTo>
                    <a:pt x="370" y="1109"/>
                    <a:pt x="440" y="1084"/>
                    <a:pt x="472" y="1060"/>
                  </a:cubicBezTo>
                  <a:cubicBezTo>
                    <a:pt x="504" y="1036"/>
                    <a:pt x="525" y="982"/>
                    <a:pt x="517" y="976"/>
                  </a:cubicBezTo>
                  <a:cubicBezTo>
                    <a:pt x="509" y="970"/>
                    <a:pt x="447" y="992"/>
                    <a:pt x="421" y="1024"/>
                  </a:cubicBezTo>
                  <a:cubicBezTo>
                    <a:pt x="395" y="1056"/>
                    <a:pt x="373" y="1133"/>
                    <a:pt x="361" y="1171"/>
                  </a:cubicBezTo>
                  <a:cubicBezTo>
                    <a:pt x="349" y="1209"/>
                    <a:pt x="337" y="1222"/>
                    <a:pt x="346" y="1252"/>
                  </a:cubicBezTo>
                  <a:cubicBezTo>
                    <a:pt x="355" y="1282"/>
                    <a:pt x="381" y="1338"/>
                    <a:pt x="415" y="1351"/>
                  </a:cubicBezTo>
                  <a:cubicBezTo>
                    <a:pt x="449" y="1364"/>
                    <a:pt x="507" y="1358"/>
                    <a:pt x="550" y="1333"/>
                  </a:cubicBezTo>
                  <a:cubicBezTo>
                    <a:pt x="593" y="1308"/>
                    <a:pt x="649" y="1234"/>
                    <a:pt x="670" y="1201"/>
                  </a:cubicBezTo>
                  <a:cubicBezTo>
                    <a:pt x="691" y="1168"/>
                    <a:pt x="682" y="1130"/>
                    <a:pt x="673" y="1132"/>
                  </a:cubicBezTo>
                  <a:cubicBezTo>
                    <a:pt x="664" y="1134"/>
                    <a:pt x="625" y="1181"/>
                    <a:pt x="613" y="1216"/>
                  </a:cubicBezTo>
                  <a:cubicBezTo>
                    <a:pt x="601" y="1251"/>
                    <a:pt x="598" y="1302"/>
                    <a:pt x="604" y="1342"/>
                  </a:cubicBezTo>
                  <a:cubicBezTo>
                    <a:pt x="610" y="1382"/>
                    <a:pt x="623" y="1434"/>
                    <a:pt x="649" y="1459"/>
                  </a:cubicBezTo>
                  <a:cubicBezTo>
                    <a:pt x="675" y="1484"/>
                    <a:pt x="723" y="1501"/>
                    <a:pt x="757" y="1492"/>
                  </a:cubicBezTo>
                  <a:cubicBezTo>
                    <a:pt x="791" y="1483"/>
                    <a:pt x="831" y="1439"/>
                    <a:pt x="853" y="1408"/>
                  </a:cubicBezTo>
                  <a:cubicBezTo>
                    <a:pt x="875" y="1377"/>
                    <a:pt x="885" y="1333"/>
                    <a:pt x="886" y="1306"/>
                  </a:cubicBezTo>
                  <a:cubicBezTo>
                    <a:pt x="887" y="1279"/>
                    <a:pt x="867" y="1242"/>
                    <a:pt x="859" y="1243"/>
                  </a:cubicBezTo>
                  <a:cubicBezTo>
                    <a:pt x="851" y="1244"/>
                    <a:pt x="838" y="1291"/>
                    <a:pt x="835" y="1312"/>
                  </a:cubicBezTo>
                  <a:cubicBezTo>
                    <a:pt x="832" y="1333"/>
                    <a:pt x="830" y="1345"/>
                    <a:pt x="841" y="1369"/>
                  </a:cubicBezTo>
                  <a:cubicBezTo>
                    <a:pt x="852" y="1393"/>
                    <a:pt x="879" y="1437"/>
                    <a:pt x="901" y="1456"/>
                  </a:cubicBezTo>
                  <a:cubicBezTo>
                    <a:pt x="923" y="1475"/>
                    <a:pt x="951" y="1488"/>
                    <a:pt x="973" y="1483"/>
                  </a:cubicBezTo>
                  <a:cubicBezTo>
                    <a:pt x="995" y="1478"/>
                    <a:pt x="1022" y="1446"/>
                    <a:pt x="1033" y="1423"/>
                  </a:cubicBezTo>
                  <a:cubicBezTo>
                    <a:pt x="1044" y="1400"/>
                    <a:pt x="1044" y="1366"/>
                    <a:pt x="1039" y="1345"/>
                  </a:cubicBezTo>
                  <a:cubicBezTo>
                    <a:pt x="1034" y="1324"/>
                    <a:pt x="1010" y="1292"/>
                    <a:pt x="1003" y="1294"/>
                  </a:cubicBezTo>
                  <a:cubicBezTo>
                    <a:pt x="996" y="1296"/>
                    <a:pt x="989" y="1332"/>
                    <a:pt x="997" y="1360"/>
                  </a:cubicBezTo>
                  <a:cubicBezTo>
                    <a:pt x="1005" y="1388"/>
                    <a:pt x="1027" y="1441"/>
                    <a:pt x="1051" y="1462"/>
                  </a:cubicBezTo>
                  <a:cubicBezTo>
                    <a:pt x="1075" y="1483"/>
                    <a:pt x="1121" y="1495"/>
                    <a:pt x="1144" y="1486"/>
                  </a:cubicBezTo>
                  <a:cubicBezTo>
                    <a:pt x="1167" y="1477"/>
                    <a:pt x="1182" y="1430"/>
                    <a:pt x="1189" y="1408"/>
                  </a:cubicBezTo>
                  <a:cubicBezTo>
                    <a:pt x="1196" y="1386"/>
                    <a:pt x="1195" y="1370"/>
                    <a:pt x="1189" y="1354"/>
                  </a:cubicBezTo>
                  <a:cubicBezTo>
                    <a:pt x="1183" y="1338"/>
                    <a:pt x="1159" y="1308"/>
                    <a:pt x="1153" y="1312"/>
                  </a:cubicBezTo>
                  <a:cubicBezTo>
                    <a:pt x="1147" y="1316"/>
                    <a:pt x="1142" y="1355"/>
                    <a:pt x="1150" y="1378"/>
                  </a:cubicBezTo>
                  <a:cubicBezTo>
                    <a:pt x="1158" y="1401"/>
                    <a:pt x="1179" y="1437"/>
                    <a:pt x="1201" y="1450"/>
                  </a:cubicBezTo>
                  <a:cubicBezTo>
                    <a:pt x="1223" y="1463"/>
                    <a:pt x="1268" y="1455"/>
                    <a:pt x="1285" y="1456"/>
                  </a:cubicBezTo>
                </a:path>
              </a:pathLst>
            </a:custGeom>
            <a:noFill/>
            <a:ln w="19050" cmpd="sng">
              <a:solidFill>
                <a:srgbClr val="0000FF"/>
              </a:solidFill>
              <a:round/>
              <a:headEnd/>
              <a:tailEnd/>
            </a:ln>
            <a:effectLst/>
          </p:spPr>
          <p:txBody>
            <a:bodyPr/>
            <a:lstStyle/>
            <a:p>
              <a:endParaRPr lang="zh-CN" altLang="en-US" sz="2800"/>
            </a:p>
          </p:txBody>
        </p:sp>
        <p:sp>
          <p:nvSpPr>
            <p:cNvPr id="179260" name="Freeform 60"/>
            <p:cNvSpPr>
              <a:spLocks/>
            </p:cNvSpPr>
            <p:nvPr/>
          </p:nvSpPr>
          <p:spPr bwMode="auto">
            <a:xfrm rot="1945573" flipH="1">
              <a:off x="3120" y="2538"/>
              <a:ext cx="375" cy="678"/>
            </a:xfrm>
            <a:custGeom>
              <a:avLst/>
              <a:gdLst/>
              <a:ahLst/>
              <a:cxnLst>
                <a:cxn ang="0">
                  <a:pos x="393" y="0"/>
                </a:cxn>
                <a:cxn ang="0">
                  <a:pos x="335" y="42"/>
                </a:cxn>
                <a:cxn ang="0">
                  <a:pos x="353" y="98"/>
                </a:cxn>
                <a:cxn ang="0">
                  <a:pos x="364" y="51"/>
                </a:cxn>
                <a:cxn ang="0">
                  <a:pos x="315" y="7"/>
                </a:cxn>
                <a:cxn ang="0">
                  <a:pos x="264" y="36"/>
                </a:cxn>
                <a:cxn ang="0">
                  <a:pos x="251" y="102"/>
                </a:cxn>
                <a:cxn ang="0">
                  <a:pos x="275" y="127"/>
                </a:cxn>
                <a:cxn ang="0">
                  <a:pos x="277" y="98"/>
                </a:cxn>
                <a:cxn ang="0">
                  <a:pos x="213" y="53"/>
                </a:cxn>
                <a:cxn ang="0">
                  <a:pos x="171" y="69"/>
                </a:cxn>
                <a:cxn ang="0">
                  <a:pos x="166" y="131"/>
                </a:cxn>
                <a:cxn ang="0">
                  <a:pos x="191" y="183"/>
                </a:cxn>
                <a:cxn ang="0">
                  <a:pos x="219" y="191"/>
                </a:cxn>
                <a:cxn ang="0">
                  <a:pos x="213" y="160"/>
                </a:cxn>
                <a:cxn ang="0">
                  <a:pos x="171" y="135"/>
                </a:cxn>
                <a:cxn ang="0">
                  <a:pos x="66" y="137"/>
                </a:cxn>
                <a:cxn ang="0">
                  <a:pos x="64" y="201"/>
                </a:cxn>
                <a:cxn ang="0">
                  <a:pos x="150" y="278"/>
                </a:cxn>
                <a:cxn ang="0">
                  <a:pos x="211" y="276"/>
                </a:cxn>
                <a:cxn ang="0">
                  <a:pos x="157" y="237"/>
                </a:cxn>
                <a:cxn ang="0">
                  <a:pos x="64" y="235"/>
                </a:cxn>
                <a:cxn ang="0">
                  <a:pos x="8" y="278"/>
                </a:cxn>
                <a:cxn ang="0">
                  <a:pos x="30" y="336"/>
                </a:cxn>
                <a:cxn ang="0">
                  <a:pos x="133" y="373"/>
                </a:cxn>
                <a:cxn ang="0">
                  <a:pos x="193" y="357"/>
                </a:cxn>
                <a:cxn ang="0">
                  <a:pos x="128" y="340"/>
                </a:cxn>
                <a:cxn ang="0">
                  <a:pos x="17" y="377"/>
                </a:cxn>
                <a:cxn ang="0">
                  <a:pos x="24" y="454"/>
                </a:cxn>
                <a:cxn ang="0">
                  <a:pos x="135" y="466"/>
                </a:cxn>
                <a:cxn ang="0">
                  <a:pos x="166" y="443"/>
                </a:cxn>
                <a:cxn ang="0">
                  <a:pos x="117" y="448"/>
                </a:cxn>
                <a:cxn ang="0">
                  <a:pos x="68" y="512"/>
                </a:cxn>
                <a:cxn ang="0">
                  <a:pos x="75" y="559"/>
                </a:cxn>
                <a:cxn ang="0">
                  <a:pos x="135" y="565"/>
                </a:cxn>
                <a:cxn ang="0">
                  <a:pos x="195" y="541"/>
                </a:cxn>
                <a:cxn ang="0">
                  <a:pos x="193" y="516"/>
                </a:cxn>
                <a:cxn ang="0">
                  <a:pos x="166" y="534"/>
                </a:cxn>
                <a:cxn ang="0">
                  <a:pos x="142" y="615"/>
                </a:cxn>
                <a:cxn ang="0">
                  <a:pos x="186" y="646"/>
                </a:cxn>
                <a:cxn ang="0">
                  <a:pos x="244" y="623"/>
                </a:cxn>
                <a:cxn ang="0">
                  <a:pos x="257" y="582"/>
                </a:cxn>
                <a:cxn ang="0">
                  <a:pos x="224" y="607"/>
                </a:cxn>
                <a:cxn ang="0">
                  <a:pos x="224" y="650"/>
                </a:cxn>
                <a:cxn ang="0">
                  <a:pos x="273" y="678"/>
                </a:cxn>
              </a:cxnLst>
              <a:rect l="0" t="0" r="r" b="b"/>
              <a:pathLst>
                <a:path w="393" h="678">
                  <a:moveTo>
                    <a:pt x="393" y="0"/>
                  </a:moveTo>
                  <a:cubicBezTo>
                    <a:pt x="384" y="7"/>
                    <a:pt x="342" y="26"/>
                    <a:pt x="335" y="42"/>
                  </a:cubicBezTo>
                  <a:cubicBezTo>
                    <a:pt x="328" y="58"/>
                    <a:pt x="348" y="97"/>
                    <a:pt x="353" y="98"/>
                  </a:cubicBezTo>
                  <a:cubicBezTo>
                    <a:pt x="357" y="99"/>
                    <a:pt x="371" y="66"/>
                    <a:pt x="364" y="51"/>
                  </a:cubicBezTo>
                  <a:cubicBezTo>
                    <a:pt x="357" y="35"/>
                    <a:pt x="331" y="9"/>
                    <a:pt x="315" y="7"/>
                  </a:cubicBezTo>
                  <a:cubicBezTo>
                    <a:pt x="299" y="5"/>
                    <a:pt x="274" y="20"/>
                    <a:pt x="264" y="36"/>
                  </a:cubicBezTo>
                  <a:cubicBezTo>
                    <a:pt x="254" y="52"/>
                    <a:pt x="249" y="87"/>
                    <a:pt x="251" y="102"/>
                  </a:cubicBezTo>
                  <a:cubicBezTo>
                    <a:pt x="252" y="117"/>
                    <a:pt x="271" y="128"/>
                    <a:pt x="275" y="127"/>
                  </a:cubicBezTo>
                  <a:cubicBezTo>
                    <a:pt x="279" y="126"/>
                    <a:pt x="288" y="111"/>
                    <a:pt x="277" y="98"/>
                  </a:cubicBezTo>
                  <a:cubicBezTo>
                    <a:pt x="267" y="86"/>
                    <a:pt x="231" y="57"/>
                    <a:pt x="213" y="53"/>
                  </a:cubicBezTo>
                  <a:cubicBezTo>
                    <a:pt x="195" y="48"/>
                    <a:pt x="178" y="56"/>
                    <a:pt x="171" y="69"/>
                  </a:cubicBezTo>
                  <a:cubicBezTo>
                    <a:pt x="163" y="82"/>
                    <a:pt x="163" y="113"/>
                    <a:pt x="166" y="131"/>
                  </a:cubicBezTo>
                  <a:cubicBezTo>
                    <a:pt x="169" y="150"/>
                    <a:pt x="182" y="173"/>
                    <a:pt x="191" y="183"/>
                  </a:cubicBezTo>
                  <a:cubicBezTo>
                    <a:pt x="199" y="193"/>
                    <a:pt x="216" y="195"/>
                    <a:pt x="219" y="191"/>
                  </a:cubicBezTo>
                  <a:cubicBezTo>
                    <a:pt x="223" y="188"/>
                    <a:pt x="221" y="169"/>
                    <a:pt x="213" y="160"/>
                  </a:cubicBezTo>
                  <a:cubicBezTo>
                    <a:pt x="205" y="151"/>
                    <a:pt x="195" y="139"/>
                    <a:pt x="171" y="135"/>
                  </a:cubicBezTo>
                  <a:cubicBezTo>
                    <a:pt x="146" y="132"/>
                    <a:pt x="84" y="126"/>
                    <a:pt x="66" y="137"/>
                  </a:cubicBezTo>
                  <a:cubicBezTo>
                    <a:pt x="48" y="148"/>
                    <a:pt x="50" y="178"/>
                    <a:pt x="64" y="201"/>
                  </a:cubicBezTo>
                  <a:cubicBezTo>
                    <a:pt x="78" y="225"/>
                    <a:pt x="126" y="266"/>
                    <a:pt x="150" y="278"/>
                  </a:cubicBezTo>
                  <a:cubicBezTo>
                    <a:pt x="175" y="290"/>
                    <a:pt x="209" y="283"/>
                    <a:pt x="211" y="276"/>
                  </a:cubicBezTo>
                  <a:cubicBezTo>
                    <a:pt x="212" y="269"/>
                    <a:pt x="182" y="244"/>
                    <a:pt x="157" y="237"/>
                  </a:cubicBezTo>
                  <a:cubicBezTo>
                    <a:pt x="133" y="230"/>
                    <a:pt x="88" y="228"/>
                    <a:pt x="64" y="235"/>
                  </a:cubicBezTo>
                  <a:cubicBezTo>
                    <a:pt x="39" y="241"/>
                    <a:pt x="13" y="261"/>
                    <a:pt x="8" y="278"/>
                  </a:cubicBezTo>
                  <a:cubicBezTo>
                    <a:pt x="3" y="295"/>
                    <a:pt x="10" y="320"/>
                    <a:pt x="30" y="336"/>
                  </a:cubicBezTo>
                  <a:cubicBezTo>
                    <a:pt x="51" y="352"/>
                    <a:pt x="106" y="370"/>
                    <a:pt x="133" y="373"/>
                  </a:cubicBezTo>
                  <a:cubicBezTo>
                    <a:pt x="159" y="377"/>
                    <a:pt x="193" y="362"/>
                    <a:pt x="193" y="357"/>
                  </a:cubicBezTo>
                  <a:cubicBezTo>
                    <a:pt x="192" y="351"/>
                    <a:pt x="157" y="337"/>
                    <a:pt x="128" y="340"/>
                  </a:cubicBezTo>
                  <a:cubicBezTo>
                    <a:pt x="99" y="343"/>
                    <a:pt x="34" y="359"/>
                    <a:pt x="17" y="377"/>
                  </a:cubicBezTo>
                  <a:cubicBezTo>
                    <a:pt x="0" y="396"/>
                    <a:pt x="4" y="439"/>
                    <a:pt x="24" y="454"/>
                  </a:cubicBezTo>
                  <a:cubicBezTo>
                    <a:pt x="43" y="468"/>
                    <a:pt x="111" y="468"/>
                    <a:pt x="135" y="466"/>
                  </a:cubicBezTo>
                  <a:cubicBezTo>
                    <a:pt x="159" y="465"/>
                    <a:pt x="169" y="447"/>
                    <a:pt x="166" y="443"/>
                  </a:cubicBezTo>
                  <a:cubicBezTo>
                    <a:pt x="163" y="440"/>
                    <a:pt x="133" y="437"/>
                    <a:pt x="117" y="448"/>
                  </a:cubicBezTo>
                  <a:cubicBezTo>
                    <a:pt x="101" y="459"/>
                    <a:pt x="75" y="493"/>
                    <a:pt x="68" y="512"/>
                  </a:cubicBezTo>
                  <a:cubicBezTo>
                    <a:pt x="62" y="530"/>
                    <a:pt x="64" y="550"/>
                    <a:pt x="75" y="559"/>
                  </a:cubicBezTo>
                  <a:cubicBezTo>
                    <a:pt x="86" y="568"/>
                    <a:pt x="115" y="568"/>
                    <a:pt x="135" y="565"/>
                  </a:cubicBezTo>
                  <a:cubicBezTo>
                    <a:pt x="155" y="563"/>
                    <a:pt x="185" y="549"/>
                    <a:pt x="195" y="541"/>
                  </a:cubicBezTo>
                  <a:cubicBezTo>
                    <a:pt x="205" y="532"/>
                    <a:pt x="197" y="516"/>
                    <a:pt x="193" y="516"/>
                  </a:cubicBezTo>
                  <a:cubicBezTo>
                    <a:pt x="188" y="515"/>
                    <a:pt x="175" y="518"/>
                    <a:pt x="166" y="534"/>
                  </a:cubicBezTo>
                  <a:cubicBezTo>
                    <a:pt x="157" y="551"/>
                    <a:pt x="138" y="596"/>
                    <a:pt x="142" y="615"/>
                  </a:cubicBezTo>
                  <a:cubicBezTo>
                    <a:pt x="145" y="634"/>
                    <a:pt x="169" y="645"/>
                    <a:pt x="186" y="646"/>
                  </a:cubicBezTo>
                  <a:cubicBezTo>
                    <a:pt x="203" y="647"/>
                    <a:pt x="232" y="634"/>
                    <a:pt x="244" y="623"/>
                  </a:cubicBezTo>
                  <a:cubicBezTo>
                    <a:pt x="256" y="613"/>
                    <a:pt x="261" y="585"/>
                    <a:pt x="257" y="582"/>
                  </a:cubicBezTo>
                  <a:cubicBezTo>
                    <a:pt x="254" y="579"/>
                    <a:pt x="229" y="596"/>
                    <a:pt x="224" y="607"/>
                  </a:cubicBezTo>
                  <a:cubicBezTo>
                    <a:pt x="219" y="618"/>
                    <a:pt x="216" y="638"/>
                    <a:pt x="224" y="650"/>
                  </a:cubicBezTo>
                  <a:cubicBezTo>
                    <a:pt x="232" y="662"/>
                    <a:pt x="263" y="672"/>
                    <a:pt x="273" y="678"/>
                  </a:cubicBezTo>
                </a:path>
              </a:pathLst>
            </a:custGeom>
            <a:noFill/>
            <a:ln w="19050" cmpd="sng">
              <a:solidFill>
                <a:srgbClr val="FF0000"/>
              </a:solidFill>
              <a:round/>
              <a:headEnd/>
              <a:tailEnd/>
            </a:ln>
            <a:effectLst/>
          </p:spPr>
          <p:txBody>
            <a:bodyPr/>
            <a:lstStyle/>
            <a:p>
              <a:endParaRPr lang="zh-CN" altLang="en-US" sz="2800"/>
            </a:p>
          </p:txBody>
        </p:sp>
        <p:sp>
          <p:nvSpPr>
            <p:cNvPr id="179268" name="Text Box 68"/>
            <p:cNvSpPr txBox="1">
              <a:spLocks noChangeArrowheads="1"/>
            </p:cNvSpPr>
            <p:nvPr/>
          </p:nvSpPr>
          <p:spPr bwMode="auto">
            <a:xfrm>
              <a:off x="4176" y="2352"/>
              <a:ext cx="1440" cy="601"/>
            </a:xfrm>
            <a:prstGeom prst="rect">
              <a:avLst/>
            </a:prstGeom>
            <a:noFill/>
            <a:ln w="9525">
              <a:noFill/>
              <a:miter lim="800000"/>
              <a:headEnd/>
              <a:tailEnd/>
            </a:ln>
            <a:effectLst/>
          </p:spPr>
          <p:txBody>
            <a:bodyPr>
              <a:spAutoFit/>
            </a:bodyPr>
            <a:lstStyle/>
            <a:p>
              <a:pPr>
                <a:spcBef>
                  <a:spcPct val="50000"/>
                </a:spcBef>
              </a:pPr>
              <a:r>
                <a:rPr lang="zh-CN" altLang="en-US" sz="2800"/>
                <a:t>地球轨道平面</a:t>
              </a:r>
            </a:p>
          </p:txBody>
        </p:sp>
        <p:graphicFrame>
          <p:nvGraphicFramePr>
            <p:cNvPr id="179272" name="Object 72"/>
            <p:cNvGraphicFramePr>
              <a:graphicFrameLocks noChangeAspect="1"/>
            </p:cNvGraphicFramePr>
            <p:nvPr/>
          </p:nvGraphicFramePr>
          <p:xfrm>
            <a:off x="2592" y="720"/>
            <a:ext cx="576" cy="349"/>
          </p:xfrm>
          <a:graphic>
            <a:graphicData uri="http://schemas.openxmlformats.org/presentationml/2006/ole">
              <p:oleObj spid="_x0000_s1078276" name="Equation" r:id="rId4" imgW="355320" imgH="215640" progId="Equation.3">
                <p:embed/>
              </p:oleObj>
            </a:graphicData>
          </a:graphic>
        </p:graphicFrame>
        <p:sp>
          <p:nvSpPr>
            <p:cNvPr id="179274" name="Text Box 74"/>
            <p:cNvSpPr txBox="1">
              <a:spLocks noChangeArrowheads="1"/>
            </p:cNvSpPr>
            <p:nvPr/>
          </p:nvSpPr>
          <p:spPr bwMode="auto">
            <a:xfrm>
              <a:off x="1344" y="2208"/>
              <a:ext cx="288" cy="601"/>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质子</a:t>
              </a:r>
            </a:p>
          </p:txBody>
        </p:sp>
        <p:sp>
          <p:nvSpPr>
            <p:cNvPr id="179275" name="Text Box 75"/>
            <p:cNvSpPr txBox="1">
              <a:spLocks noChangeArrowheads="1"/>
            </p:cNvSpPr>
            <p:nvPr/>
          </p:nvSpPr>
          <p:spPr bwMode="auto">
            <a:xfrm>
              <a:off x="528" y="2112"/>
              <a:ext cx="288" cy="601"/>
            </a:xfrm>
            <a:prstGeom prst="rect">
              <a:avLst/>
            </a:prstGeom>
            <a:noFill/>
            <a:ln w="9525">
              <a:noFill/>
              <a:miter lim="800000"/>
              <a:headEnd/>
              <a:tailEnd/>
            </a:ln>
            <a:effectLst/>
          </p:spPr>
          <p:txBody>
            <a:bodyPr>
              <a:spAutoFit/>
            </a:bodyPr>
            <a:lstStyle/>
            <a:p>
              <a:pPr>
                <a:spcBef>
                  <a:spcPct val="50000"/>
                </a:spcBef>
              </a:pPr>
              <a:r>
                <a:rPr lang="zh-CN" altLang="en-US" sz="2800">
                  <a:solidFill>
                    <a:srgbClr val="3333FF"/>
                  </a:solidFill>
                </a:rPr>
                <a:t>电子</a:t>
              </a:r>
            </a:p>
          </p:txBody>
        </p:sp>
      </p:grpSp>
      <p:graphicFrame>
        <p:nvGraphicFramePr>
          <p:cNvPr id="179273" name="Object 73"/>
          <p:cNvGraphicFramePr>
            <a:graphicFrameLocks noChangeAspect="1"/>
          </p:cNvGraphicFramePr>
          <p:nvPr/>
        </p:nvGraphicFramePr>
        <p:xfrm>
          <a:off x="3124200" y="990600"/>
          <a:ext cx="762000" cy="433388"/>
        </p:xfrm>
        <a:graphic>
          <a:graphicData uri="http://schemas.openxmlformats.org/presentationml/2006/ole">
            <p:oleObj spid="_x0000_s1078274" name="Equation" r:id="rId5" imgW="342720" imgH="215640" progId="Equation.3">
              <p:embed/>
            </p:oleObj>
          </a:graphicData>
        </a:graphic>
      </p:graphicFrame>
      <p:sp>
        <p:nvSpPr>
          <p:cNvPr id="179278" name="AutoShape 78"/>
          <p:cNvSpPr>
            <a:spLocks noChangeArrowheads="1"/>
          </p:cNvSpPr>
          <p:nvPr/>
        </p:nvSpPr>
        <p:spPr bwMode="auto">
          <a:xfrm>
            <a:off x="5410200" y="1447800"/>
            <a:ext cx="1143000" cy="457200"/>
          </a:xfrm>
          <a:prstGeom prst="wedgeRectCallout">
            <a:avLst>
              <a:gd name="adj1" fmla="val -154306"/>
              <a:gd name="adj2" fmla="val 302778"/>
            </a:avLst>
          </a:prstGeom>
          <a:gradFill rotWithShape="0">
            <a:gsLst>
              <a:gs pos="0">
                <a:schemeClr val="accent1"/>
              </a:gs>
              <a:gs pos="100000">
                <a:schemeClr val="bg1"/>
              </a:gs>
            </a:gsLst>
            <a:lin ang="5400000" scaled="1"/>
          </a:gradFill>
          <a:ln w="12700">
            <a:solidFill>
              <a:schemeClr val="tx2"/>
            </a:solidFill>
            <a:miter lim="800000"/>
            <a:headEnd/>
            <a:tailEnd/>
          </a:ln>
          <a:effectLst/>
        </p:spPr>
        <p:txBody>
          <a:bodyPr/>
          <a:lstStyle/>
          <a:p>
            <a:pPr algn="ctr"/>
            <a:r>
              <a:rPr lang="zh-CN" altLang="en-US" sz="2800">
                <a:solidFill>
                  <a:srgbClr val="003300"/>
                </a:solidFill>
              </a:rPr>
              <a:t>磁北极</a:t>
            </a:r>
          </a:p>
        </p:txBody>
      </p:sp>
      <p:sp>
        <p:nvSpPr>
          <p:cNvPr id="179279" name="AutoShape 79"/>
          <p:cNvSpPr>
            <a:spLocks noChangeArrowheads="1"/>
          </p:cNvSpPr>
          <p:nvPr/>
        </p:nvSpPr>
        <p:spPr bwMode="auto">
          <a:xfrm>
            <a:off x="6019800" y="2362200"/>
            <a:ext cx="1600200" cy="457200"/>
          </a:xfrm>
          <a:prstGeom prst="wedgeRectCallout">
            <a:avLst>
              <a:gd name="adj1" fmla="val -150000"/>
              <a:gd name="adj2" fmla="val 117361"/>
            </a:avLst>
          </a:prstGeom>
          <a:gradFill rotWithShape="0">
            <a:gsLst>
              <a:gs pos="0">
                <a:srgbClr val="FAE6F7"/>
              </a:gs>
              <a:gs pos="100000">
                <a:schemeClr val="bg1"/>
              </a:gs>
            </a:gsLst>
            <a:lin ang="5400000" scaled="1"/>
          </a:gradFill>
          <a:ln w="9525">
            <a:solidFill>
              <a:srgbClr val="FF0000"/>
            </a:solidFill>
            <a:miter lim="800000"/>
            <a:headEnd/>
            <a:tailEnd/>
          </a:ln>
          <a:effectLst/>
        </p:spPr>
        <p:txBody>
          <a:bodyPr/>
          <a:lstStyle/>
          <a:p>
            <a:pPr algn="ctr"/>
            <a:r>
              <a:rPr lang="zh-CN" altLang="en-US" sz="2800">
                <a:solidFill>
                  <a:srgbClr val="003300"/>
                </a:solidFill>
              </a:rPr>
              <a:t>地理北极</a:t>
            </a:r>
          </a:p>
        </p:txBody>
      </p:sp>
      <p:sp>
        <p:nvSpPr>
          <p:cNvPr id="179280" name="Line 80"/>
          <p:cNvSpPr>
            <a:spLocks noChangeShapeType="1"/>
          </p:cNvSpPr>
          <p:nvPr/>
        </p:nvSpPr>
        <p:spPr bwMode="auto">
          <a:xfrm>
            <a:off x="3810000" y="1371600"/>
            <a:ext cx="838200" cy="762000"/>
          </a:xfrm>
          <a:prstGeom prst="line">
            <a:avLst/>
          </a:prstGeom>
          <a:noFill/>
          <a:ln w="19050">
            <a:solidFill>
              <a:srgbClr val="FF9933"/>
            </a:solidFill>
            <a:round/>
            <a:headEnd/>
            <a:tailEnd type="triangle" w="sm" len="lg"/>
          </a:ln>
          <a:effectLst/>
        </p:spPr>
        <p:txBody>
          <a:bodyPr/>
          <a:lstStyle/>
          <a:p>
            <a:endParaRPr lang="zh-CN" altLang="en-US" sz="2800"/>
          </a:p>
        </p:txBody>
      </p:sp>
      <p:sp>
        <p:nvSpPr>
          <p:cNvPr id="179283" name="Rectangle 83"/>
          <p:cNvSpPr>
            <a:spLocks noChangeArrowheads="1"/>
          </p:cNvSpPr>
          <p:nvPr/>
        </p:nvSpPr>
        <p:spPr bwMode="auto">
          <a:xfrm>
            <a:off x="6019800" y="5181600"/>
            <a:ext cx="2430474" cy="535596"/>
          </a:xfrm>
          <a:prstGeom prst="rect">
            <a:avLst/>
          </a:prstGeom>
          <a:noFill/>
          <a:ln w="9525">
            <a:noFill/>
            <a:miter lim="800000"/>
            <a:headEnd/>
            <a:tailEnd/>
          </a:ln>
          <a:effectLst/>
        </p:spPr>
        <p:txBody>
          <a:bodyPr wrap="none">
            <a:spAutoFit/>
          </a:bodyPr>
          <a:lstStyle/>
          <a:p>
            <a:pPr>
              <a:lnSpc>
                <a:spcPct val="110000"/>
              </a:lnSpc>
              <a:spcBef>
                <a:spcPct val="50000"/>
              </a:spcBef>
            </a:pPr>
            <a:r>
              <a:rPr lang="zh-CN" altLang="en-US" sz="2800">
                <a:solidFill>
                  <a:srgbClr val="0000FF"/>
                </a:solidFill>
              </a:rPr>
              <a:t>范阿伦辐射带.</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2"/>
          <p:cNvSpPr txBox="1">
            <a:spLocks noChangeArrowheads="1"/>
          </p:cNvSpPr>
          <p:nvPr/>
        </p:nvSpPr>
        <p:spPr bwMode="auto">
          <a:xfrm>
            <a:off x="533400" y="914400"/>
            <a:ext cx="3368675" cy="519113"/>
          </a:xfrm>
          <a:prstGeom prst="rect">
            <a:avLst/>
          </a:prstGeom>
          <a:noFill/>
          <a:ln w="9525">
            <a:noFill/>
            <a:miter lim="800000"/>
            <a:headEnd/>
            <a:tailEnd/>
          </a:ln>
          <a:effectLst/>
        </p:spPr>
        <p:txBody>
          <a:bodyPr>
            <a:spAutoFit/>
          </a:bodyPr>
          <a:lstStyle/>
          <a:p>
            <a:r>
              <a:rPr lang="zh-CN" altLang="en-US" sz="2800" b="1" dirty="0">
                <a:solidFill>
                  <a:srgbClr val="002060"/>
                </a:solidFill>
              </a:rPr>
              <a:t>1 .  质谱仪</a:t>
            </a:r>
          </a:p>
        </p:txBody>
      </p:sp>
      <p:graphicFrame>
        <p:nvGraphicFramePr>
          <p:cNvPr id="167939" name="Object 3"/>
          <p:cNvGraphicFramePr>
            <a:graphicFrameLocks noChangeAspect="1"/>
          </p:cNvGraphicFramePr>
          <p:nvPr/>
        </p:nvGraphicFramePr>
        <p:xfrm>
          <a:off x="5486400" y="914400"/>
          <a:ext cx="2819400" cy="1247775"/>
        </p:xfrm>
        <a:graphic>
          <a:graphicData uri="http://schemas.openxmlformats.org/presentationml/2006/ole">
            <p:oleObj spid="_x0000_s1079298" name="Equation" r:id="rId3" imgW="787320" imgH="419040" progId="Equation.3">
              <p:embed/>
            </p:oleObj>
          </a:graphicData>
        </a:graphic>
      </p:graphicFrame>
      <p:graphicFrame>
        <p:nvGraphicFramePr>
          <p:cNvPr id="167940" name="Object 4"/>
          <p:cNvGraphicFramePr>
            <a:graphicFrameLocks noChangeAspect="1"/>
          </p:cNvGraphicFramePr>
          <p:nvPr/>
        </p:nvGraphicFramePr>
        <p:xfrm>
          <a:off x="5715000" y="2362200"/>
          <a:ext cx="2438400" cy="1171575"/>
        </p:xfrm>
        <a:graphic>
          <a:graphicData uri="http://schemas.openxmlformats.org/presentationml/2006/ole">
            <p:oleObj spid="_x0000_s1079299" name="Equation" r:id="rId4" imgW="634680" imgH="393480" progId="Equation.3">
              <p:embed/>
            </p:oleObj>
          </a:graphicData>
        </a:graphic>
      </p:graphicFrame>
      <p:grpSp>
        <p:nvGrpSpPr>
          <p:cNvPr id="2" name="Group 5"/>
          <p:cNvGrpSpPr>
            <a:grpSpLocks/>
          </p:cNvGrpSpPr>
          <p:nvPr/>
        </p:nvGrpSpPr>
        <p:grpSpPr bwMode="auto">
          <a:xfrm>
            <a:off x="5334000" y="3733800"/>
            <a:ext cx="3429000" cy="2438400"/>
            <a:chOff x="3360" y="2352"/>
            <a:chExt cx="2160" cy="1536"/>
          </a:xfrm>
        </p:grpSpPr>
        <p:sp>
          <p:nvSpPr>
            <p:cNvPr id="167942" name="Rectangle 6"/>
            <p:cNvSpPr>
              <a:spLocks noChangeArrowheads="1"/>
            </p:cNvSpPr>
            <p:nvPr/>
          </p:nvSpPr>
          <p:spPr bwMode="auto">
            <a:xfrm>
              <a:off x="3360" y="2352"/>
              <a:ext cx="2160" cy="153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7943" name="Line 7"/>
            <p:cNvSpPr>
              <a:spLocks noChangeShapeType="1"/>
            </p:cNvSpPr>
            <p:nvPr/>
          </p:nvSpPr>
          <p:spPr bwMode="auto">
            <a:xfrm>
              <a:off x="3552" y="3183"/>
              <a:ext cx="1920" cy="0"/>
            </a:xfrm>
            <a:prstGeom prst="line">
              <a:avLst/>
            </a:prstGeom>
            <a:noFill/>
            <a:ln w="19050">
              <a:solidFill>
                <a:schemeClr val="tx1"/>
              </a:solidFill>
              <a:round/>
              <a:headEnd/>
              <a:tailEnd/>
            </a:ln>
            <a:effectLst/>
          </p:spPr>
          <p:txBody>
            <a:bodyPr wrap="none"/>
            <a:lstStyle/>
            <a:p>
              <a:endParaRPr lang="zh-CN" altLang="en-US" sz="2800"/>
            </a:p>
          </p:txBody>
        </p:sp>
        <p:sp>
          <p:nvSpPr>
            <p:cNvPr id="167944" name="Line 8"/>
            <p:cNvSpPr>
              <a:spLocks noChangeShapeType="1"/>
            </p:cNvSpPr>
            <p:nvPr/>
          </p:nvSpPr>
          <p:spPr bwMode="auto">
            <a:xfrm>
              <a:off x="3552" y="3399"/>
              <a:ext cx="1920" cy="0"/>
            </a:xfrm>
            <a:prstGeom prst="line">
              <a:avLst/>
            </a:prstGeom>
            <a:noFill/>
            <a:ln w="19050">
              <a:solidFill>
                <a:schemeClr val="tx1"/>
              </a:solidFill>
              <a:round/>
              <a:headEnd/>
              <a:tailEnd/>
            </a:ln>
            <a:effectLst/>
          </p:spPr>
          <p:txBody>
            <a:bodyPr wrap="none"/>
            <a:lstStyle/>
            <a:p>
              <a:endParaRPr lang="zh-CN" altLang="en-US" sz="2800"/>
            </a:p>
          </p:txBody>
        </p:sp>
        <p:sp>
          <p:nvSpPr>
            <p:cNvPr id="167945" name="Rectangle 9"/>
            <p:cNvSpPr>
              <a:spLocks noChangeArrowheads="1"/>
            </p:cNvSpPr>
            <p:nvPr/>
          </p:nvSpPr>
          <p:spPr bwMode="auto">
            <a:xfrm>
              <a:off x="4057" y="3183"/>
              <a:ext cx="51" cy="216"/>
            </a:xfrm>
            <a:prstGeom prst="rect">
              <a:avLst/>
            </a:prstGeom>
            <a:solidFill>
              <a:srgbClr val="CC0000"/>
            </a:solidFill>
            <a:ln w="9525">
              <a:solidFill>
                <a:srgbClr val="CC0000"/>
              </a:solidFill>
              <a:miter lim="800000"/>
              <a:headEnd/>
              <a:tailEnd/>
            </a:ln>
            <a:effectLst/>
          </p:spPr>
          <p:txBody>
            <a:bodyPr wrap="none" anchor="ctr"/>
            <a:lstStyle/>
            <a:p>
              <a:endParaRPr lang="zh-CN" altLang="en-US" sz="2800"/>
            </a:p>
          </p:txBody>
        </p:sp>
        <p:sp>
          <p:nvSpPr>
            <p:cNvPr id="167946" name="Line 10"/>
            <p:cNvSpPr>
              <a:spLocks noChangeShapeType="1"/>
            </p:cNvSpPr>
            <p:nvPr/>
          </p:nvSpPr>
          <p:spPr bwMode="auto">
            <a:xfrm>
              <a:off x="4461" y="3183"/>
              <a:ext cx="0" cy="216"/>
            </a:xfrm>
            <a:prstGeom prst="line">
              <a:avLst/>
            </a:prstGeom>
            <a:noFill/>
            <a:ln w="57150">
              <a:solidFill>
                <a:srgbClr val="FF9900"/>
              </a:solidFill>
              <a:round/>
              <a:headEnd/>
              <a:tailEnd/>
            </a:ln>
            <a:effectLst/>
          </p:spPr>
          <p:txBody>
            <a:bodyPr wrap="none"/>
            <a:lstStyle/>
            <a:p>
              <a:endParaRPr lang="zh-CN" altLang="en-US" sz="2800"/>
            </a:p>
          </p:txBody>
        </p:sp>
        <p:sp>
          <p:nvSpPr>
            <p:cNvPr id="167947" name="Line 11"/>
            <p:cNvSpPr>
              <a:spLocks noChangeShapeType="1"/>
            </p:cNvSpPr>
            <p:nvPr/>
          </p:nvSpPr>
          <p:spPr bwMode="auto">
            <a:xfrm>
              <a:off x="5068" y="3183"/>
              <a:ext cx="0" cy="216"/>
            </a:xfrm>
            <a:prstGeom prst="line">
              <a:avLst/>
            </a:prstGeom>
            <a:noFill/>
            <a:ln w="38100">
              <a:solidFill>
                <a:srgbClr val="0000FF"/>
              </a:solidFill>
              <a:round/>
              <a:headEnd/>
              <a:tailEnd/>
            </a:ln>
            <a:effectLst/>
          </p:spPr>
          <p:txBody>
            <a:bodyPr wrap="none"/>
            <a:lstStyle/>
            <a:p>
              <a:endParaRPr lang="zh-CN" altLang="en-US" sz="2800"/>
            </a:p>
          </p:txBody>
        </p:sp>
        <p:sp>
          <p:nvSpPr>
            <p:cNvPr id="167948" name="Line 12"/>
            <p:cNvSpPr>
              <a:spLocks noChangeShapeType="1"/>
            </p:cNvSpPr>
            <p:nvPr/>
          </p:nvSpPr>
          <p:spPr bwMode="auto">
            <a:xfrm>
              <a:off x="4765" y="3183"/>
              <a:ext cx="0" cy="216"/>
            </a:xfrm>
            <a:prstGeom prst="line">
              <a:avLst/>
            </a:prstGeom>
            <a:noFill/>
            <a:ln w="76200">
              <a:solidFill>
                <a:srgbClr val="9900CC"/>
              </a:solidFill>
              <a:round/>
              <a:headEnd/>
              <a:tailEnd/>
            </a:ln>
            <a:effectLst/>
          </p:spPr>
          <p:txBody>
            <a:bodyPr wrap="none"/>
            <a:lstStyle/>
            <a:p>
              <a:endParaRPr lang="zh-CN" altLang="en-US" sz="2800"/>
            </a:p>
          </p:txBody>
        </p:sp>
        <p:sp>
          <p:nvSpPr>
            <p:cNvPr id="167949" name="Line 13"/>
            <p:cNvSpPr>
              <a:spLocks noChangeShapeType="1"/>
            </p:cNvSpPr>
            <p:nvPr/>
          </p:nvSpPr>
          <p:spPr bwMode="auto">
            <a:xfrm flipH="1" flipV="1">
              <a:off x="4320" y="2727"/>
              <a:ext cx="141" cy="456"/>
            </a:xfrm>
            <a:prstGeom prst="line">
              <a:avLst/>
            </a:prstGeom>
            <a:noFill/>
            <a:ln w="12700">
              <a:solidFill>
                <a:schemeClr val="tx2"/>
              </a:solidFill>
              <a:round/>
              <a:headEnd/>
              <a:tailEnd/>
            </a:ln>
            <a:effectLst/>
          </p:spPr>
          <p:txBody>
            <a:bodyPr wrap="none"/>
            <a:lstStyle/>
            <a:p>
              <a:endParaRPr lang="zh-CN" altLang="en-US" sz="2800"/>
            </a:p>
          </p:txBody>
        </p:sp>
        <p:sp>
          <p:nvSpPr>
            <p:cNvPr id="167950" name="Line 14"/>
            <p:cNvSpPr>
              <a:spLocks noChangeShapeType="1"/>
            </p:cNvSpPr>
            <p:nvPr/>
          </p:nvSpPr>
          <p:spPr bwMode="auto">
            <a:xfrm flipH="1" flipV="1">
              <a:off x="4608" y="2727"/>
              <a:ext cx="0" cy="480"/>
            </a:xfrm>
            <a:prstGeom prst="line">
              <a:avLst/>
            </a:prstGeom>
            <a:noFill/>
            <a:ln w="12700">
              <a:solidFill>
                <a:schemeClr val="tx2"/>
              </a:solidFill>
              <a:round/>
              <a:headEnd/>
              <a:tailEnd/>
            </a:ln>
            <a:effectLst/>
          </p:spPr>
          <p:txBody>
            <a:bodyPr wrap="none"/>
            <a:lstStyle/>
            <a:p>
              <a:endParaRPr lang="zh-CN" altLang="en-US" sz="2800"/>
            </a:p>
          </p:txBody>
        </p:sp>
        <p:sp>
          <p:nvSpPr>
            <p:cNvPr id="167951" name="Line 15"/>
            <p:cNvSpPr>
              <a:spLocks noChangeShapeType="1"/>
            </p:cNvSpPr>
            <p:nvPr/>
          </p:nvSpPr>
          <p:spPr bwMode="auto">
            <a:xfrm flipV="1">
              <a:off x="4765" y="2727"/>
              <a:ext cx="83" cy="456"/>
            </a:xfrm>
            <a:prstGeom prst="line">
              <a:avLst/>
            </a:prstGeom>
            <a:noFill/>
            <a:ln w="12700">
              <a:solidFill>
                <a:schemeClr val="tx2"/>
              </a:solidFill>
              <a:round/>
              <a:headEnd/>
              <a:tailEnd/>
            </a:ln>
            <a:effectLst/>
          </p:spPr>
          <p:txBody>
            <a:bodyPr wrap="none"/>
            <a:lstStyle/>
            <a:p>
              <a:endParaRPr lang="zh-CN" altLang="en-US" sz="2800"/>
            </a:p>
          </p:txBody>
        </p:sp>
        <p:sp>
          <p:nvSpPr>
            <p:cNvPr id="167952" name="Line 16"/>
            <p:cNvSpPr>
              <a:spLocks noChangeShapeType="1"/>
            </p:cNvSpPr>
            <p:nvPr/>
          </p:nvSpPr>
          <p:spPr bwMode="auto">
            <a:xfrm flipV="1">
              <a:off x="5068" y="2727"/>
              <a:ext cx="164" cy="456"/>
            </a:xfrm>
            <a:prstGeom prst="line">
              <a:avLst/>
            </a:prstGeom>
            <a:noFill/>
            <a:ln w="12700">
              <a:solidFill>
                <a:schemeClr val="tx2"/>
              </a:solidFill>
              <a:round/>
              <a:headEnd/>
              <a:tailEnd/>
            </a:ln>
            <a:effectLst/>
          </p:spPr>
          <p:txBody>
            <a:bodyPr wrap="none"/>
            <a:lstStyle/>
            <a:p>
              <a:endParaRPr lang="zh-CN" altLang="en-US" sz="2800"/>
            </a:p>
          </p:txBody>
        </p:sp>
        <p:sp>
          <p:nvSpPr>
            <p:cNvPr id="167953" name="Line 17"/>
            <p:cNvSpPr>
              <a:spLocks noChangeShapeType="1"/>
            </p:cNvSpPr>
            <p:nvPr/>
          </p:nvSpPr>
          <p:spPr bwMode="auto">
            <a:xfrm flipH="1" flipV="1">
              <a:off x="3888" y="2775"/>
              <a:ext cx="169" cy="408"/>
            </a:xfrm>
            <a:prstGeom prst="line">
              <a:avLst/>
            </a:prstGeom>
            <a:noFill/>
            <a:ln w="12700">
              <a:solidFill>
                <a:schemeClr val="tx2"/>
              </a:solidFill>
              <a:round/>
              <a:headEnd/>
              <a:tailEnd/>
            </a:ln>
            <a:effectLst/>
          </p:spPr>
          <p:txBody>
            <a:bodyPr wrap="none"/>
            <a:lstStyle/>
            <a:p>
              <a:endParaRPr lang="zh-CN" altLang="en-US" sz="2800"/>
            </a:p>
          </p:txBody>
        </p:sp>
        <p:sp>
          <p:nvSpPr>
            <p:cNvPr id="167954" name="Text Box 18"/>
            <p:cNvSpPr txBox="1">
              <a:spLocks noChangeArrowheads="1"/>
            </p:cNvSpPr>
            <p:nvPr/>
          </p:nvSpPr>
          <p:spPr bwMode="auto">
            <a:xfrm>
              <a:off x="3692" y="2487"/>
              <a:ext cx="347" cy="330"/>
            </a:xfrm>
            <a:prstGeom prst="rect">
              <a:avLst/>
            </a:prstGeom>
            <a:noFill/>
            <a:ln w="9525">
              <a:noFill/>
              <a:miter lim="800000"/>
              <a:headEnd/>
              <a:tailEnd/>
            </a:ln>
            <a:effectLst/>
          </p:spPr>
          <p:txBody>
            <a:bodyPr wrap="none">
              <a:spAutoFit/>
            </a:bodyPr>
            <a:lstStyle/>
            <a:p>
              <a:r>
                <a:rPr lang="zh-CN" altLang="en-US" sz="2800" b="0">
                  <a:solidFill>
                    <a:srgbClr val="1C1C1C"/>
                  </a:solidFill>
                </a:rPr>
                <a:t>70</a:t>
              </a:r>
            </a:p>
          </p:txBody>
        </p:sp>
        <p:sp>
          <p:nvSpPr>
            <p:cNvPr id="167955" name="Text Box 19"/>
            <p:cNvSpPr txBox="1">
              <a:spLocks noChangeArrowheads="1"/>
            </p:cNvSpPr>
            <p:nvPr/>
          </p:nvSpPr>
          <p:spPr bwMode="auto">
            <a:xfrm>
              <a:off x="4076" y="2448"/>
              <a:ext cx="347" cy="330"/>
            </a:xfrm>
            <a:prstGeom prst="rect">
              <a:avLst/>
            </a:prstGeom>
            <a:noFill/>
            <a:ln w="9525">
              <a:noFill/>
              <a:miter lim="800000"/>
              <a:headEnd/>
              <a:tailEnd/>
            </a:ln>
            <a:effectLst/>
          </p:spPr>
          <p:txBody>
            <a:bodyPr wrap="none">
              <a:spAutoFit/>
            </a:bodyPr>
            <a:lstStyle/>
            <a:p>
              <a:r>
                <a:rPr lang="zh-CN" altLang="en-US" sz="2800" b="0">
                  <a:solidFill>
                    <a:srgbClr val="1C1C1C"/>
                  </a:solidFill>
                </a:rPr>
                <a:t>72</a:t>
              </a:r>
            </a:p>
          </p:txBody>
        </p:sp>
        <p:sp>
          <p:nvSpPr>
            <p:cNvPr id="167956" name="Text Box 20"/>
            <p:cNvSpPr txBox="1">
              <a:spLocks noChangeArrowheads="1"/>
            </p:cNvSpPr>
            <p:nvPr/>
          </p:nvSpPr>
          <p:spPr bwMode="auto">
            <a:xfrm>
              <a:off x="4416" y="2448"/>
              <a:ext cx="347" cy="330"/>
            </a:xfrm>
            <a:prstGeom prst="rect">
              <a:avLst/>
            </a:prstGeom>
            <a:noFill/>
            <a:ln w="9525">
              <a:noFill/>
              <a:miter lim="800000"/>
              <a:headEnd/>
              <a:tailEnd/>
            </a:ln>
            <a:effectLst/>
          </p:spPr>
          <p:txBody>
            <a:bodyPr wrap="none">
              <a:spAutoFit/>
            </a:bodyPr>
            <a:lstStyle/>
            <a:p>
              <a:r>
                <a:rPr lang="zh-CN" altLang="en-US" sz="2800" b="0">
                  <a:solidFill>
                    <a:srgbClr val="1C1C1C"/>
                  </a:solidFill>
                </a:rPr>
                <a:t>73</a:t>
              </a:r>
            </a:p>
          </p:txBody>
        </p:sp>
        <p:sp>
          <p:nvSpPr>
            <p:cNvPr id="167957" name="Text Box 21"/>
            <p:cNvSpPr txBox="1">
              <a:spLocks noChangeArrowheads="1"/>
            </p:cNvSpPr>
            <p:nvPr/>
          </p:nvSpPr>
          <p:spPr bwMode="auto">
            <a:xfrm>
              <a:off x="4752" y="2448"/>
              <a:ext cx="347" cy="330"/>
            </a:xfrm>
            <a:prstGeom prst="rect">
              <a:avLst/>
            </a:prstGeom>
            <a:noFill/>
            <a:ln w="9525">
              <a:noFill/>
              <a:miter lim="800000"/>
              <a:headEnd/>
              <a:tailEnd/>
            </a:ln>
            <a:effectLst/>
          </p:spPr>
          <p:txBody>
            <a:bodyPr wrap="none">
              <a:spAutoFit/>
            </a:bodyPr>
            <a:lstStyle/>
            <a:p>
              <a:r>
                <a:rPr lang="zh-CN" altLang="en-US" sz="2800" b="0">
                  <a:solidFill>
                    <a:srgbClr val="1C1C1C"/>
                  </a:solidFill>
                </a:rPr>
                <a:t>74</a:t>
              </a:r>
            </a:p>
          </p:txBody>
        </p:sp>
        <p:sp>
          <p:nvSpPr>
            <p:cNvPr id="167958" name="Text Box 22"/>
            <p:cNvSpPr txBox="1">
              <a:spLocks noChangeArrowheads="1"/>
            </p:cNvSpPr>
            <p:nvPr/>
          </p:nvSpPr>
          <p:spPr bwMode="auto">
            <a:xfrm>
              <a:off x="5132" y="2448"/>
              <a:ext cx="347" cy="330"/>
            </a:xfrm>
            <a:prstGeom prst="rect">
              <a:avLst/>
            </a:prstGeom>
            <a:noFill/>
            <a:ln w="9525">
              <a:noFill/>
              <a:miter lim="800000"/>
              <a:headEnd/>
              <a:tailEnd/>
            </a:ln>
            <a:effectLst/>
          </p:spPr>
          <p:txBody>
            <a:bodyPr wrap="none">
              <a:spAutoFit/>
            </a:bodyPr>
            <a:lstStyle/>
            <a:p>
              <a:r>
                <a:rPr lang="zh-CN" altLang="en-US" sz="2800" b="0">
                  <a:solidFill>
                    <a:srgbClr val="1C1C1C"/>
                  </a:solidFill>
                </a:rPr>
                <a:t>76</a:t>
              </a:r>
            </a:p>
          </p:txBody>
        </p:sp>
        <p:sp>
          <p:nvSpPr>
            <p:cNvPr id="167959" name="Line 23"/>
            <p:cNvSpPr>
              <a:spLocks noChangeShapeType="1"/>
            </p:cNvSpPr>
            <p:nvPr/>
          </p:nvSpPr>
          <p:spPr bwMode="auto">
            <a:xfrm>
              <a:off x="4613" y="3183"/>
              <a:ext cx="0" cy="216"/>
            </a:xfrm>
            <a:prstGeom prst="line">
              <a:avLst/>
            </a:prstGeom>
            <a:noFill/>
            <a:ln w="57150">
              <a:solidFill>
                <a:srgbClr val="008000"/>
              </a:solidFill>
              <a:round/>
              <a:headEnd/>
              <a:tailEnd/>
            </a:ln>
            <a:effectLst/>
          </p:spPr>
          <p:txBody>
            <a:bodyPr wrap="none"/>
            <a:lstStyle/>
            <a:p>
              <a:endParaRPr lang="zh-CN" altLang="en-US" sz="2800"/>
            </a:p>
          </p:txBody>
        </p:sp>
        <p:sp>
          <p:nvSpPr>
            <p:cNvPr id="167960" name="Text Box 24"/>
            <p:cNvSpPr txBox="1">
              <a:spLocks noChangeArrowheads="1"/>
            </p:cNvSpPr>
            <p:nvPr/>
          </p:nvSpPr>
          <p:spPr bwMode="auto">
            <a:xfrm>
              <a:off x="3360" y="3552"/>
              <a:ext cx="2160" cy="333"/>
            </a:xfrm>
            <a:prstGeom prst="rect">
              <a:avLst/>
            </a:prstGeom>
            <a:gradFill rotWithShape="0">
              <a:gsLst>
                <a:gs pos="0">
                  <a:schemeClr val="folHlink"/>
                </a:gs>
                <a:gs pos="50000">
                  <a:schemeClr val="bg1"/>
                </a:gs>
                <a:gs pos="100000">
                  <a:schemeClr val="folHlink"/>
                </a:gs>
              </a:gsLst>
              <a:lin ang="5400000" scaled="1"/>
            </a:gradFill>
            <a:ln w="9525">
              <a:solidFill>
                <a:srgbClr val="990099"/>
              </a:solidFill>
              <a:miter lim="800000"/>
              <a:headEnd/>
              <a:tailEnd/>
            </a:ln>
            <a:effectLst/>
          </p:spPr>
          <p:txBody>
            <a:bodyPr>
              <a:spAutoFit/>
            </a:bodyPr>
            <a:lstStyle/>
            <a:p>
              <a:pPr algn="ctr"/>
              <a:r>
                <a:rPr lang="zh-CN" altLang="en-US" sz="2800">
                  <a:solidFill>
                    <a:schemeClr val="tx1"/>
                  </a:solidFill>
                </a:rPr>
                <a:t>锗的质谱</a:t>
              </a:r>
            </a:p>
          </p:txBody>
        </p:sp>
      </p:grpSp>
      <p:grpSp>
        <p:nvGrpSpPr>
          <p:cNvPr id="3" name="Group 25"/>
          <p:cNvGrpSpPr>
            <a:grpSpLocks/>
          </p:cNvGrpSpPr>
          <p:nvPr/>
        </p:nvGrpSpPr>
        <p:grpSpPr bwMode="auto">
          <a:xfrm>
            <a:off x="457200" y="1524000"/>
            <a:ext cx="4419600" cy="4648200"/>
            <a:chOff x="288" y="912"/>
            <a:chExt cx="2784" cy="2928"/>
          </a:xfrm>
        </p:grpSpPr>
        <p:sp>
          <p:nvSpPr>
            <p:cNvPr id="167962" name="Rectangle 26"/>
            <p:cNvSpPr>
              <a:spLocks noChangeArrowheads="1"/>
            </p:cNvSpPr>
            <p:nvPr/>
          </p:nvSpPr>
          <p:spPr bwMode="auto">
            <a:xfrm>
              <a:off x="288" y="912"/>
              <a:ext cx="2784" cy="292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7963" name="Oval 27"/>
            <p:cNvSpPr>
              <a:spLocks noChangeArrowheads="1"/>
            </p:cNvSpPr>
            <p:nvPr/>
          </p:nvSpPr>
          <p:spPr bwMode="auto">
            <a:xfrm>
              <a:off x="643" y="1483"/>
              <a:ext cx="1955" cy="1764"/>
            </a:xfrm>
            <a:prstGeom prst="ellipse">
              <a:avLst/>
            </a:prstGeom>
            <a:solidFill>
              <a:schemeClr val="accent1">
                <a:alpha val="50000"/>
              </a:schemeClr>
            </a:solidFill>
            <a:ln w="25400">
              <a:solidFill>
                <a:schemeClr val="tx1"/>
              </a:solidFill>
              <a:round/>
              <a:headEnd/>
              <a:tailEnd/>
            </a:ln>
            <a:effectLst/>
          </p:spPr>
          <p:txBody>
            <a:bodyPr wrap="none" anchor="ctr"/>
            <a:lstStyle/>
            <a:p>
              <a:endParaRPr lang="zh-CN" altLang="en-US" sz="2800"/>
            </a:p>
          </p:txBody>
        </p:sp>
        <p:sp>
          <p:nvSpPr>
            <p:cNvPr id="167964" name="Oval 28"/>
            <p:cNvSpPr>
              <a:spLocks noChangeArrowheads="1"/>
            </p:cNvSpPr>
            <p:nvPr/>
          </p:nvSpPr>
          <p:spPr bwMode="auto">
            <a:xfrm>
              <a:off x="1132" y="1794"/>
              <a:ext cx="1249" cy="1141"/>
            </a:xfrm>
            <a:prstGeom prst="ellipse">
              <a:avLst/>
            </a:prstGeom>
            <a:noFill/>
            <a:ln w="25400">
              <a:solidFill>
                <a:srgbClr val="0000FF"/>
              </a:solidFill>
              <a:prstDash val="dash"/>
              <a:round/>
              <a:headEnd/>
              <a:tailEnd/>
            </a:ln>
            <a:effectLst/>
          </p:spPr>
          <p:txBody>
            <a:bodyPr wrap="none" anchor="ctr"/>
            <a:lstStyle/>
            <a:p>
              <a:endParaRPr lang="zh-CN" altLang="en-US" sz="2800"/>
            </a:p>
          </p:txBody>
        </p:sp>
        <p:sp>
          <p:nvSpPr>
            <p:cNvPr id="167965" name="Rectangle 29"/>
            <p:cNvSpPr>
              <a:spLocks noChangeArrowheads="1"/>
            </p:cNvSpPr>
            <p:nvPr/>
          </p:nvSpPr>
          <p:spPr bwMode="auto">
            <a:xfrm>
              <a:off x="480" y="1431"/>
              <a:ext cx="2336" cy="934"/>
            </a:xfrm>
            <a:prstGeom prst="rect">
              <a:avLst/>
            </a:prstGeom>
            <a:solidFill>
              <a:schemeClr val="bg1"/>
            </a:solidFill>
            <a:ln w="9525">
              <a:noFill/>
              <a:miter lim="800000"/>
              <a:headEnd/>
              <a:tailEnd/>
            </a:ln>
            <a:effectLst/>
          </p:spPr>
          <p:txBody>
            <a:bodyPr wrap="none" anchor="ctr"/>
            <a:lstStyle/>
            <a:p>
              <a:endParaRPr lang="zh-CN" altLang="en-US" sz="2800"/>
            </a:p>
          </p:txBody>
        </p:sp>
        <p:grpSp>
          <p:nvGrpSpPr>
            <p:cNvPr id="4" name="Group 30"/>
            <p:cNvGrpSpPr>
              <a:grpSpLocks/>
            </p:cNvGrpSpPr>
            <p:nvPr/>
          </p:nvGrpSpPr>
          <p:grpSpPr bwMode="auto">
            <a:xfrm>
              <a:off x="643" y="2132"/>
              <a:ext cx="1916" cy="1006"/>
              <a:chOff x="1248" y="2570"/>
              <a:chExt cx="1694" cy="931"/>
            </a:xfrm>
          </p:grpSpPr>
          <p:sp>
            <p:nvSpPr>
              <p:cNvPr id="167967" name="Line 31"/>
              <p:cNvSpPr>
                <a:spLocks noChangeShapeType="1"/>
              </p:cNvSpPr>
              <p:nvPr/>
            </p:nvSpPr>
            <p:spPr bwMode="auto">
              <a:xfrm>
                <a:off x="1248" y="2736"/>
                <a:ext cx="960" cy="0"/>
              </a:xfrm>
              <a:prstGeom prst="line">
                <a:avLst/>
              </a:prstGeom>
              <a:noFill/>
              <a:ln w="38100">
                <a:solidFill>
                  <a:schemeClr val="tx1"/>
                </a:solidFill>
                <a:round/>
                <a:headEnd/>
                <a:tailEnd/>
              </a:ln>
              <a:effectLst/>
            </p:spPr>
            <p:txBody>
              <a:bodyPr wrap="none"/>
              <a:lstStyle/>
              <a:p>
                <a:endParaRPr lang="zh-CN" altLang="en-US" sz="2800"/>
              </a:p>
            </p:txBody>
          </p:sp>
          <p:grpSp>
            <p:nvGrpSpPr>
              <p:cNvPr id="5" name="Group 32"/>
              <p:cNvGrpSpPr>
                <a:grpSpLocks/>
              </p:cNvGrpSpPr>
              <p:nvPr/>
            </p:nvGrpSpPr>
            <p:grpSpPr bwMode="auto">
              <a:xfrm>
                <a:off x="1248" y="2592"/>
                <a:ext cx="346" cy="307"/>
                <a:chOff x="806" y="2236"/>
                <a:chExt cx="346" cy="307"/>
              </a:xfrm>
            </p:grpSpPr>
            <p:sp>
              <p:nvSpPr>
                <p:cNvPr id="167969" name="Text Box 33"/>
                <p:cNvSpPr txBox="1">
                  <a:spLocks noChangeArrowheads="1"/>
                </p:cNvSpPr>
                <p:nvPr/>
              </p:nvSpPr>
              <p:spPr bwMode="auto">
                <a:xfrm>
                  <a:off x="806"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70" name="Text Box 34"/>
                <p:cNvSpPr txBox="1">
                  <a:spLocks noChangeArrowheads="1"/>
                </p:cNvSpPr>
                <p:nvPr/>
              </p:nvSpPr>
              <p:spPr bwMode="auto">
                <a:xfrm>
                  <a:off x="902"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71" name="Text Box 35"/>
                <p:cNvSpPr txBox="1">
                  <a:spLocks noChangeArrowheads="1"/>
                </p:cNvSpPr>
                <p:nvPr/>
              </p:nvSpPr>
              <p:spPr bwMode="auto">
                <a:xfrm>
                  <a:off x="998"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6" name="Group 36"/>
              <p:cNvGrpSpPr>
                <a:grpSpLocks/>
              </p:cNvGrpSpPr>
              <p:nvPr/>
            </p:nvGrpSpPr>
            <p:grpSpPr bwMode="auto">
              <a:xfrm>
                <a:off x="1538" y="2570"/>
                <a:ext cx="345" cy="306"/>
                <a:chOff x="808" y="2236"/>
                <a:chExt cx="345" cy="306"/>
              </a:xfrm>
            </p:grpSpPr>
            <p:sp>
              <p:nvSpPr>
                <p:cNvPr id="167973" name="Text Box 37"/>
                <p:cNvSpPr txBox="1">
                  <a:spLocks noChangeArrowheads="1"/>
                </p:cNvSpPr>
                <p:nvPr/>
              </p:nvSpPr>
              <p:spPr bwMode="auto">
                <a:xfrm>
                  <a:off x="808"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74" name="Text Box 38"/>
                <p:cNvSpPr txBox="1">
                  <a:spLocks noChangeArrowheads="1"/>
                </p:cNvSpPr>
                <p:nvPr/>
              </p:nvSpPr>
              <p:spPr bwMode="auto">
                <a:xfrm>
                  <a:off x="904"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75" name="Text Box 39"/>
                <p:cNvSpPr txBox="1">
                  <a:spLocks noChangeArrowheads="1"/>
                </p:cNvSpPr>
                <p:nvPr/>
              </p:nvSpPr>
              <p:spPr bwMode="auto">
                <a:xfrm>
                  <a:off x="999"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sp>
            <p:nvSpPr>
              <p:cNvPr id="167976" name="Text Box 40"/>
              <p:cNvSpPr txBox="1">
                <a:spLocks noChangeArrowheads="1"/>
              </p:cNvSpPr>
              <p:nvPr/>
            </p:nvSpPr>
            <p:spPr bwMode="auto">
              <a:xfrm>
                <a:off x="2691" y="2570"/>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77" name="Text Box 41"/>
              <p:cNvSpPr txBox="1">
                <a:spLocks noChangeArrowheads="1"/>
              </p:cNvSpPr>
              <p:nvPr/>
            </p:nvSpPr>
            <p:spPr bwMode="auto">
              <a:xfrm>
                <a:off x="2788" y="2571"/>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nvGrpSpPr>
              <p:cNvPr id="7" name="Group 42"/>
              <p:cNvGrpSpPr>
                <a:grpSpLocks/>
              </p:cNvGrpSpPr>
              <p:nvPr/>
            </p:nvGrpSpPr>
            <p:grpSpPr bwMode="auto">
              <a:xfrm>
                <a:off x="2402" y="2570"/>
                <a:ext cx="350" cy="306"/>
                <a:chOff x="804" y="2236"/>
                <a:chExt cx="350" cy="306"/>
              </a:xfrm>
            </p:grpSpPr>
            <p:sp>
              <p:nvSpPr>
                <p:cNvPr id="167979" name="Text Box 43"/>
                <p:cNvSpPr txBox="1">
                  <a:spLocks noChangeArrowheads="1"/>
                </p:cNvSpPr>
                <p:nvPr/>
              </p:nvSpPr>
              <p:spPr bwMode="auto">
                <a:xfrm>
                  <a:off x="804"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80" name="Text Box 44"/>
                <p:cNvSpPr txBox="1">
                  <a:spLocks noChangeArrowheads="1"/>
                </p:cNvSpPr>
                <p:nvPr/>
              </p:nvSpPr>
              <p:spPr bwMode="auto">
                <a:xfrm>
                  <a:off x="902"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81" name="Text Box 45"/>
                <p:cNvSpPr txBox="1">
                  <a:spLocks noChangeArrowheads="1"/>
                </p:cNvSpPr>
                <p:nvPr/>
              </p:nvSpPr>
              <p:spPr bwMode="auto">
                <a:xfrm>
                  <a:off x="1000"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8" name="Group 46"/>
              <p:cNvGrpSpPr>
                <a:grpSpLocks/>
              </p:cNvGrpSpPr>
              <p:nvPr/>
            </p:nvGrpSpPr>
            <p:grpSpPr bwMode="auto">
              <a:xfrm>
                <a:off x="2112" y="2570"/>
                <a:ext cx="346" cy="306"/>
                <a:chOff x="806" y="2236"/>
                <a:chExt cx="346" cy="306"/>
              </a:xfrm>
            </p:grpSpPr>
            <p:sp>
              <p:nvSpPr>
                <p:cNvPr id="167983" name="Text Box 47"/>
                <p:cNvSpPr txBox="1">
                  <a:spLocks noChangeArrowheads="1"/>
                </p:cNvSpPr>
                <p:nvPr/>
              </p:nvSpPr>
              <p:spPr bwMode="auto">
                <a:xfrm>
                  <a:off x="806"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84" name="Text Box 48"/>
                <p:cNvSpPr txBox="1">
                  <a:spLocks noChangeArrowheads="1"/>
                </p:cNvSpPr>
                <p:nvPr/>
              </p:nvSpPr>
              <p:spPr bwMode="auto">
                <a:xfrm>
                  <a:off x="902"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85" name="Text Box 49"/>
                <p:cNvSpPr txBox="1">
                  <a:spLocks noChangeArrowheads="1"/>
                </p:cNvSpPr>
                <p:nvPr/>
              </p:nvSpPr>
              <p:spPr bwMode="auto">
                <a:xfrm>
                  <a:off x="998"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9" name="Group 50"/>
              <p:cNvGrpSpPr>
                <a:grpSpLocks/>
              </p:cNvGrpSpPr>
              <p:nvPr/>
            </p:nvGrpSpPr>
            <p:grpSpPr bwMode="auto">
              <a:xfrm>
                <a:off x="1821" y="2570"/>
                <a:ext cx="351" cy="306"/>
                <a:chOff x="803" y="2236"/>
                <a:chExt cx="351" cy="306"/>
              </a:xfrm>
            </p:grpSpPr>
            <p:sp>
              <p:nvSpPr>
                <p:cNvPr id="167987" name="Text Box 51"/>
                <p:cNvSpPr txBox="1">
                  <a:spLocks noChangeArrowheads="1"/>
                </p:cNvSpPr>
                <p:nvPr/>
              </p:nvSpPr>
              <p:spPr bwMode="auto">
                <a:xfrm>
                  <a:off x="803"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88" name="Text Box 52"/>
                <p:cNvSpPr txBox="1">
                  <a:spLocks noChangeArrowheads="1"/>
                </p:cNvSpPr>
                <p:nvPr/>
              </p:nvSpPr>
              <p:spPr bwMode="auto">
                <a:xfrm>
                  <a:off x="901"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89" name="Text Box 53"/>
                <p:cNvSpPr txBox="1">
                  <a:spLocks noChangeArrowheads="1"/>
                </p:cNvSpPr>
                <p:nvPr/>
              </p:nvSpPr>
              <p:spPr bwMode="auto">
                <a:xfrm>
                  <a:off x="1000"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10" name="Group 54"/>
              <p:cNvGrpSpPr>
                <a:grpSpLocks/>
              </p:cNvGrpSpPr>
              <p:nvPr/>
            </p:nvGrpSpPr>
            <p:grpSpPr bwMode="auto">
              <a:xfrm>
                <a:off x="1347" y="2809"/>
                <a:ext cx="345" cy="307"/>
                <a:chOff x="805" y="2235"/>
                <a:chExt cx="345" cy="307"/>
              </a:xfrm>
            </p:grpSpPr>
            <p:sp>
              <p:nvSpPr>
                <p:cNvPr id="167991" name="Text Box 55"/>
                <p:cNvSpPr txBox="1">
                  <a:spLocks noChangeArrowheads="1"/>
                </p:cNvSpPr>
                <p:nvPr/>
              </p:nvSpPr>
              <p:spPr bwMode="auto">
                <a:xfrm>
                  <a:off x="805" y="2235"/>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92" name="Text Box 56"/>
                <p:cNvSpPr txBox="1">
                  <a:spLocks noChangeArrowheads="1"/>
                </p:cNvSpPr>
                <p:nvPr/>
              </p:nvSpPr>
              <p:spPr bwMode="auto">
                <a:xfrm>
                  <a:off x="898"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93" name="Text Box 57"/>
                <p:cNvSpPr txBox="1">
                  <a:spLocks noChangeArrowheads="1"/>
                </p:cNvSpPr>
                <p:nvPr/>
              </p:nvSpPr>
              <p:spPr bwMode="auto">
                <a:xfrm>
                  <a:off x="996"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11" name="Group 58"/>
              <p:cNvGrpSpPr>
                <a:grpSpLocks/>
              </p:cNvGrpSpPr>
              <p:nvPr/>
            </p:nvGrpSpPr>
            <p:grpSpPr bwMode="auto">
              <a:xfrm>
                <a:off x="1632" y="2809"/>
                <a:ext cx="347" cy="307"/>
                <a:chOff x="806" y="2235"/>
                <a:chExt cx="347" cy="307"/>
              </a:xfrm>
            </p:grpSpPr>
            <p:sp>
              <p:nvSpPr>
                <p:cNvPr id="167995" name="Text Box 59"/>
                <p:cNvSpPr txBox="1">
                  <a:spLocks noChangeArrowheads="1"/>
                </p:cNvSpPr>
                <p:nvPr/>
              </p:nvSpPr>
              <p:spPr bwMode="auto">
                <a:xfrm>
                  <a:off x="806" y="2235"/>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96" name="Text Box 60"/>
                <p:cNvSpPr txBox="1">
                  <a:spLocks noChangeArrowheads="1"/>
                </p:cNvSpPr>
                <p:nvPr/>
              </p:nvSpPr>
              <p:spPr bwMode="auto">
                <a:xfrm>
                  <a:off x="902"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7997" name="Text Box 61"/>
                <p:cNvSpPr txBox="1">
                  <a:spLocks noChangeArrowheads="1"/>
                </p:cNvSpPr>
                <p:nvPr/>
              </p:nvSpPr>
              <p:spPr bwMode="auto">
                <a:xfrm>
                  <a:off x="999"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sp>
            <p:nvSpPr>
              <p:cNvPr id="167998" name="Text Box 62"/>
              <p:cNvSpPr txBox="1">
                <a:spLocks noChangeArrowheads="1"/>
              </p:cNvSpPr>
              <p:nvPr/>
            </p:nvSpPr>
            <p:spPr bwMode="auto">
              <a:xfrm>
                <a:off x="2783" y="2812"/>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nvGrpSpPr>
              <p:cNvPr id="12" name="Group 63"/>
              <p:cNvGrpSpPr>
                <a:grpSpLocks/>
              </p:cNvGrpSpPr>
              <p:nvPr/>
            </p:nvGrpSpPr>
            <p:grpSpPr bwMode="auto">
              <a:xfrm>
                <a:off x="2498" y="2831"/>
                <a:ext cx="345" cy="307"/>
                <a:chOff x="808" y="2235"/>
                <a:chExt cx="345" cy="307"/>
              </a:xfrm>
            </p:grpSpPr>
            <p:sp>
              <p:nvSpPr>
                <p:cNvPr id="168000" name="Text Box 64"/>
                <p:cNvSpPr txBox="1">
                  <a:spLocks noChangeArrowheads="1"/>
                </p:cNvSpPr>
                <p:nvPr/>
              </p:nvSpPr>
              <p:spPr bwMode="auto">
                <a:xfrm>
                  <a:off x="808" y="2235"/>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01" name="Text Box 65"/>
                <p:cNvSpPr txBox="1">
                  <a:spLocks noChangeArrowheads="1"/>
                </p:cNvSpPr>
                <p:nvPr/>
              </p:nvSpPr>
              <p:spPr bwMode="auto">
                <a:xfrm>
                  <a:off x="904"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02" name="Text Box 66"/>
                <p:cNvSpPr txBox="1">
                  <a:spLocks noChangeArrowheads="1"/>
                </p:cNvSpPr>
                <p:nvPr/>
              </p:nvSpPr>
              <p:spPr bwMode="auto">
                <a:xfrm>
                  <a:off x="999"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13" name="Group 67"/>
              <p:cNvGrpSpPr>
                <a:grpSpLocks/>
              </p:cNvGrpSpPr>
              <p:nvPr/>
            </p:nvGrpSpPr>
            <p:grpSpPr bwMode="auto">
              <a:xfrm>
                <a:off x="2208" y="2809"/>
                <a:ext cx="347" cy="307"/>
                <a:chOff x="806" y="2235"/>
                <a:chExt cx="347" cy="307"/>
              </a:xfrm>
            </p:grpSpPr>
            <p:sp>
              <p:nvSpPr>
                <p:cNvPr id="168004" name="Text Box 68"/>
                <p:cNvSpPr txBox="1">
                  <a:spLocks noChangeArrowheads="1"/>
                </p:cNvSpPr>
                <p:nvPr/>
              </p:nvSpPr>
              <p:spPr bwMode="auto">
                <a:xfrm>
                  <a:off x="806" y="2235"/>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05" name="Text Box 69"/>
                <p:cNvSpPr txBox="1">
                  <a:spLocks noChangeArrowheads="1"/>
                </p:cNvSpPr>
                <p:nvPr/>
              </p:nvSpPr>
              <p:spPr bwMode="auto">
                <a:xfrm>
                  <a:off x="902"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06" name="Text Box 70"/>
                <p:cNvSpPr txBox="1">
                  <a:spLocks noChangeArrowheads="1"/>
                </p:cNvSpPr>
                <p:nvPr/>
              </p:nvSpPr>
              <p:spPr bwMode="auto">
                <a:xfrm>
                  <a:off x="999"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14" name="Group 71"/>
              <p:cNvGrpSpPr>
                <a:grpSpLocks/>
              </p:cNvGrpSpPr>
              <p:nvPr/>
            </p:nvGrpSpPr>
            <p:grpSpPr bwMode="auto">
              <a:xfrm>
                <a:off x="1920" y="2809"/>
                <a:ext cx="346" cy="307"/>
                <a:chOff x="806" y="2235"/>
                <a:chExt cx="346" cy="307"/>
              </a:xfrm>
            </p:grpSpPr>
            <p:sp>
              <p:nvSpPr>
                <p:cNvPr id="168008" name="Text Box 72"/>
                <p:cNvSpPr txBox="1">
                  <a:spLocks noChangeArrowheads="1"/>
                </p:cNvSpPr>
                <p:nvPr/>
              </p:nvSpPr>
              <p:spPr bwMode="auto">
                <a:xfrm>
                  <a:off x="806" y="2235"/>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09" name="Text Box 73"/>
                <p:cNvSpPr txBox="1">
                  <a:spLocks noChangeArrowheads="1"/>
                </p:cNvSpPr>
                <p:nvPr/>
              </p:nvSpPr>
              <p:spPr bwMode="auto">
                <a:xfrm>
                  <a:off x="904"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10" name="Text Box 74"/>
                <p:cNvSpPr txBox="1">
                  <a:spLocks noChangeArrowheads="1"/>
                </p:cNvSpPr>
                <p:nvPr/>
              </p:nvSpPr>
              <p:spPr bwMode="auto">
                <a:xfrm>
                  <a:off x="998" y="2237"/>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sp>
            <p:nvSpPr>
              <p:cNvPr id="168011" name="Text Box 75"/>
              <p:cNvSpPr txBox="1">
                <a:spLocks noChangeArrowheads="1"/>
              </p:cNvSpPr>
              <p:nvPr/>
            </p:nvSpPr>
            <p:spPr bwMode="auto">
              <a:xfrm>
                <a:off x="1443" y="3002"/>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12" name="Text Box 76"/>
              <p:cNvSpPr txBox="1">
                <a:spLocks noChangeArrowheads="1"/>
              </p:cNvSpPr>
              <p:nvPr/>
            </p:nvSpPr>
            <p:spPr bwMode="auto">
              <a:xfrm>
                <a:off x="1538" y="3004"/>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nvGrpSpPr>
              <p:cNvPr id="15" name="Group 77"/>
              <p:cNvGrpSpPr>
                <a:grpSpLocks/>
              </p:cNvGrpSpPr>
              <p:nvPr/>
            </p:nvGrpSpPr>
            <p:grpSpPr bwMode="auto">
              <a:xfrm>
                <a:off x="1632" y="3002"/>
                <a:ext cx="347" cy="307"/>
                <a:chOff x="806" y="2236"/>
                <a:chExt cx="347" cy="307"/>
              </a:xfrm>
            </p:grpSpPr>
            <p:sp>
              <p:nvSpPr>
                <p:cNvPr id="168014" name="Text Box 78"/>
                <p:cNvSpPr txBox="1">
                  <a:spLocks noChangeArrowheads="1"/>
                </p:cNvSpPr>
                <p:nvPr/>
              </p:nvSpPr>
              <p:spPr bwMode="auto">
                <a:xfrm>
                  <a:off x="806"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15" name="Text Box 79"/>
                <p:cNvSpPr txBox="1">
                  <a:spLocks noChangeArrowheads="1"/>
                </p:cNvSpPr>
                <p:nvPr/>
              </p:nvSpPr>
              <p:spPr bwMode="auto">
                <a:xfrm>
                  <a:off x="902"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16" name="Text Box 80"/>
                <p:cNvSpPr txBox="1">
                  <a:spLocks noChangeArrowheads="1"/>
                </p:cNvSpPr>
                <p:nvPr/>
              </p:nvSpPr>
              <p:spPr bwMode="auto">
                <a:xfrm>
                  <a:off x="999"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sp>
            <p:nvSpPr>
              <p:cNvPr id="168017" name="Text Box 81"/>
              <p:cNvSpPr txBox="1">
                <a:spLocks noChangeArrowheads="1"/>
              </p:cNvSpPr>
              <p:nvPr/>
            </p:nvSpPr>
            <p:spPr bwMode="auto">
              <a:xfrm>
                <a:off x="2500" y="3002"/>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18" name="Text Box 82"/>
              <p:cNvSpPr txBox="1">
                <a:spLocks noChangeArrowheads="1"/>
              </p:cNvSpPr>
              <p:nvPr/>
            </p:nvSpPr>
            <p:spPr bwMode="auto">
              <a:xfrm>
                <a:off x="2597" y="3004"/>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nvGrpSpPr>
              <p:cNvPr id="16" name="Group 83"/>
              <p:cNvGrpSpPr>
                <a:grpSpLocks/>
              </p:cNvGrpSpPr>
              <p:nvPr/>
            </p:nvGrpSpPr>
            <p:grpSpPr bwMode="auto">
              <a:xfrm>
                <a:off x="2208" y="3002"/>
                <a:ext cx="347" cy="307"/>
                <a:chOff x="806" y="2236"/>
                <a:chExt cx="347" cy="307"/>
              </a:xfrm>
            </p:grpSpPr>
            <p:sp>
              <p:nvSpPr>
                <p:cNvPr id="168020" name="Text Box 84"/>
                <p:cNvSpPr txBox="1">
                  <a:spLocks noChangeArrowheads="1"/>
                </p:cNvSpPr>
                <p:nvPr/>
              </p:nvSpPr>
              <p:spPr bwMode="auto">
                <a:xfrm>
                  <a:off x="806"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21" name="Text Box 85"/>
                <p:cNvSpPr txBox="1">
                  <a:spLocks noChangeArrowheads="1"/>
                </p:cNvSpPr>
                <p:nvPr/>
              </p:nvSpPr>
              <p:spPr bwMode="auto">
                <a:xfrm>
                  <a:off x="902"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22" name="Text Box 86"/>
                <p:cNvSpPr txBox="1">
                  <a:spLocks noChangeArrowheads="1"/>
                </p:cNvSpPr>
                <p:nvPr/>
              </p:nvSpPr>
              <p:spPr bwMode="auto">
                <a:xfrm>
                  <a:off x="999"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17" name="Group 87"/>
              <p:cNvGrpSpPr>
                <a:grpSpLocks/>
              </p:cNvGrpSpPr>
              <p:nvPr/>
            </p:nvGrpSpPr>
            <p:grpSpPr bwMode="auto">
              <a:xfrm>
                <a:off x="1920" y="3002"/>
                <a:ext cx="346" cy="307"/>
                <a:chOff x="806" y="2236"/>
                <a:chExt cx="346" cy="307"/>
              </a:xfrm>
            </p:grpSpPr>
            <p:sp>
              <p:nvSpPr>
                <p:cNvPr id="168024" name="Text Box 88"/>
                <p:cNvSpPr txBox="1">
                  <a:spLocks noChangeArrowheads="1"/>
                </p:cNvSpPr>
                <p:nvPr/>
              </p:nvSpPr>
              <p:spPr bwMode="auto">
                <a:xfrm>
                  <a:off x="806"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25" name="Text Box 89"/>
                <p:cNvSpPr txBox="1">
                  <a:spLocks noChangeArrowheads="1"/>
                </p:cNvSpPr>
                <p:nvPr/>
              </p:nvSpPr>
              <p:spPr bwMode="auto">
                <a:xfrm>
                  <a:off x="904"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26" name="Text Box 90"/>
                <p:cNvSpPr txBox="1">
                  <a:spLocks noChangeArrowheads="1"/>
                </p:cNvSpPr>
                <p:nvPr/>
              </p:nvSpPr>
              <p:spPr bwMode="auto">
                <a:xfrm>
                  <a:off x="998"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18" name="Group 91"/>
              <p:cNvGrpSpPr>
                <a:grpSpLocks/>
              </p:cNvGrpSpPr>
              <p:nvPr/>
            </p:nvGrpSpPr>
            <p:grpSpPr bwMode="auto">
              <a:xfrm>
                <a:off x="1637" y="3194"/>
                <a:ext cx="345" cy="307"/>
                <a:chOff x="807" y="2236"/>
                <a:chExt cx="345" cy="307"/>
              </a:xfrm>
            </p:grpSpPr>
            <p:sp>
              <p:nvSpPr>
                <p:cNvPr id="168028" name="Text Box 92"/>
                <p:cNvSpPr txBox="1">
                  <a:spLocks noChangeArrowheads="1"/>
                </p:cNvSpPr>
                <p:nvPr/>
              </p:nvSpPr>
              <p:spPr bwMode="auto">
                <a:xfrm>
                  <a:off x="807"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29" name="Text Box 93"/>
                <p:cNvSpPr txBox="1">
                  <a:spLocks noChangeArrowheads="1"/>
                </p:cNvSpPr>
                <p:nvPr/>
              </p:nvSpPr>
              <p:spPr bwMode="auto">
                <a:xfrm>
                  <a:off x="904"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30" name="Text Box 94"/>
                <p:cNvSpPr txBox="1">
                  <a:spLocks noChangeArrowheads="1"/>
                </p:cNvSpPr>
                <p:nvPr/>
              </p:nvSpPr>
              <p:spPr bwMode="auto">
                <a:xfrm>
                  <a:off x="998"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19" name="Group 95"/>
              <p:cNvGrpSpPr>
                <a:grpSpLocks/>
              </p:cNvGrpSpPr>
              <p:nvPr/>
            </p:nvGrpSpPr>
            <p:grpSpPr bwMode="auto">
              <a:xfrm>
                <a:off x="2208" y="3194"/>
                <a:ext cx="347" cy="307"/>
                <a:chOff x="806" y="2236"/>
                <a:chExt cx="347" cy="307"/>
              </a:xfrm>
            </p:grpSpPr>
            <p:sp>
              <p:nvSpPr>
                <p:cNvPr id="168032" name="Text Box 96"/>
                <p:cNvSpPr txBox="1">
                  <a:spLocks noChangeArrowheads="1"/>
                </p:cNvSpPr>
                <p:nvPr/>
              </p:nvSpPr>
              <p:spPr bwMode="auto">
                <a:xfrm>
                  <a:off x="806"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33" name="Text Box 97"/>
                <p:cNvSpPr txBox="1">
                  <a:spLocks noChangeArrowheads="1"/>
                </p:cNvSpPr>
                <p:nvPr/>
              </p:nvSpPr>
              <p:spPr bwMode="auto">
                <a:xfrm>
                  <a:off x="902"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34" name="Text Box 98"/>
                <p:cNvSpPr txBox="1">
                  <a:spLocks noChangeArrowheads="1"/>
                </p:cNvSpPr>
                <p:nvPr/>
              </p:nvSpPr>
              <p:spPr bwMode="auto">
                <a:xfrm>
                  <a:off x="999"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nvGrpSpPr>
              <p:cNvPr id="20" name="Group 99"/>
              <p:cNvGrpSpPr>
                <a:grpSpLocks/>
              </p:cNvGrpSpPr>
              <p:nvPr/>
            </p:nvGrpSpPr>
            <p:grpSpPr bwMode="auto">
              <a:xfrm>
                <a:off x="1920" y="3194"/>
                <a:ext cx="346" cy="307"/>
                <a:chOff x="806" y="2236"/>
                <a:chExt cx="346" cy="307"/>
              </a:xfrm>
            </p:grpSpPr>
            <p:sp>
              <p:nvSpPr>
                <p:cNvPr id="168036" name="Text Box 100"/>
                <p:cNvSpPr txBox="1">
                  <a:spLocks noChangeArrowheads="1"/>
                </p:cNvSpPr>
                <p:nvPr/>
              </p:nvSpPr>
              <p:spPr bwMode="auto">
                <a:xfrm>
                  <a:off x="806" y="2236"/>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37" name="Text Box 101"/>
                <p:cNvSpPr txBox="1">
                  <a:spLocks noChangeArrowheads="1"/>
                </p:cNvSpPr>
                <p:nvPr/>
              </p:nvSpPr>
              <p:spPr bwMode="auto">
                <a:xfrm>
                  <a:off x="904"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38" name="Text Box 102"/>
                <p:cNvSpPr txBox="1">
                  <a:spLocks noChangeArrowheads="1"/>
                </p:cNvSpPr>
                <p:nvPr/>
              </p:nvSpPr>
              <p:spPr bwMode="auto">
                <a:xfrm>
                  <a:off x="998" y="2238"/>
                  <a:ext cx="154" cy="305"/>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pSp>
        </p:grpSp>
        <p:sp>
          <p:nvSpPr>
            <p:cNvPr id="168039" name="Line 103"/>
            <p:cNvSpPr>
              <a:spLocks noChangeShapeType="1"/>
            </p:cNvSpPr>
            <p:nvPr/>
          </p:nvSpPr>
          <p:spPr bwMode="auto">
            <a:xfrm>
              <a:off x="2544" y="1950"/>
              <a:ext cx="326" cy="0"/>
            </a:xfrm>
            <a:prstGeom prst="line">
              <a:avLst/>
            </a:prstGeom>
            <a:noFill/>
            <a:ln w="28575">
              <a:solidFill>
                <a:schemeClr val="tx2"/>
              </a:solidFill>
              <a:round/>
              <a:headEnd/>
              <a:tailEnd/>
            </a:ln>
            <a:effectLst/>
          </p:spPr>
          <p:txBody>
            <a:bodyPr wrap="none"/>
            <a:lstStyle/>
            <a:p>
              <a:endParaRPr lang="zh-CN" altLang="en-US" sz="2800"/>
            </a:p>
          </p:txBody>
        </p:sp>
        <p:sp>
          <p:nvSpPr>
            <p:cNvPr id="168040" name="Line 104"/>
            <p:cNvSpPr>
              <a:spLocks noChangeShapeType="1"/>
            </p:cNvSpPr>
            <p:nvPr/>
          </p:nvSpPr>
          <p:spPr bwMode="auto">
            <a:xfrm>
              <a:off x="1892" y="1950"/>
              <a:ext cx="326" cy="0"/>
            </a:xfrm>
            <a:prstGeom prst="line">
              <a:avLst/>
            </a:prstGeom>
            <a:noFill/>
            <a:ln w="28575">
              <a:solidFill>
                <a:schemeClr val="tx2"/>
              </a:solidFill>
              <a:round/>
              <a:headEnd/>
              <a:tailEnd/>
            </a:ln>
            <a:effectLst/>
          </p:spPr>
          <p:txBody>
            <a:bodyPr wrap="none"/>
            <a:lstStyle/>
            <a:p>
              <a:endParaRPr lang="zh-CN" altLang="en-US" sz="2800"/>
            </a:p>
          </p:txBody>
        </p:sp>
        <p:sp>
          <p:nvSpPr>
            <p:cNvPr id="168041" name="Text Box 105"/>
            <p:cNvSpPr txBox="1">
              <a:spLocks noChangeArrowheads="1"/>
            </p:cNvSpPr>
            <p:nvPr/>
          </p:nvSpPr>
          <p:spPr bwMode="auto">
            <a:xfrm>
              <a:off x="2177" y="1431"/>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2" name="Text Box 106"/>
            <p:cNvSpPr txBox="1">
              <a:spLocks noChangeArrowheads="1"/>
            </p:cNvSpPr>
            <p:nvPr/>
          </p:nvSpPr>
          <p:spPr bwMode="auto">
            <a:xfrm>
              <a:off x="2286" y="1431"/>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3" name="Text Box 107"/>
            <p:cNvSpPr txBox="1">
              <a:spLocks noChangeArrowheads="1"/>
            </p:cNvSpPr>
            <p:nvPr/>
          </p:nvSpPr>
          <p:spPr bwMode="auto">
            <a:xfrm>
              <a:off x="2394" y="1431"/>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4" name="Text Box 108"/>
            <p:cNvSpPr txBox="1">
              <a:spLocks noChangeArrowheads="1"/>
            </p:cNvSpPr>
            <p:nvPr/>
          </p:nvSpPr>
          <p:spPr bwMode="auto">
            <a:xfrm>
              <a:off x="2164" y="1607"/>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5" name="Text Box 109"/>
            <p:cNvSpPr txBox="1">
              <a:spLocks noChangeArrowheads="1"/>
            </p:cNvSpPr>
            <p:nvPr/>
          </p:nvSpPr>
          <p:spPr bwMode="auto">
            <a:xfrm>
              <a:off x="2273" y="1607"/>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6" name="Text Box 110"/>
            <p:cNvSpPr txBox="1">
              <a:spLocks noChangeArrowheads="1"/>
            </p:cNvSpPr>
            <p:nvPr/>
          </p:nvSpPr>
          <p:spPr bwMode="auto">
            <a:xfrm>
              <a:off x="2381" y="1607"/>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7" name="Text Box 111"/>
            <p:cNvSpPr txBox="1">
              <a:spLocks noChangeArrowheads="1"/>
            </p:cNvSpPr>
            <p:nvPr/>
          </p:nvSpPr>
          <p:spPr bwMode="auto">
            <a:xfrm>
              <a:off x="2164" y="1794"/>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8" name="Text Box 112"/>
            <p:cNvSpPr txBox="1">
              <a:spLocks noChangeArrowheads="1"/>
            </p:cNvSpPr>
            <p:nvPr/>
          </p:nvSpPr>
          <p:spPr bwMode="auto">
            <a:xfrm>
              <a:off x="2273" y="1794"/>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49" name="Text Box 113"/>
            <p:cNvSpPr txBox="1">
              <a:spLocks noChangeArrowheads="1"/>
            </p:cNvSpPr>
            <p:nvPr/>
          </p:nvSpPr>
          <p:spPr bwMode="auto">
            <a:xfrm>
              <a:off x="2381" y="1794"/>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50" name="Text Box 114"/>
            <p:cNvSpPr txBox="1">
              <a:spLocks noChangeArrowheads="1"/>
            </p:cNvSpPr>
            <p:nvPr/>
          </p:nvSpPr>
          <p:spPr bwMode="auto">
            <a:xfrm>
              <a:off x="2164" y="1970"/>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51" name="Text Box 115"/>
            <p:cNvSpPr txBox="1">
              <a:spLocks noChangeArrowheads="1"/>
            </p:cNvSpPr>
            <p:nvPr/>
          </p:nvSpPr>
          <p:spPr bwMode="auto">
            <a:xfrm>
              <a:off x="2273" y="1970"/>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52" name="Text Box 116"/>
            <p:cNvSpPr txBox="1">
              <a:spLocks noChangeArrowheads="1"/>
            </p:cNvSpPr>
            <p:nvPr/>
          </p:nvSpPr>
          <p:spPr bwMode="auto">
            <a:xfrm>
              <a:off x="2381" y="1970"/>
              <a:ext cx="174" cy="330"/>
            </a:xfrm>
            <a:prstGeom prst="rect">
              <a:avLst/>
            </a:prstGeom>
            <a:noFill/>
            <a:ln w="9525">
              <a:noFill/>
              <a:miter lim="800000"/>
              <a:headEnd/>
              <a:tailEnd/>
            </a:ln>
            <a:effectLst/>
          </p:spPr>
          <p:txBody>
            <a:bodyPr wrap="none">
              <a:spAutoFit/>
            </a:bodyPr>
            <a:lstStyle/>
            <a:p>
              <a:r>
                <a:rPr lang="zh-CN" altLang="en-US" sz="2800">
                  <a:solidFill>
                    <a:srgbClr val="9900CC"/>
                  </a:solidFill>
                </a:rPr>
                <a:t>.</a:t>
              </a:r>
            </a:p>
          </p:txBody>
        </p:sp>
        <p:sp>
          <p:nvSpPr>
            <p:cNvPr id="168053" name="Line 117"/>
            <p:cNvSpPr>
              <a:spLocks noChangeShapeType="1"/>
            </p:cNvSpPr>
            <p:nvPr/>
          </p:nvSpPr>
          <p:spPr bwMode="auto">
            <a:xfrm>
              <a:off x="643" y="2365"/>
              <a:ext cx="1683" cy="0"/>
            </a:xfrm>
            <a:prstGeom prst="line">
              <a:avLst/>
            </a:prstGeom>
            <a:noFill/>
            <a:ln w="28575">
              <a:solidFill>
                <a:srgbClr val="008000"/>
              </a:solidFill>
              <a:round/>
              <a:headEnd/>
              <a:tailEnd/>
            </a:ln>
            <a:effectLst/>
          </p:spPr>
          <p:txBody>
            <a:bodyPr wrap="none"/>
            <a:lstStyle/>
            <a:p>
              <a:endParaRPr lang="zh-CN" altLang="en-US" sz="2800"/>
            </a:p>
          </p:txBody>
        </p:sp>
        <p:sp>
          <p:nvSpPr>
            <p:cNvPr id="168054" name="Line 118"/>
            <p:cNvSpPr>
              <a:spLocks noChangeShapeType="1"/>
            </p:cNvSpPr>
            <p:nvPr/>
          </p:nvSpPr>
          <p:spPr bwMode="auto">
            <a:xfrm flipH="1">
              <a:off x="2435" y="2365"/>
              <a:ext cx="163" cy="0"/>
            </a:xfrm>
            <a:prstGeom prst="line">
              <a:avLst/>
            </a:prstGeom>
            <a:noFill/>
            <a:ln w="28575">
              <a:solidFill>
                <a:srgbClr val="008000"/>
              </a:solidFill>
              <a:round/>
              <a:headEnd/>
              <a:tailEnd/>
            </a:ln>
            <a:effectLst/>
          </p:spPr>
          <p:txBody>
            <a:bodyPr wrap="none"/>
            <a:lstStyle/>
            <a:p>
              <a:endParaRPr lang="zh-CN" altLang="en-US" sz="2800"/>
            </a:p>
          </p:txBody>
        </p:sp>
        <p:graphicFrame>
          <p:nvGraphicFramePr>
            <p:cNvPr id="168055" name="Object 119"/>
            <p:cNvGraphicFramePr>
              <a:graphicFrameLocks noChangeAspect="1"/>
            </p:cNvGraphicFramePr>
            <p:nvPr/>
          </p:nvGraphicFramePr>
          <p:xfrm>
            <a:off x="1892" y="1587"/>
            <a:ext cx="285" cy="354"/>
          </p:xfrm>
          <a:graphic>
            <a:graphicData uri="http://schemas.openxmlformats.org/presentationml/2006/ole">
              <p:oleObj spid="_x0000_s1079300" name="Equation" r:id="rId5" imgW="164880" imgH="215640" progId="Equation.3">
                <p:embed/>
              </p:oleObj>
            </a:graphicData>
          </a:graphic>
        </p:graphicFrame>
        <p:graphicFrame>
          <p:nvGraphicFramePr>
            <p:cNvPr id="168056" name="Object 120"/>
            <p:cNvGraphicFramePr>
              <a:graphicFrameLocks noChangeAspect="1"/>
            </p:cNvGraphicFramePr>
            <p:nvPr/>
          </p:nvGraphicFramePr>
          <p:xfrm>
            <a:off x="2614" y="1595"/>
            <a:ext cx="272" cy="355"/>
          </p:xfrm>
          <a:graphic>
            <a:graphicData uri="http://schemas.openxmlformats.org/presentationml/2006/ole">
              <p:oleObj spid="_x0000_s1079301" name="Equation" r:id="rId6" imgW="177480" imgH="215640" progId="Equation.3">
                <p:embed/>
              </p:oleObj>
            </a:graphicData>
          </a:graphic>
        </p:graphicFrame>
        <p:sp>
          <p:nvSpPr>
            <p:cNvPr id="168057" name="Text Box 121"/>
            <p:cNvSpPr txBox="1">
              <a:spLocks noChangeArrowheads="1"/>
            </p:cNvSpPr>
            <p:nvPr/>
          </p:nvSpPr>
          <p:spPr bwMode="auto">
            <a:xfrm>
              <a:off x="2707" y="1846"/>
              <a:ext cx="229" cy="330"/>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sp>
          <p:nvSpPr>
            <p:cNvPr id="168058" name="Text Box 122"/>
            <p:cNvSpPr txBox="1">
              <a:spLocks noChangeArrowheads="1"/>
            </p:cNvSpPr>
            <p:nvPr/>
          </p:nvSpPr>
          <p:spPr bwMode="auto">
            <a:xfrm>
              <a:off x="1838" y="1794"/>
              <a:ext cx="186" cy="330"/>
            </a:xfrm>
            <a:prstGeom prst="rect">
              <a:avLst/>
            </a:prstGeom>
            <a:noFill/>
            <a:ln w="9525">
              <a:noFill/>
              <a:miter lim="800000"/>
              <a:headEnd/>
              <a:tailEnd/>
            </a:ln>
            <a:effectLst/>
          </p:spPr>
          <p:txBody>
            <a:bodyPr wrap="none">
              <a:spAutoFit/>
            </a:bodyPr>
            <a:lstStyle/>
            <a:p>
              <a:r>
                <a:rPr lang="zh-CN" altLang="en-US" sz="2800">
                  <a:solidFill>
                    <a:srgbClr val="CC0000"/>
                  </a:solidFill>
                </a:rPr>
                <a:t>-</a:t>
              </a:r>
            </a:p>
          </p:txBody>
        </p:sp>
        <p:graphicFrame>
          <p:nvGraphicFramePr>
            <p:cNvPr id="168059" name="Object 123"/>
            <p:cNvGraphicFramePr>
              <a:graphicFrameLocks noChangeAspect="1"/>
            </p:cNvGraphicFramePr>
            <p:nvPr/>
          </p:nvGraphicFramePr>
          <p:xfrm>
            <a:off x="2578" y="1224"/>
            <a:ext cx="347" cy="466"/>
          </p:xfrm>
          <a:graphic>
            <a:graphicData uri="http://schemas.openxmlformats.org/presentationml/2006/ole">
              <p:oleObj spid="_x0000_s1079302" name="Equation" r:id="rId7" imgW="152280" imgH="215640" progId="Equation.3">
                <p:embed/>
              </p:oleObj>
            </a:graphicData>
          </a:graphic>
        </p:graphicFrame>
        <p:graphicFrame>
          <p:nvGraphicFramePr>
            <p:cNvPr id="168060" name="Object 124"/>
            <p:cNvGraphicFramePr>
              <a:graphicFrameLocks noChangeAspect="1"/>
            </p:cNvGraphicFramePr>
            <p:nvPr/>
          </p:nvGraphicFramePr>
          <p:xfrm>
            <a:off x="2598" y="2054"/>
            <a:ext cx="299" cy="427"/>
          </p:xfrm>
          <a:graphic>
            <a:graphicData uri="http://schemas.openxmlformats.org/presentationml/2006/ole">
              <p:oleObj spid="_x0000_s1079303" name="Equation" r:id="rId8" imgW="152280" imgH="228600" progId="Equation.3">
                <p:embed/>
              </p:oleObj>
            </a:graphicData>
          </a:graphic>
        </p:graphicFrame>
        <p:graphicFrame>
          <p:nvGraphicFramePr>
            <p:cNvPr id="168061" name="Object 125"/>
            <p:cNvGraphicFramePr>
              <a:graphicFrameLocks noChangeAspect="1"/>
            </p:cNvGraphicFramePr>
            <p:nvPr/>
          </p:nvGraphicFramePr>
          <p:xfrm>
            <a:off x="2569" y="912"/>
            <a:ext cx="317" cy="467"/>
          </p:xfrm>
          <a:graphic>
            <a:graphicData uri="http://schemas.openxmlformats.org/presentationml/2006/ole">
              <p:oleObj spid="_x0000_s1079304" name="Equation" r:id="rId9" imgW="139680" imgH="215640" progId="Equation.3">
                <p:embed/>
              </p:oleObj>
            </a:graphicData>
          </a:graphic>
        </p:graphicFrame>
        <p:sp>
          <p:nvSpPr>
            <p:cNvPr id="168062" name="Line 126"/>
            <p:cNvSpPr>
              <a:spLocks noChangeShapeType="1"/>
            </p:cNvSpPr>
            <p:nvPr/>
          </p:nvSpPr>
          <p:spPr bwMode="auto">
            <a:xfrm flipV="1">
              <a:off x="2381" y="1275"/>
              <a:ext cx="0" cy="1090"/>
            </a:xfrm>
            <a:prstGeom prst="line">
              <a:avLst/>
            </a:prstGeom>
            <a:noFill/>
            <a:ln w="28575">
              <a:solidFill>
                <a:srgbClr val="0000FF"/>
              </a:solidFill>
              <a:prstDash val="dash"/>
              <a:round/>
              <a:headEnd/>
              <a:tailEnd/>
            </a:ln>
            <a:effectLst/>
          </p:spPr>
          <p:txBody>
            <a:bodyPr wrap="none"/>
            <a:lstStyle/>
            <a:p>
              <a:endParaRPr lang="zh-CN" altLang="en-US" sz="2800"/>
            </a:p>
          </p:txBody>
        </p:sp>
        <p:sp>
          <p:nvSpPr>
            <p:cNvPr id="168063" name="Line 127"/>
            <p:cNvSpPr>
              <a:spLocks noChangeShapeType="1"/>
            </p:cNvSpPr>
            <p:nvPr/>
          </p:nvSpPr>
          <p:spPr bwMode="auto">
            <a:xfrm>
              <a:off x="2218" y="1587"/>
              <a:ext cx="108" cy="0"/>
            </a:xfrm>
            <a:prstGeom prst="line">
              <a:avLst/>
            </a:prstGeom>
            <a:noFill/>
            <a:ln w="28575">
              <a:solidFill>
                <a:srgbClr val="008000"/>
              </a:solidFill>
              <a:round/>
              <a:headEnd/>
              <a:tailEnd/>
            </a:ln>
            <a:effectLst/>
          </p:spPr>
          <p:txBody>
            <a:bodyPr wrap="none"/>
            <a:lstStyle/>
            <a:p>
              <a:endParaRPr lang="zh-CN" altLang="en-US" sz="2800"/>
            </a:p>
          </p:txBody>
        </p:sp>
        <p:sp>
          <p:nvSpPr>
            <p:cNvPr id="168064" name="Line 128"/>
            <p:cNvSpPr>
              <a:spLocks noChangeShapeType="1"/>
            </p:cNvSpPr>
            <p:nvPr/>
          </p:nvSpPr>
          <p:spPr bwMode="auto">
            <a:xfrm>
              <a:off x="2435" y="1587"/>
              <a:ext cx="109" cy="0"/>
            </a:xfrm>
            <a:prstGeom prst="line">
              <a:avLst/>
            </a:prstGeom>
            <a:noFill/>
            <a:ln w="28575">
              <a:solidFill>
                <a:srgbClr val="008000"/>
              </a:solidFill>
              <a:round/>
              <a:headEnd/>
              <a:tailEnd/>
            </a:ln>
            <a:effectLst/>
          </p:spPr>
          <p:txBody>
            <a:bodyPr wrap="none"/>
            <a:lstStyle/>
            <a:p>
              <a:endParaRPr lang="zh-CN" altLang="en-US" sz="2800"/>
            </a:p>
          </p:txBody>
        </p:sp>
        <p:sp>
          <p:nvSpPr>
            <p:cNvPr id="168065" name="Line 129"/>
            <p:cNvSpPr>
              <a:spLocks noChangeShapeType="1"/>
            </p:cNvSpPr>
            <p:nvPr/>
          </p:nvSpPr>
          <p:spPr bwMode="auto">
            <a:xfrm>
              <a:off x="2218" y="1379"/>
              <a:ext cx="108" cy="0"/>
            </a:xfrm>
            <a:prstGeom prst="line">
              <a:avLst/>
            </a:prstGeom>
            <a:noFill/>
            <a:ln w="28575">
              <a:solidFill>
                <a:srgbClr val="008000"/>
              </a:solidFill>
              <a:round/>
              <a:headEnd/>
              <a:tailEnd/>
            </a:ln>
            <a:effectLst/>
          </p:spPr>
          <p:txBody>
            <a:bodyPr wrap="none"/>
            <a:lstStyle/>
            <a:p>
              <a:endParaRPr lang="zh-CN" altLang="en-US" sz="2800"/>
            </a:p>
          </p:txBody>
        </p:sp>
        <p:sp>
          <p:nvSpPr>
            <p:cNvPr id="168066" name="Line 130"/>
            <p:cNvSpPr>
              <a:spLocks noChangeShapeType="1"/>
            </p:cNvSpPr>
            <p:nvPr/>
          </p:nvSpPr>
          <p:spPr bwMode="auto">
            <a:xfrm>
              <a:off x="2435" y="1379"/>
              <a:ext cx="109" cy="0"/>
            </a:xfrm>
            <a:prstGeom prst="line">
              <a:avLst/>
            </a:prstGeom>
            <a:noFill/>
            <a:ln w="28575">
              <a:solidFill>
                <a:srgbClr val="008000"/>
              </a:solidFill>
              <a:round/>
              <a:headEnd/>
              <a:tailEnd/>
            </a:ln>
            <a:effectLst/>
          </p:spPr>
          <p:txBody>
            <a:bodyPr wrap="none"/>
            <a:lstStyle/>
            <a:p>
              <a:endParaRPr lang="zh-CN" altLang="en-US" sz="2800"/>
            </a:p>
          </p:txBody>
        </p:sp>
        <p:sp>
          <p:nvSpPr>
            <p:cNvPr id="168067" name="Rectangle 131"/>
            <p:cNvSpPr>
              <a:spLocks noChangeArrowheads="1"/>
            </p:cNvSpPr>
            <p:nvPr/>
          </p:nvSpPr>
          <p:spPr bwMode="auto">
            <a:xfrm>
              <a:off x="2164" y="1613"/>
              <a:ext cx="434" cy="726"/>
            </a:xfrm>
            <a:prstGeom prst="rect">
              <a:avLst/>
            </a:prstGeom>
            <a:noFill/>
            <a:ln w="12700">
              <a:solidFill>
                <a:schemeClr val="tx1"/>
              </a:solidFill>
              <a:prstDash val="dash"/>
              <a:miter lim="800000"/>
              <a:headEnd/>
              <a:tailEnd/>
            </a:ln>
            <a:effectLst/>
          </p:spPr>
          <p:txBody>
            <a:bodyPr wrap="none" anchor="ctr"/>
            <a:lstStyle/>
            <a:p>
              <a:endParaRPr lang="zh-CN" altLang="en-US" sz="2800"/>
            </a:p>
          </p:txBody>
        </p:sp>
        <p:sp>
          <p:nvSpPr>
            <p:cNvPr id="168068" name="Text Box 132"/>
            <p:cNvSpPr txBox="1">
              <a:spLocks noChangeArrowheads="1"/>
            </p:cNvSpPr>
            <p:nvPr/>
          </p:nvSpPr>
          <p:spPr bwMode="auto">
            <a:xfrm>
              <a:off x="579" y="1209"/>
              <a:ext cx="1629" cy="327"/>
            </a:xfrm>
            <a:prstGeom prst="rect">
              <a:avLst/>
            </a:prstGeom>
            <a:noFill/>
            <a:ln w="9525">
              <a:noFill/>
              <a:miter lim="800000"/>
              <a:headEnd/>
              <a:tailEnd/>
            </a:ln>
            <a:effectLst/>
          </p:spPr>
          <p:txBody>
            <a:bodyPr>
              <a:spAutoFit/>
            </a:bodyPr>
            <a:lstStyle/>
            <a:p>
              <a:r>
                <a:rPr lang="zh-CN" altLang="en-US" sz="2800">
                  <a:solidFill>
                    <a:srgbClr val="1C1C1C"/>
                  </a:solidFill>
                </a:rPr>
                <a:t>速度选择器</a:t>
              </a:r>
            </a:p>
          </p:txBody>
        </p:sp>
        <p:sp>
          <p:nvSpPr>
            <p:cNvPr id="168069" name="AutoShape 133"/>
            <p:cNvSpPr>
              <a:spLocks noChangeArrowheads="1"/>
            </p:cNvSpPr>
            <p:nvPr/>
          </p:nvSpPr>
          <p:spPr bwMode="auto">
            <a:xfrm>
              <a:off x="582" y="1224"/>
              <a:ext cx="1229" cy="311"/>
            </a:xfrm>
            <a:prstGeom prst="wedgeRectCallout">
              <a:avLst>
                <a:gd name="adj1" fmla="val 77583"/>
                <a:gd name="adj2" fmla="val 101125"/>
              </a:avLst>
            </a:prstGeom>
            <a:noFill/>
            <a:ln w="19050">
              <a:solidFill>
                <a:srgbClr val="9900CC"/>
              </a:solidFill>
              <a:miter lim="800000"/>
              <a:headEnd/>
              <a:tailEnd/>
            </a:ln>
            <a:effectLst/>
          </p:spPr>
          <p:txBody>
            <a:bodyPr/>
            <a:lstStyle/>
            <a:p>
              <a:pPr algn="ctr"/>
              <a:endParaRPr lang="zh-CN" altLang="en-US" sz="2800">
                <a:solidFill>
                  <a:srgbClr val="9900CC"/>
                </a:solidFill>
              </a:endParaRPr>
            </a:p>
          </p:txBody>
        </p:sp>
        <p:sp>
          <p:nvSpPr>
            <p:cNvPr id="168070" name="Text Box 134"/>
            <p:cNvSpPr txBox="1">
              <a:spLocks noChangeArrowheads="1"/>
            </p:cNvSpPr>
            <p:nvPr/>
          </p:nvSpPr>
          <p:spPr bwMode="auto">
            <a:xfrm>
              <a:off x="671" y="1876"/>
              <a:ext cx="1537" cy="327"/>
            </a:xfrm>
            <a:prstGeom prst="rect">
              <a:avLst/>
            </a:prstGeom>
            <a:noFill/>
            <a:ln w="9525">
              <a:noFill/>
              <a:miter lim="800000"/>
              <a:headEnd/>
              <a:tailEnd/>
            </a:ln>
            <a:effectLst/>
          </p:spPr>
          <p:txBody>
            <a:bodyPr>
              <a:spAutoFit/>
            </a:bodyPr>
            <a:lstStyle/>
            <a:p>
              <a:r>
                <a:rPr lang="zh-CN" altLang="en-US" sz="2800">
                  <a:solidFill>
                    <a:srgbClr val="1C1C1C"/>
                  </a:solidFill>
                </a:rPr>
                <a:t>照相底片</a:t>
              </a:r>
            </a:p>
          </p:txBody>
        </p:sp>
        <p:sp>
          <p:nvSpPr>
            <p:cNvPr id="168071" name="AutoShape 135"/>
            <p:cNvSpPr>
              <a:spLocks noChangeArrowheads="1"/>
            </p:cNvSpPr>
            <p:nvPr/>
          </p:nvSpPr>
          <p:spPr bwMode="auto">
            <a:xfrm>
              <a:off x="633" y="1898"/>
              <a:ext cx="1076" cy="311"/>
            </a:xfrm>
            <a:prstGeom prst="wedgeRectCallout">
              <a:avLst>
                <a:gd name="adj1" fmla="val 40611"/>
                <a:gd name="adj2" fmla="val 78940"/>
              </a:avLst>
            </a:prstGeom>
            <a:noFill/>
            <a:ln w="19050">
              <a:solidFill>
                <a:srgbClr val="9900CC"/>
              </a:solidFill>
              <a:miter lim="800000"/>
              <a:headEnd/>
              <a:tailEnd/>
            </a:ln>
            <a:effectLst/>
          </p:spPr>
          <p:txBody>
            <a:bodyPr/>
            <a:lstStyle/>
            <a:p>
              <a:pPr algn="ctr"/>
              <a:endParaRPr lang="zh-CN" altLang="en-US" sz="2800">
                <a:solidFill>
                  <a:srgbClr val="9900CC"/>
                </a:solidFill>
              </a:endParaRPr>
            </a:p>
          </p:txBody>
        </p:sp>
        <p:sp>
          <p:nvSpPr>
            <p:cNvPr id="168072" name="Line 136"/>
            <p:cNvSpPr>
              <a:spLocks noChangeShapeType="1"/>
            </p:cNvSpPr>
            <p:nvPr/>
          </p:nvSpPr>
          <p:spPr bwMode="auto">
            <a:xfrm flipV="1">
              <a:off x="2218" y="1639"/>
              <a:ext cx="0" cy="674"/>
            </a:xfrm>
            <a:prstGeom prst="line">
              <a:avLst/>
            </a:prstGeom>
            <a:noFill/>
            <a:ln w="57150">
              <a:solidFill>
                <a:srgbClr val="FF9900"/>
              </a:solidFill>
              <a:round/>
              <a:headEnd/>
              <a:tailEnd/>
            </a:ln>
            <a:effectLst/>
          </p:spPr>
          <p:txBody>
            <a:bodyPr wrap="none"/>
            <a:lstStyle/>
            <a:p>
              <a:endParaRPr lang="zh-CN" altLang="en-US" sz="2800"/>
            </a:p>
          </p:txBody>
        </p:sp>
        <p:sp>
          <p:nvSpPr>
            <p:cNvPr id="168073" name="Line 137"/>
            <p:cNvSpPr>
              <a:spLocks noChangeShapeType="1"/>
            </p:cNvSpPr>
            <p:nvPr/>
          </p:nvSpPr>
          <p:spPr bwMode="auto">
            <a:xfrm flipV="1">
              <a:off x="2544" y="1639"/>
              <a:ext cx="0" cy="674"/>
            </a:xfrm>
            <a:prstGeom prst="line">
              <a:avLst/>
            </a:prstGeom>
            <a:noFill/>
            <a:ln w="57150">
              <a:solidFill>
                <a:srgbClr val="FF9900"/>
              </a:solidFill>
              <a:round/>
              <a:headEnd/>
              <a:tailEnd/>
            </a:ln>
            <a:effectLst/>
          </p:spPr>
          <p:txBody>
            <a:bodyPr wrap="none"/>
            <a:lstStyle/>
            <a:p>
              <a:endParaRPr lang="zh-CN" altLang="en-US" sz="2800"/>
            </a:p>
          </p:txBody>
        </p:sp>
        <p:sp>
          <p:nvSpPr>
            <p:cNvPr id="168074" name="Text Box 138"/>
            <p:cNvSpPr txBox="1">
              <a:spLocks noChangeArrowheads="1"/>
            </p:cNvSpPr>
            <p:nvPr/>
          </p:nvSpPr>
          <p:spPr bwMode="auto">
            <a:xfrm>
              <a:off x="288" y="3504"/>
              <a:ext cx="2784" cy="333"/>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pPr algn="ctr"/>
              <a:r>
                <a:rPr lang="zh-CN" altLang="en-US" sz="2800">
                  <a:solidFill>
                    <a:srgbClr val="333333"/>
                  </a:solidFill>
                </a:rPr>
                <a:t>质谱仪的示意图</a:t>
              </a:r>
            </a:p>
          </p:txBody>
        </p:sp>
      </p:grpSp>
      <p:sp>
        <p:nvSpPr>
          <p:cNvPr id="168075" name="Text Box 139"/>
          <p:cNvSpPr txBox="1">
            <a:spLocks noChangeArrowheads="1"/>
          </p:cNvSpPr>
          <p:nvPr/>
        </p:nvSpPr>
        <p:spPr bwMode="auto">
          <a:xfrm>
            <a:off x="304800" y="381000"/>
            <a:ext cx="8077200" cy="519113"/>
          </a:xfrm>
          <a:prstGeom prst="rect">
            <a:avLst/>
          </a:prstGeom>
          <a:noFill/>
          <a:ln w="9525">
            <a:noFill/>
            <a:miter lim="800000"/>
            <a:headEnd/>
            <a:tailEnd/>
          </a:ln>
          <a:effectLst/>
        </p:spPr>
        <p:txBody>
          <a:bodyPr>
            <a:spAutoFit/>
          </a:bodyPr>
          <a:lstStyle/>
          <a:p>
            <a:pPr>
              <a:spcBef>
                <a:spcPct val="50000"/>
              </a:spcBef>
            </a:pPr>
            <a:r>
              <a:rPr kumimoji="1" lang="zh-CN" altLang="en-US" sz="2800" b="1" dirty="0">
                <a:solidFill>
                  <a:srgbClr val="C00000"/>
                </a:solidFill>
              </a:rPr>
              <a:t>三    带电粒子受电磁场作用的现代技术运用举例</a:t>
            </a:r>
          </a:p>
        </p:txBody>
      </p:sp>
      <p:sp>
        <p:nvSpPr>
          <p:cNvPr id="140" name="Rectangle 2"/>
          <p:cNvSpPr>
            <a:spLocks noChangeArrowheads="1"/>
          </p:cNvSpPr>
          <p:nvPr/>
        </p:nvSpPr>
        <p:spPr bwMode="auto">
          <a:xfrm>
            <a:off x="2286000" y="838200"/>
            <a:ext cx="6858000" cy="1615827"/>
          </a:xfrm>
          <a:prstGeom prst="rect">
            <a:avLst/>
          </a:prstGeom>
          <a:noFill/>
          <a:ln w="9525">
            <a:noFill/>
            <a:miter lim="800000"/>
            <a:headEnd/>
            <a:tailEnd/>
          </a:ln>
        </p:spPr>
        <p:txBody>
          <a:bodyPr wrap="square">
            <a:spAutoFit/>
          </a:bodyPr>
          <a:lstStyle/>
          <a:p>
            <a:pPr>
              <a:spcBef>
                <a:spcPct val="50000"/>
              </a:spcBef>
            </a:pPr>
            <a:r>
              <a:rPr kumimoji="1" lang="en-US" altLang="zh-CN" dirty="0" smtClean="0">
                <a:solidFill>
                  <a:srgbClr val="00B050"/>
                </a:solidFill>
              </a:rPr>
              <a:t>1.   </a:t>
            </a:r>
            <a:r>
              <a:rPr kumimoji="1" lang="zh-CN" altLang="en-US" dirty="0" smtClean="0">
                <a:solidFill>
                  <a:srgbClr val="00B050"/>
                </a:solidFill>
              </a:rPr>
              <a:t>用于发现同位素；</a:t>
            </a:r>
            <a:endParaRPr kumimoji="1" lang="en-US" altLang="zh-CN" dirty="0" smtClean="0">
              <a:solidFill>
                <a:srgbClr val="00B050"/>
              </a:solidFill>
            </a:endParaRPr>
          </a:p>
          <a:p>
            <a:pPr marL="342900" indent="-342900">
              <a:spcBef>
                <a:spcPct val="50000"/>
              </a:spcBef>
              <a:buAutoNum type="arabicPeriod" startAt="2"/>
            </a:pPr>
            <a:r>
              <a:rPr kumimoji="1" lang="en-US" altLang="zh-CN" dirty="0" smtClean="0">
                <a:solidFill>
                  <a:srgbClr val="00B050"/>
                </a:solidFill>
              </a:rPr>
              <a:t>S1</a:t>
            </a:r>
            <a:r>
              <a:rPr kumimoji="1" lang="zh-CN" altLang="en-US" dirty="0" smtClean="0">
                <a:solidFill>
                  <a:srgbClr val="00B050"/>
                </a:solidFill>
              </a:rPr>
              <a:t>，</a:t>
            </a:r>
            <a:r>
              <a:rPr kumimoji="1" lang="en-US" altLang="zh-CN" dirty="0" smtClean="0">
                <a:solidFill>
                  <a:srgbClr val="00B050"/>
                </a:solidFill>
              </a:rPr>
              <a:t>S2</a:t>
            </a:r>
            <a:r>
              <a:rPr kumimoji="1" lang="zh-CN" altLang="en-US" dirty="0" smtClean="0">
                <a:solidFill>
                  <a:srgbClr val="00B050"/>
                </a:solidFill>
              </a:rPr>
              <a:t>是准直器，</a:t>
            </a:r>
            <a:r>
              <a:rPr kumimoji="1" lang="en-US" altLang="zh-CN" dirty="0" smtClean="0">
                <a:solidFill>
                  <a:srgbClr val="00B050"/>
                </a:solidFill>
              </a:rPr>
              <a:t>P1</a:t>
            </a:r>
            <a:r>
              <a:rPr kumimoji="1" lang="zh-CN" altLang="en-US" dirty="0" smtClean="0">
                <a:solidFill>
                  <a:srgbClr val="00B050"/>
                </a:solidFill>
              </a:rPr>
              <a:t>，</a:t>
            </a:r>
            <a:r>
              <a:rPr kumimoji="1" lang="en-US" altLang="zh-CN" dirty="0" smtClean="0">
                <a:solidFill>
                  <a:srgbClr val="00B050"/>
                </a:solidFill>
              </a:rPr>
              <a:t>P2</a:t>
            </a:r>
            <a:r>
              <a:rPr kumimoji="1" lang="zh-CN" altLang="en-US" dirty="0" smtClean="0">
                <a:solidFill>
                  <a:srgbClr val="00B050"/>
                </a:solidFill>
              </a:rPr>
              <a:t>是速度选择器；</a:t>
            </a:r>
            <a:endParaRPr kumimoji="1" lang="en-US" altLang="zh-CN" dirty="0" smtClean="0">
              <a:solidFill>
                <a:srgbClr val="00B050"/>
              </a:solidFill>
            </a:endParaRPr>
          </a:p>
          <a:p>
            <a:pPr marL="342900" indent="-342900">
              <a:spcBef>
                <a:spcPct val="50000"/>
              </a:spcBef>
              <a:buAutoNum type="arabicPeriod" startAt="2"/>
            </a:pPr>
            <a:r>
              <a:rPr kumimoji="1" lang="zh-CN" altLang="en-US" dirty="0" smtClean="0">
                <a:solidFill>
                  <a:srgbClr val="00B050"/>
                </a:solidFill>
              </a:rPr>
              <a:t>进入磁场的粒子电量相同，速度相同，</a:t>
            </a:r>
            <a:r>
              <a:rPr kumimoji="1" lang="en-US" altLang="zh-CN" dirty="0" smtClean="0">
                <a:solidFill>
                  <a:srgbClr val="00B050"/>
                </a:solidFill>
              </a:rPr>
              <a:t>R</a:t>
            </a:r>
            <a:r>
              <a:rPr kumimoji="1" lang="zh-CN" altLang="en-US" dirty="0" smtClean="0">
                <a:solidFill>
                  <a:srgbClr val="00B050"/>
                </a:solidFill>
              </a:rPr>
              <a:t>不同代表质量不同；</a:t>
            </a:r>
            <a:endParaRPr kumimoji="1" lang="en-US" altLang="zh-CN" dirty="0" smtClean="0">
              <a:solidFill>
                <a:srgbClr val="00B050"/>
              </a:solidFill>
            </a:endParaRPr>
          </a:p>
          <a:p>
            <a:pPr marL="342900" indent="-342900">
              <a:spcBef>
                <a:spcPct val="50000"/>
              </a:spcBef>
              <a:buAutoNum type="arabicPeriod" startAt="2"/>
            </a:pPr>
            <a:r>
              <a:rPr kumimoji="1" lang="en-US" altLang="zh-CN" dirty="0" err="1" smtClean="0">
                <a:solidFill>
                  <a:srgbClr val="00B050"/>
                </a:solidFill>
              </a:rPr>
              <a:t>Ge</a:t>
            </a:r>
            <a:r>
              <a:rPr kumimoji="1" lang="zh-CN" altLang="en-US" dirty="0" smtClean="0">
                <a:solidFill>
                  <a:srgbClr val="00B050"/>
                </a:solidFill>
              </a:rPr>
              <a:t>，原子序数是</a:t>
            </a:r>
            <a:r>
              <a:rPr kumimoji="1" lang="en-US" altLang="zh-CN" dirty="0" smtClean="0">
                <a:solidFill>
                  <a:srgbClr val="00B050"/>
                </a:solidFill>
              </a:rPr>
              <a:t>32</a:t>
            </a:r>
            <a:r>
              <a:rPr kumimoji="1" lang="zh-CN" altLang="en-US" dirty="0" smtClean="0">
                <a:solidFill>
                  <a:srgbClr val="00B050"/>
                </a:solidFill>
              </a:rPr>
              <a:t>，原子量</a:t>
            </a:r>
            <a:r>
              <a:rPr kumimoji="1" lang="en-US" altLang="zh-CN" dirty="0" smtClean="0">
                <a:solidFill>
                  <a:srgbClr val="00B050"/>
                </a:solidFill>
              </a:rPr>
              <a:t>72.64</a:t>
            </a:r>
            <a:endParaRPr kumimoji="1" lang="en-US" altLang="zh-CN" dirty="0" smtClean="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7939"/>
                                        </p:tgtEl>
                                        <p:attrNameLst>
                                          <p:attrName>style.visibility</p:attrName>
                                        </p:attrNameLst>
                                      </p:cBhvr>
                                      <p:to>
                                        <p:strVal val="visible"/>
                                      </p:to>
                                    </p:set>
                                    <p:animEffect transition="in" filter="blinds(horizontal)">
                                      <p:cBhvr>
                                        <p:cTn id="12" dur="500"/>
                                        <p:tgtEl>
                                          <p:spTgt spid="1679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7940"/>
                                        </p:tgtEl>
                                        <p:attrNameLst>
                                          <p:attrName>style.visibility</p:attrName>
                                        </p:attrNameLst>
                                      </p:cBhvr>
                                      <p:to>
                                        <p:strVal val="visible"/>
                                      </p:to>
                                    </p:set>
                                    <p:animEffect transition="in" filter="blinds(horizontal)">
                                      <p:cBhvr>
                                        <p:cTn id="17" dur="500"/>
                                        <p:tgtEl>
                                          <p:spTgt spid="16794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blinds(horizontal)">
                                      <p:cBhvr>
                                        <p:cTn id="27"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p:cNvSpPr txBox="1">
            <a:spLocks noChangeArrowheads="1"/>
          </p:cNvSpPr>
          <p:nvPr/>
        </p:nvSpPr>
        <p:spPr bwMode="auto">
          <a:xfrm>
            <a:off x="381000" y="319088"/>
            <a:ext cx="3811587" cy="519112"/>
          </a:xfrm>
          <a:prstGeom prst="rect">
            <a:avLst/>
          </a:prstGeom>
          <a:noFill/>
          <a:ln w="9525">
            <a:noFill/>
            <a:miter lim="800000"/>
            <a:headEnd/>
            <a:tailEnd/>
          </a:ln>
          <a:effectLst/>
        </p:spPr>
        <p:txBody>
          <a:bodyPr>
            <a:spAutoFit/>
          </a:bodyPr>
          <a:lstStyle/>
          <a:p>
            <a:r>
              <a:rPr lang="zh-CN" altLang="en-US" sz="2800" b="1" dirty="0">
                <a:solidFill>
                  <a:srgbClr val="002060"/>
                </a:solidFill>
              </a:rPr>
              <a:t>2 .   回旋加速器</a:t>
            </a:r>
          </a:p>
        </p:txBody>
      </p:sp>
      <p:pic>
        <p:nvPicPr>
          <p:cNvPr id="168963" name="Picture 3"/>
          <p:cNvPicPr>
            <a:picLocks noChangeAspect="1" noChangeArrowheads="1"/>
          </p:cNvPicPr>
          <p:nvPr/>
        </p:nvPicPr>
        <p:blipFill>
          <a:blip r:embed="rId2"/>
          <a:srcRect/>
          <a:stretch>
            <a:fillRect/>
          </a:stretch>
        </p:blipFill>
        <p:spPr bwMode="auto">
          <a:xfrm>
            <a:off x="990600" y="1128712"/>
            <a:ext cx="7467600" cy="3111500"/>
          </a:xfrm>
          <a:prstGeom prst="rect">
            <a:avLst/>
          </a:prstGeom>
          <a:noFill/>
          <a:ln w="9525">
            <a:solidFill>
              <a:schemeClr val="tx2"/>
            </a:solidFill>
            <a:miter lim="800000"/>
            <a:headEnd/>
            <a:tailEnd/>
          </a:ln>
          <a:effectLst/>
        </p:spPr>
      </p:pic>
      <p:sp>
        <p:nvSpPr>
          <p:cNvPr id="168964" name="Text Box 4"/>
          <p:cNvSpPr txBox="1">
            <a:spLocks noChangeArrowheads="1"/>
          </p:cNvSpPr>
          <p:nvPr/>
        </p:nvSpPr>
        <p:spPr bwMode="auto">
          <a:xfrm>
            <a:off x="457200" y="4419600"/>
            <a:ext cx="8686800" cy="519112"/>
          </a:xfrm>
          <a:prstGeom prst="rect">
            <a:avLst/>
          </a:prstGeom>
          <a:noFill/>
          <a:ln w="9525">
            <a:noFill/>
            <a:miter lim="800000"/>
            <a:headEnd/>
            <a:tailEnd/>
          </a:ln>
          <a:effectLst/>
        </p:spPr>
        <p:txBody>
          <a:bodyPr>
            <a:spAutoFit/>
          </a:bodyPr>
          <a:lstStyle/>
          <a:p>
            <a:r>
              <a:rPr lang="zh-CN" altLang="en-US" sz="2800">
                <a:solidFill>
                  <a:srgbClr val="1C1C1C"/>
                </a:solidFill>
              </a:rPr>
              <a:t>        1932年劳伦斯研制第一台回旋加速器的</a:t>
            </a:r>
            <a:r>
              <a:rPr lang="en-US" altLang="zh-CN" sz="2800">
                <a:solidFill>
                  <a:srgbClr val="1C1C1C"/>
                </a:solidFill>
              </a:rPr>
              <a:t>D</a:t>
            </a:r>
            <a:r>
              <a:rPr lang="zh-CN" altLang="en-US" sz="2800">
                <a:solidFill>
                  <a:srgbClr val="1C1C1C"/>
                </a:solidFill>
              </a:rPr>
              <a:t>型室.</a:t>
            </a:r>
          </a:p>
        </p:txBody>
      </p:sp>
      <p:sp>
        <p:nvSpPr>
          <p:cNvPr id="168965" name="Text Box 5"/>
          <p:cNvSpPr txBox="1">
            <a:spLocks noChangeArrowheads="1"/>
          </p:cNvSpPr>
          <p:nvPr/>
        </p:nvSpPr>
        <p:spPr bwMode="auto">
          <a:xfrm>
            <a:off x="457200" y="4938712"/>
            <a:ext cx="8305800" cy="1203325"/>
          </a:xfrm>
          <a:prstGeom prst="rect">
            <a:avLst/>
          </a:prstGeom>
          <a:noFill/>
          <a:ln w="9525">
            <a:noFill/>
            <a:miter lim="800000"/>
            <a:headEnd/>
            <a:tailEnd/>
          </a:ln>
          <a:effectLst/>
        </p:spPr>
        <p:txBody>
          <a:bodyPr>
            <a:spAutoFit/>
          </a:bodyPr>
          <a:lstStyle/>
          <a:p>
            <a:pPr>
              <a:lnSpc>
                <a:spcPct val="130000"/>
              </a:lnSpc>
            </a:pPr>
            <a:r>
              <a:rPr lang="zh-CN" altLang="en-US" sz="2800">
                <a:solidFill>
                  <a:srgbClr val="1C1C1C"/>
                </a:solidFill>
              </a:rPr>
              <a:t>        此加速器可将质子和氘核加速到1</a:t>
            </a:r>
            <a:r>
              <a:rPr lang="en-US" altLang="zh-CN" sz="2800">
                <a:solidFill>
                  <a:srgbClr val="1C1C1C"/>
                </a:solidFill>
              </a:rPr>
              <a:t>MeV</a:t>
            </a:r>
            <a:r>
              <a:rPr lang="zh-CN" altLang="en-US" sz="2800">
                <a:solidFill>
                  <a:srgbClr val="1C1C1C"/>
                </a:solidFill>
              </a:rPr>
              <a:t>的能量，为此1939年劳伦斯获得诺贝尔物理学奖.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8965"/>
                                        </p:tgtEl>
                                        <p:attrNameLst>
                                          <p:attrName>style.visibility</p:attrName>
                                        </p:attrNameLst>
                                      </p:cBhvr>
                                      <p:to>
                                        <p:strVal val="visible"/>
                                      </p:to>
                                    </p:set>
                                    <p:animEffect transition="in" filter="blinds(horizontal)">
                                      <p:cBhvr>
                                        <p:cTn id="7" dur="500"/>
                                        <p:tgtEl>
                                          <p:spTgt spid="168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9986" name="Object 2"/>
          <p:cNvGraphicFramePr>
            <a:graphicFrameLocks noChangeAspect="1"/>
          </p:cNvGraphicFramePr>
          <p:nvPr/>
        </p:nvGraphicFramePr>
        <p:xfrm>
          <a:off x="6248400" y="990600"/>
          <a:ext cx="1601788" cy="1133475"/>
        </p:xfrm>
        <a:graphic>
          <a:graphicData uri="http://schemas.openxmlformats.org/presentationml/2006/ole">
            <p:oleObj spid="_x0000_s1080322" name="Equation" r:id="rId3" imgW="647640" imgH="393480" progId="Equation.3">
              <p:embed/>
            </p:oleObj>
          </a:graphicData>
        </a:graphic>
      </p:graphicFrame>
      <p:graphicFrame>
        <p:nvGraphicFramePr>
          <p:cNvPr id="169987" name="Object 3"/>
          <p:cNvGraphicFramePr>
            <a:graphicFrameLocks noChangeAspect="1"/>
          </p:cNvGraphicFramePr>
          <p:nvPr/>
        </p:nvGraphicFramePr>
        <p:xfrm>
          <a:off x="6172200" y="2754313"/>
          <a:ext cx="1781175" cy="1131887"/>
        </p:xfrm>
        <a:graphic>
          <a:graphicData uri="http://schemas.openxmlformats.org/presentationml/2006/ole">
            <p:oleObj spid="_x0000_s1080323" name="Equation" r:id="rId4" imgW="622080" imgH="393480" progId="Equation.3">
              <p:embed/>
            </p:oleObj>
          </a:graphicData>
        </a:graphic>
      </p:graphicFrame>
      <p:graphicFrame>
        <p:nvGraphicFramePr>
          <p:cNvPr id="169988" name="Object 4"/>
          <p:cNvGraphicFramePr>
            <a:graphicFrameLocks noChangeAspect="1"/>
          </p:cNvGraphicFramePr>
          <p:nvPr/>
        </p:nvGraphicFramePr>
        <p:xfrm>
          <a:off x="6019800" y="3886200"/>
          <a:ext cx="2071688" cy="1131888"/>
        </p:xfrm>
        <a:graphic>
          <a:graphicData uri="http://schemas.openxmlformats.org/presentationml/2006/ole">
            <p:oleObj spid="_x0000_s1080324" name="Equation" r:id="rId5" imgW="723600" imgH="393480" progId="Equation.3">
              <p:embed/>
            </p:oleObj>
          </a:graphicData>
        </a:graphic>
      </p:graphicFrame>
      <p:sp>
        <p:nvSpPr>
          <p:cNvPr id="169989" name="Text Box 5"/>
          <p:cNvSpPr txBox="1">
            <a:spLocks noChangeArrowheads="1"/>
          </p:cNvSpPr>
          <p:nvPr/>
        </p:nvSpPr>
        <p:spPr bwMode="auto">
          <a:xfrm>
            <a:off x="5562600" y="533400"/>
            <a:ext cx="3352800" cy="519113"/>
          </a:xfrm>
          <a:prstGeom prst="rect">
            <a:avLst/>
          </a:prstGeom>
          <a:noFill/>
          <a:ln w="9525">
            <a:noFill/>
            <a:miter lim="800000"/>
            <a:headEnd/>
            <a:tailEnd/>
          </a:ln>
          <a:effectLst/>
        </p:spPr>
        <p:txBody>
          <a:bodyPr>
            <a:spAutoFit/>
          </a:bodyPr>
          <a:lstStyle/>
          <a:p>
            <a:r>
              <a:rPr lang="zh-CN" altLang="en-US" sz="2800">
                <a:solidFill>
                  <a:srgbClr val="CC3300"/>
                </a:solidFill>
              </a:rPr>
              <a:t>频率与半径无关</a:t>
            </a:r>
          </a:p>
        </p:txBody>
      </p:sp>
      <p:sp>
        <p:nvSpPr>
          <p:cNvPr id="169990" name="Text Box 6"/>
          <p:cNvSpPr txBox="1">
            <a:spLocks noChangeArrowheads="1"/>
          </p:cNvSpPr>
          <p:nvPr/>
        </p:nvSpPr>
        <p:spPr bwMode="auto">
          <a:xfrm>
            <a:off x="5638800" y="2224088"/>
            <a:ext cx="3505200" cy="519112"/>
          </a:xfrm>
          <a:prstGeom prst="rect">
            <a:avLst/>
          </a:prstGeom>
          <a:noFill/>
          <a:ln w="9525">
            <a:noFill/>
            <a:miter lim="800000"/>
            <a:headEnd/>
            <a:tailEnd/>
          </a:ln>
          <a:effectLst/>
        </p:spPr>
        <p:txBody>
          <a:bodyPr>
            <a:spAutoFit/>
          </a:bodyPr>
          <a:lstStyle/>
          <a:p>
            <a:r>
              <a:rPr lang="zh-CN" altLang="en-US" sz="2800">
                <a:solidFill>
                  <a:schemeClr val="tx1"/>
                </a:solidFill>
              </a:rPr>
              <a:t>到半圆盒边缘时</a:t>
            </a:r>
          </a:p>
        </p:txBody>
      </p:sp>
      <p:graphicFrame>
        <p:nvGraphicFramePr>
          <p:cNvPr id="169991" name="Object 7"/>
          <p:cNvGraphicFramePr>
            <a:graphicFrameLocks noChangeAspect="1"/>
          </p:cNvGraphicFramePr>
          <p:nvPr/>
        </p:nvGraphicFramePr>
        <p:xfrm>
          <a:off x="5943600" y="5043488"/>
          <a:ext cx="2471738" cy="1204912"/>
        </p:xfrm>
        <a:graphic>
          <a:graphicData uri="http://schemas.openxmlformats.org/presentationml/2006/ole">
            <p:oleObj spid="_x0000_s1080325" name="Equation" r:id="rId6" imgW="863280" imgH="419040" progId="Equation.3">
              <p:embed/>
            </p:oleObj>
          </a:graphicData>
        </a:graphic>
      </p:graphicFrame>
      <p:grpSp>
        <p:nvGrpSpPr>
          <p:cNvPr id="60" name="Group 8"/>
          <p:cNvGrpSpPr>
            <a:grpSpLocks/>
          </p:cNvGrpSpPr>
          <p:nvPr/>
        </p:nvGrpSpPr>
        <p:grpSpPr bwMode="auto">
          <a:xfrm>
            <a:off x="381000" y="609600"/>
            <a:ext cx="4968875" cy="5572125"/>
            <a:chOff x="240" y="528"/>
            <a:chExt cx="3130" cy="3510"/>
          </a:xfrm>
        </p:grpSpPr>
        <p:sp>
          <p:nvSpPr>
            <p:cNvPr id="61" name="Rectangle 9"/>
            <p:cNvSpPr>
              <a:spLocks noChangeArrowheads="1"/>
            </p:cNvSpPr>
            <p:nvPr/>
          </p:nvSpPr>
          <p:spPr bwMode="auto">
            <a:xfrm>
              <a:off x="240" y="528"/>
              <a:ext cx="2976" cy="350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62" name="Text Box 10"/>
            <p:cNvSpPr txBox="1">
              <a:spLocks noChangeArrowheads="1"/>
            </p:cNvSpPr>
            <p:nvPr/>
          </p:nvSpPr>
          <p:spPr bwMode="auto">
            <a:xfrm>
              <a:off x="470" y="3532"/>
              <a:ext cx="116" cy="327"/>
            </a:xfrm>
            <a:prstGeom prst="rect">
              <a:avLst/>
            </a:prstGeom>
            <a:noFill/>
            <a:ln w="9525">
              <a:noFill/>
              <a:miter lim="800000"/>
              <a:headEnd/>
              <a:tailEnd/>
            </a:ln>
            <a:effectLst/>
          </p:spPr>
          <p:txBody>
            <a:bodyPr wrap="none">
              <a:spAutoFit/>
            </a:bodyPr>
            <a:lstStyle/>
            <a:p>
              <a:endParaRPr lang="zh-CN" altLang="en-US" sz="2800">
                <a:solidFill>
                  <a:srgbClr val="1C1C1C"/>
                </a:solidFill>
              </a:endParaRPr>
            </a:p>
          </p:txBody>
        </p:sp>
        <p:sp>
          <p:nvSpPr>
            <p:cNvPr id="63" name="Text Box 11"/>
            <p:cNvSpPr txBox="1">
              <a:spLocks noChangeArrowheads="1"/>
            </p:cNvSpPr>
            <p:nvPr/>
          </p:nvSpPr>
          <p:spPr bwMode="auto">
            <a:xfrm>
              <a:off x="240" y="3705"/>
              <a:ext cx="2976"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a:r>
                <a:rPr lang="zh-CN" altLang="en-US" sz="2800">
                  <a:solidFill>
                    <a:srgbClr val="1C1C1C"/>
                  </a:solidFill>
                </a:rPr>
                <a:t>回旋加速器原理图</a:t>
              </a:r>
            </a:p>
          </p:txBody>
        </p:sp>
        <p:sp>
          <p:nvSpPr>
            <p:cNvPr id="64" name="AutoShape 12"/>
            <p:cNvSpPr>
              <a:spLocks noChangeArrowheads="1"/>
            </p:cNvSpPr>
            <p:nvPr/>
          </p:nvSpPr>
          <p:spPr bwMode="auto">
            <a:xfrm>
              <a:off x="528" y="2496"/>
              <a:ext cx="2146" cy="825"/>
            </a:xfrm>
            <a:prstGeom prst="cube">
              <a:avLst>
                <a:gd name="adj" fmla="val 45931"/>
              </a:avLst>
            </a:prstGeom>
            <a:gradFill rotWithShape="0">
              <a:gsLst>
                <a:gs pos="0">
                  <a:srgbClr val="FFEFD1"/>
                </a:gs>
                <a:gs pos="64999">
                  <a:srgbClr val="F0EBD5"/>
                </a:gs>
                <a:gs pos="100000">
                  <a:srgbClr val="D1C39F"/>
                </a:gs>
              </a:gsLst>
              <a:lin ang="5400000" scaled="0"/>
            </a:gradFill>
            <a:ln w="9525">
              <a:solidFill>
                <a:schemeClr val="tx1"/>
              </a:solidFill>
              <a:miter lim="800000"/>
              <a:headEnd/>
              <a:tailEnd/>
            </a:ln>
            <a:effectLst/>
          </p:spPr>
          <p:txBody>
            <a:bodyPr wrap="none" anchor="ctr"/>
            <a:lstStyle/>
            <a:p>
              <a:endParaRPr lang="zh-CN" altLang="en-US" sz="2800"/>
            </a:p>
          </p:txBody>
        </p:sp>
        <p:sp>
          <p:nvSpPr>
            <p:cNvPr id="65" name="Text Box 13"/>
            <p:cNvSpPr txBox="1">
              <a:spLocks noChangeArrowheads="1"/>
            </p:cNvSpPr>
            <p:nvPr/>
          </p:nvSpPr>
          <p:spPr bwMode="auto">
            <a:xfrm>
              <a:off x="1386" y="1152"/>
              <a:ext cx="263" cy="330"/>
            </a:xfrm>
            <a:prstGeom prst="rect">
              <a:avLst/>
            </a:prstGeom>
            <a:noFill/>
            <a:ln w="9525">
              <a:noFill/>
              <a:miter lim="800000"/>
              <a:headEnd/>
              <a:tailEnd/>
            </a:ln>
            <a:effectLst/>
          </p:spPr>
          <p:txBody>
            <a:bodyPr wrap="none">
              <a:spAutoFit/>
            </a:bodyPr>
            <a:lstStyle/>
            <a:p>
              <a:r>
                <a:rPr kumimoji="1" lang="en-US" altLang="zh-CN" sz="2800">
                  <a:solidFill>
                    <a:srgbClr val="FF0000"/>
                  </a:solidFill>
                </a:rPr>
                <a:t>N</a:t>
              </a:r>
            </a:p>
          </p:txBody>
        </p:sp>
        <p:sp>
          <p:nvSpPr>
            <p:cNvPr id="66" name="Text Box 14"/>
            <p:cNvSpPr txBox="1">
              <a:spLocks noChangeArrowheads="1"/>
            </p:cNvSpPr>
            <p:nvPr/>
          </p:nvSpPr>
          <p:spPr bwMode="auto">
            <a:xfrm>
              <a:off x="1385" y="2937"/>
              <a:ext cx="220" cy="330"/>
            </a:xfrm>
            <a:prstGeom prst="rect">
              <a:avLst/>
            </a:prstGeom>
            <a:noFill/>
            <a:ln w="9525">
              <a:noFill/>
              <a:miter lim="800000"/>
              <a:headEnd/>
              <a:tailEnd/>
            </a:ln>
            <a:effectLst/>
          </p:spPr>
          <p:txBody>
            <a:bodyPr wrap="none">
              <a:spAutoFit/>
            </a:bodyPr>
            <a:lstStyle/>
            <a:p>
              <a:pPr>
                <a:spcBef>
                  <a:spcPct val="50000"/>
                </a:spcBef>
              </a:pPr>
              <a:r>
                <a:rPr kumimoji="1" lang="en-US" altLang="zh-CN" sz="2800" dirty="0">
                  <a:solidFill>
                    <a:srgbClr val="FF0000"/>
                  </a:solidFill>
                </a:rPr>
                <a:t>S</a:t>
              </a:r>
              <a:endParaRPr kumimoji="1" lang="en-US" altLang="zh-CN" sz="2800" dirty="0">
                <a:solidFill>
                  <a:schemeClr val="tx1"/>
                </a:solidFill>
              </a:endParaRPr>
            </a:p>
          </p:txBody>
        </p:sp>
        <p:sp>
          <p:nvSpPr>
            <p:cNvPr id="67" name="Line 15"/>
            <p:cNvSpPr>
              <a:spLocks noChangeShapeType="1"/>
            </p:cNvSpPr>
            <p:nvPr/>
          </p:nvSpPr>
          <p:spPr bwMode="auto">
            <a:xfrm>
              <a:off x="2208" y="1584"/>
              <a:ext cx="0" cy="1288"/>
            </a:xfrm>
            <a:prstGeom prst="line">
              <a:avLst/>
            </a:prstGeom>
            <a:noFill/>
            <a:ln w="25400">
              <a:solidFill>
                <a:srgbClr val="FF00FF"/>
              </a:solidFill>
              <a:round/>
              <a:headEnd/>
              <a:tailEnd type="triangle" w="sm" len="lg"/>
            </a:ln>
            <a:effectLst/>
          </p:spPr>
          <p:txBody>
            <a:bodyPr wrap="none" anchor="ctr"/>
            <a:lstStyle/>
            <a:p>
              <a:endParaRPr lang="zh-CN" altLang="en-US" sz="2800"/>
            </a:p>
          </p:txBody>
        </p:sp>
        <p:sp>
          <p:nvSpPr>
            <p:cNvPr id="68" name="Line 16"/>
            <p:cNvSpPr>
              <a:spLocks noChangeShapeType="1"/>
            </p:cNvSpPr>
            <p:nvPr/>
          </p:nvSpPr>
          <p:spPr bwMode="auto">
            <a:xfrm>
              <a:off x="1104" y="1536"/>
              <a:ext cx="0" cy="1056"/>
            </a:xfrm>
            <a:prstGeom prst="line">
              <a:avLst/>
            </a:prstGeom>
            <a:noFill/>
            <a:ln w="25400">
              <a:solidFill>
                <a:srgbClr val="FF00FF"/>
              </a:solidFill>
              <a:round/>
              <a:headEnd/>
              <a:tailEnd type="triangle" w="sm" len="lg"/>
            </a:ln>
            <a:effectLst/>
          </p:spPr>
          <p:txBody>
            <a:bodyPr wrap="none" anchor="ctr"/>
            <a:lstStyle/>
            <a:p>
              <a:endParaRPr lang="zh-CN" altLang="en-US" sz="2800"/>
            </a:p>
          </p:txBody>
        </p:sp>
        <p:sp>
          <p:nvSpPr>
            <p:cNvPr id="69" name="Line 17"/>
            <p:cNvSpPr>
              <a:spLocks noChangeShapeType="1"/>
            </p:cNvSpPr>
            <p:nvPr/>
          </p:nvSpPr>
          <p:spPr bwMode="auto">
            <a:xfrm>
              <a:off x="1824" y="1920"/>
              <a:ext cx="0" cy="966"/>
            </a:xfrm>
            <a:prstGeom prst="line">
              <a:avLst/>
            </a:prstGeom>
            <a:noFill/>
            <a:ln w="25400">
              <a:solidFill>
                <a:srgbClr val="FF00FF"/>
              </a:solidFill>
              <a:round/>
              <a:headEnd/>
              <a:tailEnd type="triangle" w="sm" len="lg"/>
            </a:ln>
            <a:effectLst/>
          </p:spPr>
          <p:txBody>
            <a:bodyPr wrap="none" anchor="ctr"/>
            <a:lstStyle/>
            <a:p>
              <a:endParaRPr lang="zh-CN" altLang="en-US" sz="2800"/>
            </a:p>
          </p:txBody>
        </p:sp>
        <p:sp>
          <p:nvSpPr>
            <p:cNvPr id="70" name="Line 18"/>
            <p:cNvSpPr>
              <a:spLocks noChangeShapeType="1"/>
            </p:cNvSpPr>
            <p:nvPr/>
          </p:nvSpPr>
          <p:spPr bwMode="auto">
            <a:xfrm flipH="1">
              <a:off x="2016" y="1536"/>
              <a:ext cx="48" cy="1062"/>
            </a:xfrm>
            <a:prstGeom prst="line">
              <a:avLst/>
            </a:prstGeom>
            <a:noFill/>
            <a:ln w="25400">
              <a:solidFill>
                <a:srgbClr val="FF00FF"/>
              </a:solidFill>
              <a:round/>
              <a:headEnd/>
              <a:tailEnd type="triangle" w="sm" len="lg"/>
            </a:ln>
            <a:effectLst/>
          </p:spPr>
          <p:txBody>
            <a:bodyPr wrap="none" anchor="ctr"/>
            <a:lstStyle/>
            <a:p>
              <a:endParaRPr lang="zh-CN" altLang="en-US" sz="2800"/>
            </a:p>
          </p:txBody>
        </p:sp>
        <p:sp>
          <p:nvSpPr>
            <p:cNvPr id="71" name="Text Box 19"/>
            <p:cNvSpPr txBox="1">
              <a:spLocks noChangeArrowheads="1"/>
            </p:cNvSpPr>
            <p:nvPr/>
          </p:nvSpPr>
          <p:spPr bwMode="auto">
            <a:xfrm>
              <a:off x="2544" y="2256"/>
              <a:ext cx="432" cy="330"/>
            </a:xfrm>
            <a:prstGeom prst="rect">
              <a:avLst/>
            </a:prstGeom>
            <a:noFill/>
            <a:ln w="25400">
              <a:noFill/>
              <a:miter lim="800000"/>
              <a:headEnd/>
              <a:tailEnd/>
            </a:ln>
            <a:effectLst/>
          </p:spPr>
          <p:txBody>
            <a:bodyPr>
              <a:spAutoFit/>
            </a:bodyPr>
            <a:lstStyle/>
            <a:p>
              <a:pPr>
                <a:spcBef>
                  <a:spcPct val="50000"/>
                </a:spcBef>
              </a:pPr>
              <a:r>
                <a:rPr kumimoji="1" lang="en-US" altLang="zh-CN" sz="2800" i="1">
                  <a:solidFill>
                    <a:srgbClr val="CC00CC"/>
                  </a:solidFill>
                </a:rPr>
                <a:t>B</a:t>
              </a:r>
            </a:p>
          </p:txBody>
        </p:sp>
        <p:sp>
          <p:nvSpPr>
            <p:cNvPr id="72" name="Line 20"/>
            <p:cNvSpPr>
              <a:spLocks noChangeShapeType="1"/>
            </p:cNvSpPr>
            <p:nvPr/>
          </p:nvSpPr>
          <p:spPr bwMode="auto">
            <a:xfrm>
              <a:off x="2352" y="1536"/>
              <a:ext cx="0" cy="1056"/>
            </a:xfrm>
            <a:prstGeom prst="line">
              <a:avLst/>
            </a:prstGeom>
            <a:noFill/>
            <a:ln w="25400">
              <a:solidFill>
                <a:srgbClr val="FF00FF"/>
              </a:solidFill>
              <a:round/>
              <a:headEnd/>
              <a:tailEnd type="triangle" w="sm" len="lg"/>
            </a:ln>
            <a:effectLst/>
          </p:spPr>
          <p:txBody>
            <a:bodyPr wrap="none" anchor="ctr"/>
            <a:lstStyle/>
            <a:p>
              <a:endParaRPr lang="zh-CN" altLang="en-US" sz="2800"/>
            </a:p>
          </p:txBody>
        </p:sp>
        <p:graphicFrame>
          <p:nvGraphicFramePr>
            <p:cNvPr id="73" name="Object 21"/>
            <p:cNvGraphicFramePr>
              <a:graphicFrameLocks noChangeAspect="1"/>
            </p:cNvGraphicFramePr>
            <p:nvPr/>
          </p:nvGraphicFramePr>
          <p:xfrm>
            <a:off x="341" y="1728"/>
            <a:ext cx="331" cy="400"/>
          </p:xfrm>
          <a:graphic>
            <a:graphicData uri="http://schemas.openxmlformats.org/presentationml/2006/ole">
              <p:oleObj spid="_x0000_s1080328" name="Equation" r:id="rId7" imgW="215640" imgH="215640" progId="Equation.3">
                <p:embed/>
              </p:oleObj>
            </a:graphicData>
          </a:graphic>
        </p:graphicFrame>
        <p:sp>
          <p:nvSpPr>
            <p:cNvPr id="74" name="Line 22"/>
            <p:cNvSpPr>
              <a:spLocks noChangeShapeType="1"/>
            </p:cNvSpPr>
            <p:nvPr/>
          </p:nvSpPr>
          <p:spPr bwMode="auto">
            <a:xfrm flipH="1">
              <a:off x="960" y="2256"/>
              <a:ext cx="0" cy="615"/>
            </a:xfrm>
            <a:prstGeom prst="line">
              <a:avLst/>
            </a:prstGeom>
            <a:noFill/>
            <a:ln w="25400">
              <a:solidFill>
                <a:srgbClr val="FF33CC"/>
              </a:solidFill>
              <a:round/>
              <a:headEnd/>
              <a:tailEnd type="triangle" w="sm" len="lg"/>
            </a:ln>
            <a:effectLst/>
          </p:spPr>
          <p:txBody>
            <a:bodyPr wrap="none"/>
            <a:lstStyle/>
            <a:p>
              <a:endParaRPr lang="zh-CN" altLang="en-US" sz="2800"/>
            </a:p>
          </p:txBody>
        </p:sp>
        <p:sp>
          <p:nvSpPr>
            <p:cNvPr id="75" name="AutoShape 23"/>
            <p:cNvSpPr>
              <a:spLocks noChangeArrowheads="1"/>
            </p:cNvSpPr>
            <p:nvPr/>
          </p:nvSpPr>
          <p:spPr bwMode="auto">
            <a:xfrm rot="1233205">
              <a:off x="837" y="1008"/>
              <a:ext cx="503" cy="481"/>
            </a:xfrm>
            <a:prstGeom prst="parallelogram">
              <a:avLst>
                <a:gd name="adj" fmla="val 36552"/>
              </a:avLst>
            </a:prstGeom>
            <a:solidFill>
              <a:schemeClr val="bg1"/>
            </a:solidFill>
            <a:ln w="9525">
              <a:noFill/>
              <a:miter lim="800000"/>
              <a:headEnd/>
              <a:tailEnd/>
            </a:ln>
            <a:effectLst/>
          </p:spPr>
          <p:txBody>
            <a:bodyPr wrap="none" anchor="ctr"/>
            <a:lstStyle/>
            <a:p>
              <a:endParaRPr lang="zh-CN" altLang="en-US" sz="2800"/>
            </a:p>
          </p:txBody>
        </p:sp>
        <p:sp>
          <p:nvSpPr>
            <p:cNvPr id="76" name="AutoShape 24"/>
            <p:cNvSpPr>
              <a:spLocks noChangeArrowheads="1"/>
            </p:cNvSpPr>
            <p:nvPr/>
          </p:nvSpPr>
          <p:spPr bwMode="auto">
            <a:xfrm rot="-20188">
              <a:off x="720" y="1584"/>
              <a:ext cx="1963" cy="808"/>
            </a:xfrm>
            <a:prstGeom prst="can">
              <a:avLst>
                <a:gd name="adj" fmla="val 50000"/>
              </a:avLst>
            </a:prstGeom>
            <a:gradFill rotWithShape="0">
              <a:gsLst>
                <a:gs pos="0">
                  <a:srgbClr val="FFEFD1"/>
                </a:gs>
                <a:gs pos="64999">
                  <a:srgbClr val="F0EBD5"/>
                </a:gs>
                <a:gs pos="100000">
                  <a:srgbClr val="D1C39F"/>
                </a:gs>
              </a:gsLst>
              <a:lin ang="5400000" scaled="0"/>
            </a:gradFill>
            <a:ln w="12700">
              <a:solidFill>
                <a:schemeClr val="tx1"/>
              </a:solidFill>
              <a:round/>
              <a:headEnd/>
              <a:tailEnd/>
            </a:ln>
            <a:effectLst/>
          </p:spPr>
          <p:txBody>
            <a:bodyPr wrap="none" anchor="ctr"/>
            <a:lstStyle/>
            <a:p>
              <a:endParaRPr lang="zh-CN" altLang="en-US" sz="2800"/>
            </a:p>
          </p:txBody>
        </p:sp>
        <p:sp>
          <p:nvSpPr>
            <p:cNvPr id="77" name="Oval 25"/>
            <p:cNvSpPr>
              <a:spLocks noChangeArrowheads="1"/>
            </p:cNvSpPr>
            <p:nvPr/>
          </p:nvSpPr>
          <p:spPr bwMode="auto">
            <a:xfrm>
              <a:off x="3095" y="1488"/>
              <a:ext cx="46" cy="48"/>
            </a:xfrm>
            <a:prstGeom prst="ellipse">
              <a:avLst/>
            </a:prstGeom>
            <a:solidFill>
              <a:schemeClr val="accent1"/>
            </a:solidFill>
            <a:ln w="28575">
              <a:solidFill>
                <a:schemeClr val="tx1"/>
              </a:solidFill>
              <a:round/>
              <a:headEnd/>
              <a:tailEnd/>
            </a:ln>
            <a:effectLst/>
          </p:spPr>
          <p:txBody>
            <a:bodyPr wrap="none" anchor="ctr"/>
            <a:lstStyle/>
            <a:p>
              <a:endParaRPr lang="zh-CN" altLang="en-US" sz="2800"/>
            </a:p>
          </p:txBody>
        </p:sp>
        <p:sp>
          <p:nvSpPr>
            <p:cNvPr id="78" name="Line 26"/>
            <p:cNvSpPr>
              <a:spLocks noChangeShapeType="1"/>
            </p:cNvSpPr>
            <p:nvPr/>
          </p:nvSpPr>
          <p:spPr bwMode="auto">
            <a:xfrm>
              <a:off x="960" y="1536"/>
              <a:ext cx="0" cy="314"/>
            </a:xfrm>
            <a:prstGeom prst="line">
              <a:avLst/>
            </a:prstGeom>
            <a:noFill/>
            <a:ln w="25400">
              <a:solidFill>
                <a:srgbClr val="FF00FF"/>
              </a:solidFill>
              <a:round/>
              <a:headEnd/>
              <a:tailEnd/>
            </a:ln>
            <a:effectLst/>
          </p:spPr>
          <p:txBody>
            <a:bodyPr wrap="none"/>
            <a:lstStyle/>
            <a:p>
              <a:endParaRPr lang="zh-CN" altLang="en-US" sz="2800"/>
            </a:p>
          </p:txBody>
        </p:sp>
        <p:sp>
          <p:nvSpPr>
            <p:cNvPr id="79" name="Line 27"/>
            <p:cNvSpPr>
              <a:spLocks noChangeShapeType="1"/>
            </p:cNvSpPr>
            <p:nvPr/>
          </p:nvSpPr>
          <p:spPr bwMode="auto">
            <a:xfrm>
              <a:off x="1360" y="1536"/>
              <a:ext cx="0" cy="393"/>
            </a:xfrm>
            <a:prstGeom prst="line">
              <a:avLst/>
            </a:prstGeom>
            <a:noFill/>
            <a:ln w="28575">
              <a:solidFill>
                <a:srgbClr val="FF00FF"/>
              </a:solidFill>
              <a:round/>
              <a:headEnd/>
              <a:tailEnd/>
            </a:ln>
            <a:effectLst/>
          </p:spPr>
          <p:txBody>
            <a:bodyPr wrap="none"/>
            <a:lstStyle/>
            <a:p>
              <a:endParaRPr lang="zh-CN" altLang="en-US" sz="2800"/>
            </a:p>
          </p:txBody>
        </p:sp>
        <p:sp>
          <p:nvSpPr>
            <p:cNvPr id="80" name="Line 28"/>
            <p:cNvSpPr>
              <a:spLocks noChangeShapeType="1"/>
            </p:cNvSpPr>
            <p:nvPr/>
          </p:nvSpPr>
          <p:spPr bwMode="auto">
            <a:xfrm>
              <a:off x="1954" y="1536"/>
              <a:ext cx="0" cy="275"/>
            </a:xfrm>
            <a:prstGeom prst="line">
              <a:avLst/>
            </a:prstGeom>
            <a:noFill/>
            <a:ln w="28575">
              <a:solidFill>
                <a:srgbClr val="FF00FF"/>
              </a:solidFill>
              <a:round/>
              <a:headEnd/>
              <a:tailEnd/>
            </a:ln>
            <a:effectLst/>
          </p:spPr>
          <p:txBody>
            <a:bodyPr wrap="none"/>
            <a:lstStyle/>
            <a:p>
              <a:endParaRPr lang="zh-CN" altLang="en-US" sz="2800"/>
            </a:p>
          </p:txBody>
        </p:sp>
        <p:graphicFrame>
          <p:nvGraphicFramePr>
            <p:cNvPr id="81" name="Object 29"/>
            <p:cNvGraphicFramePr>
              <a:graphicFrameLocks noChangeAspect="1"/>
            </p:cNvGraphicFramePr>
            <p:nvPr/>
          </p:nvGraphicFramePr>
          <p:xfrm>
            <a:off x="2737" y="1760"/>
            <a:ext cx="335" cy="400"/>
          </p:xfrm>
          <a:graphic>
            <a:graphicData uri="http://schemas.openxmlformats.org/presentationml/2006/ole">
              <p:oleObj spid="_x0000_s1080329" name="Equation" r:id="rId8" imgW="190440" imgH="215640" progId="Equation.3">
                <p:embed/>
              </p:oleObj>
            </a:graphicData>
          </a:graphic>
        </p:graphicFrame>
        <p:sp>
          <p:nvSpPr>
            <p:cNvPr id="82" name="Oval 30"/>
            <p:cNvSpPr>
              <a:spLocks noChangeArrowheads="1"/>
            </p:cNvSpPr>
            <p:nvPr/>
          </p:nvSpPr>
          <p:spPr bwMode="auto">
            <a:xfrm rot="-156596">
              <a:off x="877" y="1620"/>
              <a:ext cx="1345" cy="337"/>
            </a:xfrm>
            <a:prstGeom prst="ellipse">
              <a:avLst/>
            </a:prstGeom>
            <a:noFill/>
            <a:ln w="38100">
              <a:solidFill>
                <a:srgbClr val="3366FF"/>
              </a:solidFill>
              <a:prstDash val="dash"/>
              <a:round/>
              <a:headEnd/>
              <a:tailEnd/>
            </a:ln>
            <a:effectLst/>
          </p:spPr>
          <p:txBody>
            <a:bodyPr wrap="none" anchor="ctr"/>
            <a:lstStyle/>
            <a:p>
              <a:endParaRPr lang="zh-CN" altLang="en-US" sz="2800"/>
            </a:p>
          </p:txBody>
        </p:sp>
        <p:sp>
          <p:nvSpPr>
            <p:cNvPr id="83" name="Oval 31"/>
            <p:cNvSpPr>
              <a:spLocks noChangeArrowheads="1"/>
            </p:cNvSpPr>
            <p:nvPr/>
          </p:nvSpPr>
          <p:spPr bwMode="auto">
            <a:xfrm rot="-156596">
              <a:off x="1344" y="1728"/>
              <a:ext cx="212" cy="122"/>
            </a:xfrm>
            <a:prstGeom prst="ellipse">
              <a:avLst/>
            </a:prstGeom>
            <a:noFill/>
            <a:ln w="38100">
              <a:solidFill>
                <a:srgbClr val="3366FF"/>
              </a:solidFill>
              <a:prstDash val="dash"/>
              <a:round/>
              <a:headEnd/>
              <a:tailEnd/>
            </a:ln>
            <a:effectLst/>
          </p:spPr>
          <p:txBody>
            <a:bodyPr wrap="none" anchor="ctr"/>
            <a:lstStyle/>
            <a:p>
              <a:endParaRPr lang="zh-CN" altLang="en-US" sz="2800"/>
            </a:p>
          </p:txBody>
        </p:sp>
        <p:sp>
          <p:nvSpPr>
            <p:cNvPr id="84" name="Oval 32"/>
            <p:cNvSpPr>
              <a:spLocks noChangeArrowheads="1"/>
            </p:cNvSpPr>
            <p:nvPr/>
          </p:nvSpPr>
          <p:spPr bwMode="auto">
            <a:xfrm rot="-156596">
              <a:off x="1600" y="1656"/>
              <a:ext cx="436" cy="168"/>
            </a:xfrm>
            <a:prstGeom prst="ellipse">
              <a:avLst/>
            </a:prstGeom>
            <a:noFill/>
            <a:ln w="38100">
              <a:solidFill>
                <a:srgbClr val="3366FF"/>
              </a:solidFill>
              <a:prstDash val="dash"/>
              <a:round/>
              <a:headEnd/>
              <a:tailEnd/>
            </a:ln>
            <a:effectLst/>
          </p:spPr>
          <p:txBody>
            <a:bodyPr wrap="none" anchor="ctr"/>
            <a:lstStyle/>
            <a:p>
              <a:endParaRPr lang="zh-CN" altLang="en-US" sz="2800"/>
            </a:p>
          </p:txBody>
        </p:sp>
        <p:sp>
          <p:nvSpPr>
            <p:cNvPr id="85" name="Oval 33"/>
            <p:cNvSpPr>
              <a:spLocks noChangeArrowheads="1"/>
            </p:cNvSpPr>
            <p:nvPr/>
          </p:nvSpPr>
          <p:spPr bwMode="auto">
            <a:xfrm rot="-156596">
              <a:off x="1641" y="1580"/>
              <a:ext cx="721" cy="384"/>
            </a:xfrm>
            <a:prstGeom prst="ellipse">
              <a:avLst/>
            </a:prstGeom>
            <a:noFill/>
            <a:ln w="38100">
              <a:solidFill>
                <a:srgbClr val="3366FF"/>
              </a:solidFill>
              <a:prstDash val="dash"/>
              <a:round/>
              <a:headEnd/>
              <a:tailEnd/>
            </a:ln>
            <a:effectLst/>
          </p:spPr>
          <p:txBody>
            <a:bodyPr wrap="none" anchor="ctr"/>
            <a:lstStyle/>
            <a:p>
              <a:endParaRPr lang="zh-CN" altLang="en-US" sz="2800"/>
            </a:p>
          </p:txBody>
        </p:sp>
        <p:sp>
          <p:nvSpPr>
            <p:cNvPr id="86" name="Oval 34"/>
            <p:cNvSpPr>
              <a:spLocks noChangeArrowheads="1"/>
            </p:cNvSpPr>
            <p:nvPr/>
          </p:nvSpPr>
          <p:spPr bwMode="auto">
            <a:xfrm rot="-156596">
              <a:off x="1248" y="1664"/>
              <a:ext cx="509" cy="303"/>
            </a:xfrm>
            <a:prstGeom prst="ellipse">
              <a:avLst/>
            </a:prstGeom>
            <a:noFill/>
            <a:ln w="38100">
              <a:solidFill>
                <a:srgbClr val="3366FF"/>
              </a:solidFill>
              <a:prstDash val="dash"/>
              <a:round/>
              <a:headEnd/>
              <a:tailEnd/>
            </a:ln>
            <a:effectLst/>
          </p:spPr>
          <p:txBody>
            <a:bodyPr wrap="none" anchor="ctr"/>
            <a:lstStyle/>
            <a:p>
              <a:endParaRPr lang="zh-CN" altLang="en-US" sz="2800"/>
            </a:p>
          </p:txBody>
        </p:sp>
        <p:sp>
          <p:nvSpPr>
            <p:cNvPr id="87" name="Freeform 35"/>
            <p:cNvSpPr>
              <a:spLocks/>
            </p:cNvSpPr>
            <p:nvPr/>
          </p:nvSpPr>
          <p:spPr bwMode="auto">
            <a:xfrm rot="-156596">
              <a:off x="1811" y="1946"/>
              <a:ext cx="473" cy="34"/>
            </a:xfrm>
            <a:custGeom>
              <a:avLst/>
              <a:gdLst/>
              <a:ahLst/>
              <a:cxnLst>
                <a:cxn ang="0">
                  <a:pos x="0" y="48"/>
                </a:cxn>
                <a:cxn ang="0">
                  <a:pos x="320" y="40"/>
                </a:cxn>
                <a:cxn ang="0">
                  <a:pos x="624" y="0"/>
                </a:cxn>
              </a:cxnLst>
              <a:rect l="0" t="0" r="r" b="b"/>
              <a:pathLst>
                <a:path w="624" h="48">
                  <a:moveTo>
                    <a:pt x="0" y="48"/>
                  </a:moveTo>
                  <a:cubicBezTo>
                    <a:pt x="53" y="47"/>
                    <a:pt x="216" y="48"/>
                    <a:pt x="320" y="40"/>
                  </a:cubicBezTo>
                  <a:cubicBezTo>
                    <a:pt x="424" y="32"/>
                    <a:pt x="561" y="8"/>
                    <a:pt x="624" y="0"/>
                  </a:cubicBezTo>
                </a:path>
              </a:pathLst>
            </a:custGeom>
            <a:noFill/>
            <a:ln w="9525">
              <a:solidFill>
                <a:schemeClr val="tx1"/>
              </a:solidFill>
              <a:round/>
              <a:headEnd/>
              <a:tailEnd/>
            </a:ln>
            <a:effectLst/>
          </p:spPr>
          <p:txBody>
            <a:bodyPr wrap="none"/>
            <a:lstStyle/>
            <a:p>
              <a:endParaRPr lang="zh-CN" altLang="en-US" sz="2800"/>
            </a:p>
          </p:txBody>
        </p:sp>
        <p:sp>
          <p:nvSpPr>
            <p:cNvPr id="88" name="Line 36"/>
            <p:cNvSpPr>
              <a:spLocks noChangeShapeType="1"/>
            </p:cNvSpPr>
            <p:nvPr/>
          </p:nvSpPr>
          <p:spPr bwMode="auto">
            <a:xfrm>
              <a:off x="1360" y="1536"/>
              <a:ext cx="0" cy="393"/>
            </a:xfrm>
            <a:prstGeom prst="line">
              <a:avLst/>
            </a:prstGeom>
            <a:noFill/>
            <a:ln w="25400">
              <a:solidFill>
                <a:srgbClr val="FF00FF"/>
              </a:solidFill>
              <a:round/>
              <a:headEnd/>
              <a:tailEnd/>
            </a:ln>
            <a:effectLst/>
          </p:spPr>
          <p:txBody>
            <a:bodyPr wrap="none"/>
            <a:lstStyle/>
            <a:p>
              <a:endParaRPr lang="zh-CN" altLang="en-US" sz="2800"/>
            </a:p>
          </p:txBody>
        </p:sp>
        <p:sp>
          <p:nvSpPr>
            <p:cNvPr id="89" name="Freeform 37"/>
            <p:cNvSpPr>
              <a:spLocks/>
            </p:cNvSpPr>
            <p:nvPr/>
          </p:nvSpPr>
          <p:spPr bwMode="auto">
            <a:xfrm>
              <a:off x="2304" y="1624"/>
              <a:ext cx="816" cy="56"/>
            </a:xfrm>
            <a:custGeom>
              <a:avLst/>
              <a:gdLst/>
              <a:ahLst/>
              <a:cxnLst>
                <a:cxn ang="0">
                  <a:pos x="0" y="0"/>
                </a:cxn>
                <a:cxn ang="0">
                  <a:pos x="1096" y="8"/>
                </a:cxn>
              </a:cxnLst>
              <a:rect l="0" t="0" r="r" b="b"/>
              <a:pathLst>
                <a:path w="1096" h="8">
                  <a:moveTo>
                    <a:pt x="0" y="0"/>
                  </a:moveTo>
                  <a:cubicBezTo>
                    <a:pt x="183" y="1"/>
                    <a:pt x="868" y="6"/>
                    <a:pt x="1096" y="8"/>
                  </a:cubicBezTo>
                </a:path>
              </a:pathLst>
            </a:custGeom>
            <a:noFill/>
            <a:ln w="28575" cmpd="sng">
              <a:solidFill>
                <a:schemeClr val="tx1"/>
              </a:solidFill>
              <a:round/>
              <a:headEnd/>
              <a:tailEnd/>
            </a:ln>
            <a:effectLst/>
          </p:spPr>
          <p:txBody>
            <a:bodyPr wrap="none"/>
            <a:lstStyle/>
            <a:p>
              <a:endParaRPr lang="zh-CN" altLang="en-US" sz="2800"/>
            </a:p>
          </p:txBody>
        </p:sp>
        <p:sp>
          <p:nvSpPr>
            <p:cNvPr id="90" name="Oval 38"/>
            <p:cNvSpPr>
              <a:spLocks noChangeArrowheads="1"/>
            </p:cNvSpPr>
            <p:nvPr/>
          </p:nvSpPr>
          <p:spPr bwMode="auto">
            <a:xfrm>
              <a:off x="3095" y="1680"/>
              <a:ext cx="46" cy="48"/>
            </a:xfrm>
            <a:prstGeom prst="ellipse">
              <a:avLst/>
            </a:prstGeom>
            <a:solidFill>
              <a:schemeClr val="accent1"/>
            </a:solidFill>
            <a:ln w="28575">
              <a:solidFill>
                <a:schemeClr val="tx1"/>
              </a:solidFill>
              <a:round/>
              <a:headEnd/>
              <a:tailEnd/>
            </a:ln>
            <a:effectLst/>
          </p:spPr>
          <p:txBody>
            <a:bodyPr wrap="none" anchor="ctr"/>
            <a:lstStyle/>
            <a:p>
              <a:endParaRPr lang="zh-CN" altLang="en-US" sz="2800"/>
            </a:p>
          </p:txBody>
        </p:sp>
        <p:sp>
          <p:nvSpPr>
            <p:cNvPr id="91" name="Line 39"/>
            <p:cNvSpPr>
              <a:spLocks noChangeShapeType="1"/>
            </p:cNvSpPr>
            <p:nvPr/>
          </p:nvSpPr>
          <p:spPr bwMode="auto">
            <a:xfrm flipH="1">
              <a:off x="1844" y="1584"/>
              <a:ext cx="122" cy="384"/>
            </a:xfrm>
            <a:prstGeom prst="line">
              <a:avLst/>
            </a:prstGeom>
            <a:noFill/>
            <a:ln w="12700">
              <a:solidFill>
                <a:schemeClr val="tx1"/>
              </a:solidFill>
              <a:round/>
              <a:headEnd/>
              <a:tailEnd/>
            </a:ln>
            <a:effectLst/>
          </p:spPr>
          <p:txBody>
            <a:bodyPr wrap="none"/>
            <a:lstStyle/>
            <a:p>
              <a:endParaRPr lang="zh-CN" altLang="en-US" sz="2800"/>
            </a:p>
          </p:txBody>
        </p:sp>
        <p:sp>
          <p:nvSpPr>
            <p:cNvPr id="92" name="Line 40"/>
            <p:cNvSpPr>
              <a:spLocks noChangeShapeType="1"/>
            </p:cNvSpPr>
            <p:nvPr/>
          </p:nvSpPr>
          <p:spPr bwMode="auto">
            <a:xfrm>
              <a:off x="1556" y="1536"/>
              <a:ext cx="0" cy="48"/>
            </a:xfrm>
            <a:prstGeom prst="line">
              <a:avLst/>
            </a:prstGeom>
            <a:noFill/>
            <a:ln w="28575">
              <a:solidFill>
                <a:srgbClr val="FF33CC"/>
              </a:solidFill>
              <a:round/>
              <a:headEnd/>
              <a:tailEnd/>
            </a:ln>
            <a:effectLst/>
          </p:spPr>
          <p:txBody>
            <a:bodyPr wrap="none"/>
            <a:lstStyle/>
            <a:p>
              <a:endParaRPr lang="zh-CN" altLang="en-US" sz="2800"/>
            </a:p>
          </p:txBody>
        </p:sp>
        <p:sp>
          <p:nvSpPr>
            <p:cNvPr id="93" name="Line 41"/>
            <p:cNvSpPr>
              <a:spLocks noChangeShapeType="1"/>
            </p:cNvSpPr>
            <p:nvPr/>
          </p:nvSpPr>
          <p:spPr bwMode="auto">
            <a:xfrm>
              <a:off x="1956" y="1536"/>
              <a:ext cx="0" cy="96"/>
            </a:xfrm>
            <a:prstGeom prst="line">
              <a:avLst/>
            </a:prstGeom>
            <a:noFill/>
            <a:ln w="28575">
              <a:solidFill>
                <a:srgbClr val="FF33CC"/>
              </a:solidFill>
              <a:round/>
              <a:headEnd/>
              <a:tailEnd/>
            </a:ln>
            <a:effectLst/>
          </p:spPr>
          <p:txBody>
            <a:bodyPr wrap="none"/>
            <a:lstStyle/>
            <a:p>
              <a:endParaRPr lang="zh-CN" altLang="en-US" sz="2800"/>
            </a:p>
          </p:txBody>
        </p:sp>
        <p:sp>
          <p:nvSpPr>
            <p:cNvPr id="94" name="Rectangle 42"/>
            <p:cNvSpPr>
              <a:spLocks noChangeArrowheads="1"/>
            </p:cNvSpPr>
            <p:nvPr/>
          </p:nvSpPr>
          <p:spPr bwMode="auto">
            <a:xfrm rot="3337161">
              <a:off x="1626" y="1208"/>
              <a:ext cx="336" cy="1117"/>
            </a:xfrm>
            <a:prstGeom prst="rect">
              <a:avLst/>
            </a:prstGeom>
            <a:solidFill>
              <a:schemeClr val="bg1"/>
            </a:solidFill>
            <a:ln w="9525">
              <a:noFill/>
              <a:miter lim="800000"/>
              <a:headEnd/>
              <a:tailEnd/>
            </a:ln>
            <a:effectLst/>
          </p:spPr>
          <p:txBody>
            <a:bodyPr wrap="none" anchor="ctr"/>
            <a:lstStyle/>
            <a:p>
              <a:endParaRPr lang="zh-CN" altLang="en-US" sz="2800"/>
            </a:p>
          </p:txBody>
        </p:sp>
        <p:sp>
          <p:nvSpPr>
            <p:cNvPr id="95" name="Rectangle 43"/>
            <p:cNvSpPr>
              <a:spLocks noChangeArrowheads="1"/>
            </p:cNvSpPr>
            <p:nvPr/>
          </p:nvSpPr>
          <p:spPr bwMode="auto">
            <a:xfrm>
              <a:off x="1248" y="1968"/>
              <a:ext cx="528" cy="480"/>
            </a:xfrm>
            <a:prstGeom prst="rect">
              <a:avLst/>
            </a:prstGeom>
            <a:solidFill>
              <a:schemeClr val="bg1"/>
            </a:solidFill>
            <a:ln w="9525">
              <a:noFill/>
              <a:miter lim="800000"/>
              <a:headEnd/>
              <a:tailEnd/>
            </a:ln>
            <a:effectLst/>
          </p:spPr>
          <p:txBody>
            <a:bodyPr wrap="none" anchor="ctr"/>
            <a:lstStyle/>
            <a:p>
              <a:endParaRPr lang="zh-CN" altLang="en-US" sz="2800"/>
            </a:p>
          </p:txBody>
        </p:sp>
        <p:sp>
          <p:nvSpPr>
            <p:cNvPr id="96" name="AutoShape 44"/>
            <p:cNvSpPr>
              <a:spLocks noChangeArrowheads="1"/>
            </p:cNvSpPr>
            <p:nvPr/>
          </p:nvSpPr>
          <p:spPr bwMode="auto">
            <a:xfrm rot="-2157804">
              <a:off x="1051" y="1809"/>
              <a:ext cx="918" cy="300"/>
            </a:xfrm>
            <a:prstGeom prst="parallelogram">
              <a:avLst>
                <a:gd name="adj" fmla="val 76500"/>
              </a:avLst>
            </a:prstGeom>
            <a:solidFill>
              <a:schemeClr val="accent1"/>
            </a:solidFill>
            <a:ln w="12700">
              <a:solidFill>
                <a:schemeClr val="tx1"/>
              </a:solidFill>
              <a:miter lim="800000"/>
              <a:headEnd/>
              <a:tailEnd/>
            </a:ln>
            <a:effectLst/>
          </p:spPr>
          <p:txBody>
            <a:bodyPr wrap="none" anchor="ctr"/>
            <a:lstStyle/>
            <a:p>
              <a:endParaRPr lang="zh-CN" altLang="en-US" sz="2800"/>
            </a:p>
          </p:txBody>
        </p:sp>
        <p:sp>
          <p:nvSpPr>
            <p:cNvPr id="97" name="Line 45"/>
            <p:cNvSpPr>
              <a:spLocks noChangeShapeType="1"/>
            </p:cNvSpPr>
            <p:nvPr/>
          </p:nvSpPr>
          <p:spPr bwMode="auto">
            <a:xfrm flipH="1">
              <a:off x="1776" y="1632"/>
              <a:ext cx="528" cy="336"/>
            </a:xfrm>
            <a:prstGeom prst="line">
              <a:avLst/>
            </a:prstGeom>
            <a:noFill/>
            <a:ln w="19050">
              <a:solidFill>
                <a:schemeClr val="tx1"/>
              </a:solidFill>
              <a:round/>
              <a:headEnd/>
              <a:tailEnd/>
            </a:ln>
            <a:effectLst/>
          </p:spPr>
          <p:txBody>
            <a:bodyPr wrap="none"/>
            <a:lstStyle/>
            <a:p>
              <a:endParaRPr lang="zh-CN" altLang="en-US" sz="2800"/>
            </a:p>
          </p:txBody>
        </p:sp>
        <p:sp>
          <p:nvSpPr>
            <p:cNvPr id="98" name="Line 46"/>
            <p:cNvSpPr>
              <a:spLocks noChangeShapeType="1"/>
            </p:cNvSpPr>
            <p:nvPr/>
          </p:nvSpPr>
          <p:spPr bwMode="auto">
            <a:xfrm>
              <a:off x="1776" y="1968"/>
              <a:ext cx="0" cy="432"/>
            </a:xfrm>
            <a:prstGeom prst="line">
              <a:avLst/>
            </a:prstGeom>
            <a:noFill/>
            <a:ln w="12700">
              <a:solidFill>
                <a:schemeClr val="tx1"/>
              </a:solidFill>
              <a:round/>
              <a:headEnd/>
              <a:tailEnd/>
            </a:ln>
            <a:effectLst/>
          </p:spPr>
          <p:txBody>
            <a:bodyPr wrap="none"/>
            <a:lstStyle/>
            <a:p>
              <a:endParaRPr lang="zh-CN" altLang="en-US" sz="2800"/>
            </a:p>
          </p:txBody>
        </p:sp>
        <p:sp>
          <p:nvSpPr>
            <p:cNvPr id="99" name="Freeform 47"/>
            <p:cNvSpPr>
              <a:spLocks/>
            </p:cNvSpPr>
            <p:nvPr/>
          </p:nvSpPr>
          <p:spPr bwMode="auto">
            <a:xfrm>
              <a:off x="1632" y="1536"/>
              <a:ext cx="1468" cy="64"/>
            </a:xfrm>
            <a:custGeom>
              <a:avLst/>
              <a:gdLst/>
              <a:ahLst/>
              <a:cxnLst>
                <a:cxn ang="0">
                  <a:pos x="0" y="112"/>
                </a:cxn>
                <a:cxn ang="0">
                  <a:pos x="480" y="56"/>
                </a:cxn>
                <a:cxn ang="0">
                  <a:pos x="1544" y="0"/>
                </a:cxn>
              </a:cxnLst>
              <a:rect l="0" t="0" r="r" b="b"/>
              <a:pathLst>
                <a:path w="1544" h="112">
                  <a:moveTo>
                    <a:pt x="0" y="112"/>
                  </a:moveTo>
                  <a:cubicBezTo>
                    <a:pt x="80" y="103"/>
                    <a:pt x="223" y="75"/>
                    <a:pt x="480" y="56"/>
                  </a:cubicBezTo>
                  <a:cubicBezTo>
                    <a:pt x="737" y="37"/>
                    <a:pt x="1322" y="12"/>
                    <a:pt x="1544" y="0"/>
                  </a:cubicBezTo>
                </a:path>
              </a:pathLst>
            </a:custGeom>
            <a:noFill/>
            <a:ln w="28575" cmpd="sng">
              <a:solidFill>
                <a:schemeClr val="tx1"/>
              </a:solidFill>
              <a:round/>
              <a:headEnd/>
              <a:tailEnd/>
            </a:ln>
            <a:effectLst/>
          </p:spPr>
          <p:txBody>
            <a:bodyPr wrap="none"/>
            <a:lstStyle/>
            <a:p>
              <a:endParaRPr lang="zh-CN" altLang="en-US" sz="2800"/>
            </a:p>
          </p:txBody>
        </p:sp>
        <p:sp>
          <p:nvSpPr>
            <p:cNvPr id="100" name="Freeform 48"/>
            <p:cNvSpPr>
              <a:spLocks/>
            </p:cNvSpPr>
            <p:nvPr/>
          </p:nvSpPr>
          <p:spPr bwMode="auto">
            <a:xfrm>
              <a:off x="1248" y="1976"/>
              <a:ext cx="1040" cy="72"/>
            </a:xfrm>
            <a:custGeom>
              <a:avLst/>
              <a:gdLst/>
              <a:ahLst/>
              <a:cxnLst>
                <a:cxn ang="0">
                  <a:pos x="0" y="0"/>
                </a:cxn>
                <a:cxn ang="0">
                  <a:pos x="352" y="56"/>
                </a:cxn>
                <a:cxn ang="0">
                  <a:pos x="728" y="72"/>
                </a:cxn>
                <a:cxn ang="0">
                  <a:pos x="1040" y="54"/>
                </a:cxn>
              </a:cxnLst>
              <a:rect l="0" t="0" r="r" b="b"/>
              <a:pathLst>
                <a:path w="1040" h="72">
                  <a:moveTo>
                    <a:pt x="0" y="0"/>
                  </a:moveTo>
                  <a:cubicBezTo>
                    <a:pt x="60" y="11"/>
                    <a:pt x="231" y="44"/>
                    <a:pt x="352" y="56"/>
                  </a:cubicBezTo>
                  <a:cubicBezTo>
                    <a:pt x="473" y="68"/>
                    <a:pt x="613" y="72"/>
                    <a:pt x="728" y="72"/>
                  </a:cubicBezTo>
                  <a:cubicBezTo>
                    <a:pt x="843" y="72"/>
                    <a:pt x="975" y="58"/>
                    <a:pt x="1040" y="54"/>
                  </a:cubicBezTo>
                </a:path>
              </a:pathLst>
            </a:custGeom>
            <a:noFill/>
            <a:ln w="38100" cap="flat" cmpd="sng">
              <a:solidFill>
                <a:srgbClr val="3366FF"/>
              </a:solidFill>
              <a:prstDash val="dash"/>
              <a:round/>
              <a:headEnd/>
              <a:tailEnd/>
            </a:ln>
            <a:effectLst/>
          </p:spPr>
          <p:txBody>
            <a:bodyPr wrap="none"/>
            <a:lstStyle/>
            <a:p>
              <a:endParaRPr lang="zh-CN" altLang="en-US" sz="2800"/>
            </a:p>
          </p:txBody>
        </p:sp>
        <p:sp>
          <p:nvSpPr>
            <p:cNvPr id="101" name="AutoShape 49"/>
            <p:cNvSpPr>
              <a:spLocks noChangeArrowheads="1"/>
            </p:cNvSpPr>
            <p:nvPr/>
          </p:nvSpPr>
          <p:spPr bwMode="auto">
            <a:xfrm>
              <a:off x="641" y="715"/>
              <a:ext cx="2191" cy="821"/>
            </a:xfrm>
            <a:prstGeom prst="cube">
              <a:avLst>
                <a:gd name="adj" fmla="val 48454"/>
              </a:avLst>
            </a:prstGeom>
            <a:gradFill rotWithShape="0">
              <a:gsLst>
                <a:gs pos="0">
                  <a:srgbClr val="FFEFD1"/>
                </a:gs>
                <a:gs pos="64999">
                  <a:srgbClr val="F0EBD5"/>
                </a:gs>
                <a:gs pos="100000">
                  <a:srgbClr val="D1C39F"/>
                </a:gs>
              </a:gsLst>
              <a:lin ang="5400000" scaled="0"/>
            </a:gradFill>
            <a:ln w="9525">
              <a:solidFill>
                <a:schemeClr val="tx1"/>
              </a:solidFill>
              <a:miter lim="800000"/>
              <a:headEnd/>
              <a:tailEnd/>
            </a:ln>
            <a:effectLst/>
          </p:spPr>
          <p:txBody>
            <a:bodyPr wrap="none" anchor="ctr"/>
            <a:lstStyle/>
            <a:p>
              <a:endParaRPr lang="zh-CN" altLang="en-US" sz="2800"/>
            </a:p>
          </p:txBody>
        </p:sp>
        <p:sp>
          <p:nvSpPr>
            <p:cNvPr id="102" name="AutoShape 50" descr="大棋盘"/>
            <p:cNvSpPr>
              <a:spLocks noChangeArrowheads="1"/>
            </p:cNvSpPr>
            <p:nvPr/>
          </p:nvSpPr>
          <p:spPr bwMode="auto">
            <a:xfrm>
              <a:off x="624" y="720"/>
              <a:ext cx="2187" cy="384"/>
            </a:xfrm>
            <a:prstGeom prst="parallelogram">
              <a:avLst>
                <a:gd name="adj" fmla="val 99220"/>
              </a:avLst>
            </a:prstGeom>
            <a:gradFill>
              <a:gsLst>
                <a:gs pos="0">
                  <a:srgbClr val="FFEFD1"/>
                </a:gs>
                <a:gs pos="64999">
                  <a:srgbClr val="F0EBD5"/>
                </a:gs>
                <a:gs pos="100000">
                  <a:srgbClr val="D1C39F"/>
                </a:gs>
              </a:gsLst>
              <a:lin ang="5400000" scaled="0"/>
            </a:gradFill>
            <a:ln w="9525">
              <a:solidFill>
                <a:schemeClr val="tx1"/>
              </a:solidFill>
              <a:miter lim="800000"/>
              <a:headEnd/>
              <a:tailEnd/>
            </a:ln>
            <a:effectLst/>
          </p:spPr>
          <p:txBody>
            <a:bodyPr wrap="none" anchor="ctr"/>
            <a:lstStyle/>
            <a:p>
              <a:endParaRPr lang="zh-CN" altLang="en-US" sz="2800"/>
            </a:p>
          </p:txBody>
        </p:sp>
        <p:sp>
          <p:nvSpPr>
            <p:cNvPr id="103" name="Line 51"/>
            <p:cNvSpPr>
              <a:spLocks noChangeShapeType="1"/>
            </p:cNvSpPr>
            <p:nvPr/>
          </p:nvSpPr>
          <p:spPr bwMode="auto">
            <a:xfrm>
              <a:off x="1575" y="2112"/>
              <a:ext cx="0" cy="480"/>
            </a:xfrm>
            <a:prstGeom prst="line">
              <a:avLst/>
            </a:prstGeom>
            <a:noFill/>
            <a:ln w="25400">
              <a:solidFill>
                <a:srgbClr val="FF00FF"/>
              </a:solidFill>
              <a:round/>
              <a:headEnd/>
              <a:tailEnd type="triangle" w="sm" len="lg"/>
            </a:ln>
            <a:effectLst/>
          </p:spPr>
          <p:txBody>
            <a:bodyPr wrap="none" anchor="ctr"/>
            <a:lstStyle/>
            <a:p>
              <a:endParaRPr lang="zh-CN" altLang="en-US" sz="2800"/>
            </a:p>
          </p:txBody>
        </p:sp>
        <p:sp>
          <p:nvSpPr>
            <p:cNvPr id="104" name="Freeform 52"/>
            <p:cNvSpPr>
              <a:spLocks/>
            </p:cNvSpPr>
            <p:nvPr/>
          </p:nvSpPr>
          <p:spPr bwMode="auto">
            <a:xfrm>
              <a:off x="1362" y="2274"/>
              <a:ext cx="1" cy="570"/>
            </a:xfrm>
            <a:custGeom>
              <a:avLst/>
              <a:gdLst/>
              <a:ahLst/>
              <a:cxnLst>
                <a:cxn ang="0">
                  <a:pos x="0" y="0"/>
                </a:cxn>
                <a:cxn ang="0">
                  <a:pos x="0" y="570"/>
                </a:cxn>
              </a:cxnLst>
              <a:rect l="0" t="0" r="r" b="b"/>
              <a:pathLst>
                <a:path w="1" h="570">
                  <a:moveTo>
                    <a:pt x="0" y="0"/>
                  </a:moveTo>
                  <a:lnTo>
                    <a:pt x="0" y="570"/>
                  </a:lnTo>
                </a:path>
              </a:pathLst>
            </a:custGeom>
            <a:noFill/>
            <a:ln w="25400">
              <a:solidFill>
                <a:srgbClr val="FF00FF"/>
              </a:solidFill>
              <a:round/>
              <a:headEnd/>
              <a:tailEnd type="triangle" w="sm" len="lg"/>
            </a:ln>
            <a:effectLst/>
          </p:spPr>
          <p:txBody>
            <a:bodyPr wrap="none" anchor="ctr"/>
            <a:lstStyle/>
            <a:p>
              <a:endParaRPr lang="zh-CN" altLang="en-US" sz="2800"/>
            </a:p>
          </p:txBody>
        </p:sp>
        <p:sp>
          <p:nvSpPr>
            <p:cNvPr id="105" name="Line 53"/>
            <p:cNvSpPr>
              <a:spLocks noChangeShapeType="1"/>
            </p:cNvSpPr>
            <p:nvPr/>
          </p:nvSpPr>
          <p:spPr bwMode="auto">
            <a:xfrm>
              <a:off x="1824" y="1536"/>
              <a:ext cx="0" cy="384"/>
            </a:xfrm>
            <a:prstGeom prst="line">
              <a:avLst/>
            </a:prstGeom>
            <a:noFill/>
            <a:ln w="25400">
              <a:solidFill>
                <a:srgbClr val="FF00FF"/>
              </a:solidFill>
              <a:round/>
              <a:headEnd/>
              <a:tailEnd/>
            </a:ln>
            <a:effectLst/>
          </p:spPr>
          <p:txBody>
            <a:bodyPr wrap="none"/>
            <a:lstStyle/>
            <a:p>
              <a:endParaRPr lang="zh-CN" altLang="en-US" sz="2800"/>
            </a:p>
          </p:txBody>
        </p:sp>
        <p:sp>
          <p:nvSpPr>
            <p:cNvPr id="106" name="Line 54"/>
            <p:cNvSpPr>
              <a:spLocks noChangeShapeType="1"/>
            </p:cNvSpPr>
            <p:nvPr/>
          </p:nvSpPr>
          <p:spPr bwMode="auto">
            <a:xfrm>
              <a:off x="2016" y="1536"/>
              <a:ext cx="0" cy="288"/>
            </a:xfrm>
            <a:prstGeom prst="line">
              <a:avLst/>
            </a:prstGeom>
            <a:noFill/>
            <a:ln w="19050">
              <a:solidFill>
                <a:srgbClr val="FF00FF"/>
              </a:solidFill>
              <a:round/>
              <a:headEnd/>
              <a:tailEnd/>
            </a:ln>
            <a:effectLst/>
          </p:spPr>
          <p:txBody>
            <a:bodyPr wrap="none"/>
            <a:lstStyle/>
            <a:p>
              <a:endParaRPr lang="zh-CN" altLang="en-US" sz="2800"/>
            </a:p>
          </p:txBody>
        </p:sp>
        <p:sp>
          <p:nvSpPr>
            <p:cNvPr id="107" name="Line 55"/>
            <p:cNvSpPr>
              <a:spLocks noChangeShapeType="1"/>
            </p:cNvSpPr>
            <p:nvPr/>
          </p:nvSpPr>
          <p:spPr bwMode="auto">
            <a:xfrm>
              <a:off x="2208" y="1536"/>
              <a:ext cx="0" cy="384"/>
            </a:xfrm>
            <a:prstGeom prst="line">
              <a:avLst/>
            </a:prstGeom>
            <a:noFill/>
            <a:ln w="25400">
              <a:solidFill>
                <a:srgbClr val="FF00FF"/>
              </a:solidFill>
              <a:round/>
              <a:headEnd/>
              <a:tailEnd/>
            </a:ln>
            <a:effectLst/>
          </p:spPr>
          <p:txBody>
            <a:bodyPr wrap="none"/>
            <a:lstStyle/>
            <a:p>
              <a:endParaRPr lang="zh-CN" altLang="en-US" sz="2800"/>
            </a:p>
          </p:txBody>
        </p:sp>
        <p:sp>
          <p:nvSpPr>
            <p:cNvPr id="108" name="Text Box 56"/>
            <p:cNvSpPr txBox="1">
              <a:spLocks noChangeArrowheads="1"/>
            </p:cNvSpPr>
            <p:nvPr/>
          </p:nvSpPr>
          <p:spPr bwMode="auto">
            <a:xfrm>
              <a:off x="1488" y="1632"/>
              <a:ext cx="266" cy="330"/>
            </a:xfrm>
            <a:prstGeom prst="rect">
              <a:avLst/>
            </a:prstGeom>
            <a:noFill/>
            <a:ln w="9525">
              <a:noFill/>
              <a:miter lim="800000"/>
              <a:headEnd/>
              <a:tailEnd/>
            </a:ln>
            <a:effectLst/>
          </p:spPr>
          <p:txBody>
            <a:bodyPr wrap="none">
              <a:spAutoFit/>
            </a:bodyPr>
            <a:lstStyle/>
            <a:p>
              <a:r>
                <a:rPr lang="en-US" altLang="zh-CN" sz="2800">
                  <a:solidFill>
                    <a:srgbClr val="FF0000"/>
                  </a:solidFill>
                </a:rPr>
                <a:t>O</a:t>
              </a:r>
            </a:p>
          </p:txBody>
        </p:sp>
        <p:sp>
          <p:nvSpPr>
            <p:cNvPr id="109" name="Text Box 57"/>
            <p:cNvSpPr txBox="1">
              <a:spLocks noChangeArrowheads="1"/>
            </p:cNvSpPr>
            <p:nvPr/>
          </p:nvSpPr>
          <p:spPr bwMode="auto">
            <a:xfrm>
              <a:off x="2976" y="1392"/>
              <a:ext cx="394" cy="330"/>
            </a:xfrm>
            <a:prstGeom prst="rect">
              <a:avLst/>
            </a:prstGeom>
            <a:noFill/>
            <a:ln w="9525">
              <a:noFill/>
              <a:miter lim="800000"/>
              <a:headEnd/>
              <a:tailEnd/>
            </a:ln>
            <a:effectLst/>
          </p:spPr>
          <p:txBody>
            <a:bodyPr>
              <a:spAutoFit/>
            </a:bodyPr>
            <a:lstStyle/>
            <a:p>
              <a:r>
                <a:rPr lang="zh-CN" altLang="en-US" sz="2800">
                  <a:solidFill>
                    <a:srgbClr val="FF0000"/>
                  </a:solidFill>
                </a:rPr>
                <a:t>~</a:t>
              </a:r>
            </a:p>
          </p:txBody>
        </p:sp>
        <p:sp>
          <p:nvSpPr>
            <p:cNvPr id="110" name="Text Box 58"/>
            <p:cNvSpPr txBox="1">
              <a:spLocks noChangeArrowheads="1"/>
            </p:cNvSpPr>
            <p:nvPr/>
          </p:nvSpPr>
          <p:spPr bwMode="auto">
            <a:xfrm>
              <a:off x="1344" y="1104"/>
              <a:ext cx="263" cy="330"/>
            </a:xfrm>
            <a:prstGeom prst="rect">
              <a:avLst/>
            </a:prstGeom>
            <a:noFill/>
            <a:ln w="9525">
              <a:noFill/>
              <a:miter lim="800000"/>
              <a:headEnd/>
              <a:tailEnd/>
            </a:ln>
            <a:effectLst/>
          </p:spPr>
          <p:txBody>
            <a:bodyPr wrap="none">
              <a:spAutoFit/>
            </a:bodyPr>
            <a:lstStyle/>
            <a:p>
              <a:r>
                <a:rPr lang="en-US" altLang="zh-CN" sz="2800">
                  <a:solidFill>
                    <a:srgbClr val="FF0000"/>
                  </a:solidFill>
                </a:rPr>
                <a:t>N</a:t>
              </a:r>
            </a:p>
          </p:txBody>
        </p:sp>
        <p:sp>
          <p:nvSpPr>
            <p:cNvPr id="111" name="Line 59"/>
            <p:cNvSpPr>
              <a:spLocks noChangeShapeType="1"/>
            </p:cNvSpPr>
            <p:nvPr/>
          </p:nvSpPr>
          <p:spPr bwMode="auto">
            <a:xfrm>
              <a:off x="1200" y="1920"/>
              <a:ext cx="0" cy="48"/>
            </a:xfrm>
            <a:prstGeom prst="line">
              <a:avLst/>
            </a:prstGeom>
            <a:noFill/>
            <a:ln w="76200">
              <a:solidFill>
                <a:schemeClr val="accent1"/>
              </a:solidFill>
              <a:round/>
              <a:headEnd/>
              <a:tailEnd/>
            </a:ln>
            <a:effectLst/>
          </p:spPr>
          <p:txBody>
            <a:bodyPr wrap="none"/>
            <a:lstStyle/>
            <a:p>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9989"/>
                                        </p:tgtEl>
                                        <p:attrNameLst>
                                          <p:attrName>style.visibility</p:attrName>
                                        </p:attrNameLst>
                                      </p:cBhvr>
                                      <p:to>
                                        <p:strVal val="visible"/>
                                      </p:to>
                                    </p:set>
                                    <p:animEffect transition="in" filter="dissolve">
                                      <p:cBhvr>
                                        <p:cTn id="7" dur="500"/>
                                        <p:tgtEl>
                                          <p:spTgt spid="1699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9986"/>
                                        </p:tgtEl>
                                        <p:attrNameLst>
                                          <p:attrName>style.visibility</p:attrName>
                                        </p:attrNameLst>
                                      </p:cBhvr>
                                      <p:to>
                                        <p:strVal val="visible"/>
                                      </p:to>
                                    </p:set>
                                    <p:animEffect transition="in" filter="blinds(vertical)">
                                      <p:cBhvr>
                                        <p:cTn id="12" dur="500"/>
                                        <p:tgtEl>
                                          <p:spTgt spid="16998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69990"/>
                                        </p:tgtEl>
                                        <p:attrNameLst>
                                          <p:attrName>style.visibility</p:attrName>
                                        </p:attrNameLst>
                                      </p:cBhvr>
                                      <p:to>
                                        <p:strVal val="visible"/>
                                      </p:to>
                                    </p:set>
                                    <p:animEffect transition="in" filter="checkerboard(across)">
                                      <p:cBhvr>
                                        <p:cTn id="17" dur="500"/>
                                        <p:tgtEl>
                                          <p:spTgt spid="1699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69987"/>
                                        </p:tgtEl>
                                        <p:attrNameLst>
                                          <p:attrName>style.visibility</p:attrName>
                                        </p:attrNameLst>
                                      </p:cBhvr>
                                      <p:to>
                                        <p:strVal val="visible"/>
                                      </p:to>
                                    </p:set>
                                    <p:animEffect transition="in" filter="blinds(vertical)">
                                      <p:cBhvr>
                                        <p:cTn id="22" dur="500"/>
                                        <p:tgtEl>
                                          <p:spTgt spid="16998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69988"/>
                                        </p:tgtEl>
                                        <p:attrNameLst>
                                          <p:attrName>style.visibility</p:attrName>
                                        </p:attrNameLst>
                                      </p:cBhvr>
                                      <p:to>
                                        <p:strVal val="visible"/>
                                      </p:to>
                                    </p:set>
                                    <p:animEffect transition="in" filter="blinds(vertical)">
                                      <p:cBhvr>
                                        <p:cTn id="27" dur="500"/>
                                        <p:tgtEl>
                                          <p:spTgt spid="16998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69991"/>
                                        </p:tgtEl>
                                        <p:attrNameLst>
                                          <p:attrName>style.visibility</p:attrName>
                                        </p:attrNameLst>
                                      </p:cBhvr>
                                      <p:to>
                                        <p:strVal val="visible"/>
                                      </p:to>
                                    </p:set>
                                    <p:animEffect transition="in" filter="blinds(vertical)">
                                      <p:cBhvr>
                                        <p:cTn id="32" dur="500"/>
                                        <p:tgtEl>
                                          <p:spTgt spid="169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9" grpId="0" autoUpdateAnimBg="0"/>
      <p:bldP spid="169990"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10" name="Picture 2"/>
          <p:cNvPicPr>
            <a:picLocks noChangeAspect="1" noChangeArrowheads="1"/>
          </p:cNvPicPr>
          <p:nvPr/>
        </p:nvPicPr>
        <p:blipFill>
          <a:blip r:embed="rId2"/>
          <a:srcRect/>
          <a:stretch>
            <a:fillRect/>
          </a:stretch>
        </p:blipFill>
        <p:spPr bwMode="auto">
          <a:xfrm>
            <a:off x="746125" y="609600"/>
            <a:ext cx="5257800" cy="5486400"/>
          </a:xfrm>
          <a:prstGeom prst="rect">
            <a:avLst/>
          </a:prstGeom>
          <a:noFill/>
          <a:ln w="12700">
            <a:solidFill>
              <a:schemeClr val="tx2"/>
            </a:solidFill>
            <a:miter lim="800000"/>
            <a:headEnd/>
            <a:tailEnd/>
          </a:ln>
          <a:effectLst/>
        </p:spPr>
      </p:pic>
      <p:sp>
        <p:nvSpPr>
          <p:cNvPr id="171011" name="Text Box 3"/>
          <p:cNvSpPr txBox="1">
            <a:spLocks noChangeArrowheads="1"/>
          </p:cNvSpPr>
          <p:nvPr/>
        </p:nvSpPr>
        <p:spPr bwMode="auto">
          <a:xfrm>
            <a:off x="6826250" y="882650"/>
            <a:ext cx="184150" cy="519113"/>
          </a:xfrm>
          <a:prstGeom prst="rect">
            <a:avLst/>
          </a:prstGeom>
          <a:noFill/>
          <a:ln w="9525">
            <a:noFill/>
            <a:miter lim="800000"/>
            <a:headEnd/>
            <a:tailEnd/>
          </a:ln>
          <a:effectLst/>
        </p:spPr>
        <p:txBody>
          <a:bodyPr wrap="none">
            <a:spAutoFit/>
          </a:bodyPr>
          <a:lstStyle/>
          <a:p>
            <a:endParaRPr lang="zh-CN" altLang="en-US" sz="2800">
              <a:solidFill>
                <a:srgbClr val="1C1C1C"/>
              </a:solidFill>
            </a:endParaRPr>
          </a:p>
        </p:txBody>
      </p:sp>
      <p:sp>
        <p:nvSpPr>
          <p:cNvPr id="171012" name="Text Box 4"/>
          <p:cNvSpPr txBox="1">
            <a:spLocks noChangeArrowheads="1"/>
          </p:cNvSpPr>
          <p:nvPr/>
        </p:nvSpPr>
        <p:spPr bwMode="auto">
          <a:xfrm>
            <a:off x="6324600" y="990600"/>
            <a:ext cx="2209800" cy="4546600"/>
          </a:xfrm>
          <a:prstGeom prst="rect">
            <a:avLst/>
          </a:prstGeom>
          <a:gradFill rotWithShape="0">
            <a:gsLst>
              <a:gs pos="0">
                <a:schemeClr val="bg1"/>
              </a:gs>
              <a:gs pos="100000">
                <a:schemeClr val="accent1"/>
              </a:gs>
            </a:gsLst>
            <a:lin ang="5400000" scaled="1"/>
          </a:gradFill>
          <a:ln w="9525">
            <a:solidFill>
              <a:schemeClr val="tx2"/>
            </a:solidFill>
            <a:miter lim="800000"/>
            <a:headEnd/>
            <a:tailEnd/>
          </a:ln>
          <a:effectLst/>
        </p:spPr>
        <p:txBody>
          <a:bodyPr>
            <a:spAutoFit/>
          </a:bodyPr>
          <a:lstStyle/>
          <a:p>
            <a:pPr>
              <a:lnSpc>
                <a:spcPct val="130000"/>
              </a:lnSpc>
            </a:pPr>
            <a:r>
              <a:rPr lang="zh-CN" altLang="en-US" sz="2800">
                <a:solidFill>
                  <a:srgbClr val="1C1C1C"/>
                </a:solidFill>
              </a:rPr>
              <a:t>        我国于1996年建成的第一台强流质子加速器 ，可产生数十种中短寿命放射性同位素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378325" y="762000"/>
            <a:ext cx="4343400" cy="3124200"/>
            <a:chOff x="2758" y="624"/>
            <a:chExt cx="2736" cy="1968"/>
          </a:xfrm>
        </p:grpSpPr>
        <p:sp>
          <p:nvSpPr>
            <p:cNvPr id="159747" name="Rectangle 3"/>
            <p:cNvSpPr>
              <a:spLocks noChangeArrowheads="1"/>
            </p:cNvSpPr>
            <p:nvPr/>
          </p:nvSpPr>
          <p:spPr bwMode="auto">
            <a:xfrm>
              <a:off x="2758" y="624"/>
              <a:ext cx="2736" cy="196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59748" name="AutoShape 4"/>
            <p:cNvSpPr>
              <a:spLocks noChangeArrowheads="1"/>
            </p:cNvSpPr>
            <p:nvPr/>
          </p:nvSpPr>
          <p:spPr bwMode="auto">
            <a:xfrm rot="4698127">
              <a:off x="3694" y="408"/>
              <a:ext cx="624" cy="2304"/>
            </a:xfrm>
            <a:prstGeom prst="can">
              <a:avLst>
                <a:gd name="adj" fmla="val 39812"/>
              </a:avLst>
            </a:prstGeom>
            <a:gradFill rotWithShape="0">
              <a:gsLst>
                <a:gs pos="0">
                  <a:srgbClr val="336699"/>
                </a:gs>
                <a:gs pos="50000">
                  <a:schemeClr val="bg1"/>
                </a:gs>
                <a:gs pos="100000">
                  <a:srgbClr val="336699"/>
                </a:gs>
              </a:gsLst>
              <a:lin ang="5400000" scaled="1"/>
            </a:gradFill>
            <a:ln w="9525">
              <a:solidFill>
                <a:schemeClr val="tx1"/>
              </a:solidFill>
              <a:round/>
              <a:headEnd/>
              <a:tailEnd/>
            </a:ln>
            <a:effectLst/>
          </p:spPr>
          <p:txBody>
            <a:bodyPr wrap="none" anchor="ctr"/>
            <a:lstStyle/>
            <a:p>
              <a:endParaRPr lang="zh-CN" altLang="en-US" sz="2800"/>
            </a:p>
          </p:txBody>
        </p:sp>
        <p:sp>
          <p:nvSpPr>
            <p:cNvPr id="159749" name="Rectangle 5"/>
            <p:cNvSpPr>
              <a:spLocks noChangeArrowheads="1"/>
            </p:cNvSpPr>
            <p:nvPr/>
          </p:nvSpPr>
          <p:spPr bwMode="auto">
            <a:xfrm rot="-716591">
              <a:off x="3239" y="1249"/>
              <a:ext cx="1534" cy="624"/>
            </a:xfrm>
            <a:prstGeom prst="rect">
              <a:avLst/>
            </a:prstGeom>
            <a:solidFill>
              <a:srgbClr val="F7FFFF"/>
            </a:solidFill>
            <a:ln w="9525">
              <a:solidFill>
                <a:schemeClr val="tx1"/>
              </a:solidFill>
              <a:miter lim="800000"/>
              <a:headEnd/>
              <a:tailEnd/>
            </a:ln>
            <a:effectLst/>
          </p:spPr>
          <p:txBody>
            <a:bodyPr wrap="none" anchor="ctr"/>
            <a:lstStyle/>
            <a:p>
              <a:endParaRPr lang="zh-CN" altLang="en-US" sz="2800"/>
            </a:p>
          </p:txBody>
        </p:sp>
        <p:graphicFrame>
          <p:nvGraphicFramePr>
            <p:cNvPr id="159750" name="Object 6"/>
            <p:cNvGraphicFramePr>
              <a:graphicFrameLocks noChangeAspect="1"/>
            </p:cNvGraphicFramePr>
            <p:nvPr/>
          </p:nvGraphicFramePr>
          <p:xfrm>
            <a:off x="3958" y="2016"/>
            <a:ext cx="239" cy="240"/>
          </p:xfrm>
          <a:graphic>
            <a:graphicData uri="http://schemas.openxmlformats.org/presentationml/2006/ole">
              <p:oleObj spid="_x0000_s1085454" name="Equation" r:id="rId3" imgW="253800" imgH="253800" progId="Equation.3">
                <p:embed/>
              </p:oleObj>
            </a:graphicData>
          </a:graphic>
        </p:graphicFrame>
        <p:sp>
          <p:nvSpPr>
            <p:cNvPr id="159751" name="Freeform 7"/>
            <p:cNvSpPr>
              <a:spLocks/>
            </p:cNvSpPr>
            <p:nvPr/>
          </p:nvSpPr>
          <p:spPr bwMode="auto">
            <a:xfrm>
              <a:off x="5008" y="1245"/>
              <a:ext cx="383" cy="81"/>
            </a:xfrm>
            <a:custGeom>
              <a:avLst/>
              <a:gdLst/>
              <a:ahLst/>
              <a:cxnLst>
                <a:cxn ang="0">
                  <a:pos x="0" y="81"/>
                </a:cxn>
                <a:cxn ang="0">
                  <a:pos x="383" y="0"/>
                </a:cxn>
              </a:cxnLst>
              <a:rect l="0" t="0" r="r" b="b"/>
              <a:pathLst>
                <a:path w="383" h="81">
                  <a:moveTo>
                    <a:pt x="0" y="81"/>
                  </a:moveTo>
                  <a:lnTo>
                    <a:pt x="383" y="0"/>
                  </a:lnTo>
                </a:path>
              </a:pathLst>
            </a:custGeom>
            <a:noFill/>
            <a:ln w="38100">
              <a:solidFill>
                <a:srgbClr val="FF0000"/>
              </a:solidFill>
              <a:round/>
              <a:headEnd type="none" w="sm" len="lg"/>
              <a:tailEnd type="triangle" w="sm" len="med"/>
            </a:ln>
            <a:effectLst/>
          </p:spPr>
          <p:txBody>
            <a:bodyPr wrap="none" anchor="ctr"/>
            <a:lstStyle/>
            <a:p>
              <a:endParaRPr lang="zh-CN" altLang="en-US" sz="2800"/>
            </a:p>
          </p:txBody>
        </p:sp>
        <p:grpSp>
          <p:nvGrpSpPr>
            <p:cNvPr id="3" name="Group 8"/>
            <p:cNvGrpSpPr>
              <a:grpSpLocks/>
            </p:cNvGrpSpPr>
            <p:nvPr/>
          </p:nvGrpSpPr>
          <p:grpSpPr bwMode="auto">
            <a:xfrm>
              <a:off x="3382" y="1776"/>
              <a:ext cx="144" cy="144"/>
              <a:chOff x="3382" y="1776"/>
              <a:chExt cx="144" cy="144"/>
            </a:xfrm>
          </p:grpSpPr>
          <p:sp>
            <p:nvSpPr>
              <p:cNvPr id="159753" name="Oval 9"/>
              <p:cNvSpPr>
                <a:spLocks noChangeArrowheads="1"/>
              </p:cNvSpPr>
              <p:nvPr/>
            </p:nvSpPr>
            <p:spPr bwMode="auto">
              <a:xfrm>
                <a:off x="3382" y="1776"/>
                <a:ext cx="144" cy="144"/>
              </a:xfrm>
              <a:prstGeom prst="ellipse">
                <a:avLst/>
              </a:prstGeom>
              <a:solidFill>
                <a:schemeClr val="accent2"/>
              </a:solidFill>
              <a:ln w="19050">
                <a:solidFill>
                  <a:srgbClr val="0000FF"/>
                </a:solidFill>
                <a:round/>
                <a:headEnd/>
                <a:tailEnd/>
              </a:ln>
              <a:effectLst/>
            </p:spPr>
            <p:txBody>
              <a:bodyPr wrap="none" anchor="ctr"/>
              <a:lstStyle/>
              <a:p>
                <a:endParaRPr lang="zh-CN" altLang="en-US" sz="2800"/>
              </a:p>
            </p:txBody>
          </p:sp>
          <p:sp>
            <p:nvSpPr>
              <p:cNvPr id="159754" name="Line 10"/>
              <p:cNvSpPr>
                <a:spLocks noChangeShapeType="1"/>
              </p:cNvSpPr>
              <p:nvPr/>
            </p:nvSpPr>
            <p:spPr bwMode="auto">
              <a:xfrm>
                <a:off x="3404" y="1854"/>
                <a:ext cx="89" cy="0"/>
              </a:xfrm>
              <a:prstGeom prst="line">
                <a:avLst/>
              </a:prstGeom>
              <a:noFill/>
              <a:ln w="28575">
                <a:solidFill>
                  <a:srgbClr val="0000FF"/>
                </a:solidFill>
                <a:round/>
                <a:headEnd type="none" w="sm" len="lg"/>
                <a:tailEnd type="none" w="sm" len="med"/>
              </a:ln>
              <a:effectLst/>
            </p:spPr>
            <p:txBody>
              <a:bodyPr wrap="none" anchor="ctr"/>
              <a:lstStyle/>
              <a:p>
                <a:endParaRPr lang="zh-CN" altLang="en-US" sz="2800"/>
              </a:p>
            </p:txBody>
          </p:sp>
        </p:grpSp>
        <p:grpSp>
          <p:nvGrpSpPr>
            <p:cNvPr id="4" name="Group 11"/>
            <p:cNvGrpSpPr>
              <a:grpSpLocks/>
            </p:cNvGrpSpPr>
            <p:nvPr/>
          </p:nvGrpSpPr>
          <p:grpSpPr bwMode="auto">
            <a:xfrm>
              <a:off x="3382" y="1392"/>
              <a:ext cx="144" cy="144"/>
              <a:chOff x="3382" y="1392"/>
              <a:chExt cx="144" cy="144"/>
            </a:xfrm>
          </p:grpSpPr>
          <p:sp>
            <p:nvSpPr>
              <p:cNvPr id="159756" name="Oval 12"/>
              <p:cNvSpPr>
                <a:spLocks noChangeArrowheads="1"/>
              </p:cNvSpPr>
              <p:nvPr/>
            </p:nvSpPr>
            <p:spPr bwMode="auto">
              <a:xfrm>
                <a:off x="3382" y="1392"/>
                <a:ext cx="144" cy="144"/>
              </a:xfrm>
              <a:prstGeom prst="ellipse">
                <a:avLst/>
              </a:prstGeom>
              <a:solidFill>
                <a:schemeClr val="accent2"/>
              </a:solidFill>
              <a:ln w="19050">
                <a:solidFill>
                  <a:srgbClr val="0000FF"/>
                </a:solidFill>
                <a:round/>
                <a:headEnd/>
                <a:tailEnd/>
              </a:ln>
              <a:effectLst/>
            </p:spPr>
            <p:txBody>
              <a:bodyPr wrap="none" anchor="ctr"/>
              <a:lstStyle/>
              <a:p>
                <a:endParaRPr lang="zh-CN" altLang="en-US" sz="2800"/>
              </a:p>
            </p:txBody>
          </p:sp>
          <p:sp>
            <p:nvSpPr>
              <p:cNvPr id="159757" name="Line 13"/>
              <p:cNvSpPr>
                <a:spLocks noChangeShapeType="1"/>
              </p:cNvSpPr>
              <p:nvPr/>
            </p:nvSpPr>
            <p:spPr bwMode="auto">
              <a:xfrm>
                <a:off x="3404" y="1470"/>
                <a:ext cx="89" cy="0"/>
              </a:xfrm>
              <a:prstGeom prst="line">
                <a:avLst/>
              </a:prstGeom>
              <a:noFill/>
              <a:ln w="28575">
                <a:solidFill>
                  <a:srgbClr val="0000FF"/>
                </a:solidFill>
                <a:round/>
                <a:headEnd type="none" w="sm" len="lg"/>
                <a:tailEnd type="none" w="sm" len="med"/>
              </a:ln>
              <a:effectLst/>
            </p:spPr>
            <p:txBody>
              <a:bodyPr wrap="none" anchor="ctr"/>
              <a:lstStyle/>
              <a:p>
                <a:endParaRPr lang="zh-CN" altLang="en-US" sz="2800"/>
              </a:p>
            </p:txBody>
          </p:sp>
        </p:grpSp>
        <p:grpSp>
          <p:nvGrpSpPr>
            <p:cNvPr id="5" name="Group 14"/>
            <p:cNvGrpSpPr>
              <a:grpSpLocks/>
            </p:cNvGrpSpPr>
            <p:nvPr/>
          </p:nvGrpSpPr>
          <p:grpSpPr bwMode="auto">
            <a:xfrm>
              <a:off x="4486" y="1152"/>
              <a:ext cx="144" cy="144"/>
              <a:chOff x="4486" y="1152"/>
              <a:chExt cx="144" cy="144"/>
            </a:xfrm>
          </p:grpSpPr>
          <p:sp>
            <p:nvSpPr>
              <p:cNvPr id="159759" name="Oval 15"/>
              <p:cNvSpPr>
                <a:spLocks noChangeArrowheads="1"/>
              </p:cNvSpPr>
              <p:nvPr/>
            </p:nvSpPr>
            <p:spPr bwMode="auto">
              <a:xfrm>
                <a:off x="4486" y="1152"/>
                <a:ext cx="144" cy="144"/>
              </a:xfrm>
              <a:prstGeom prst="ellipse">
                <a:avLst/>
              </a:prstGeom>
              <a:solidFill>
                <a:schemeClr val="accent2"/>
              </a:solidFill>
              <a:ln w="19050">
                <a:solidFill>
                  <a:srgbClr val="0000FF"/>
                </a:solidFill>
                <a:round/>
                <a:headEnd/>
                <a:tailEnd/>
              </a:ln>
              <a:effectLst/>
            </p:spPr>
            <p:txBody>
              <a:bodyPr wrap="none" anchor="ctr"/>
              <a:lstStyle/>
              <a:p>
                <a:endParaRPr lang="zh-CN" altLang="en-US" sz="2800"/>
              </a:p>
            </p:txBody>
          </p:sp>
          <p:sp>
            <p:nvSpPr>
              <p:cNvPr id="159760" name="Line 16"/>
              <p:cNvSpPr>
                <a:spLocks noChangeShapeType="1"/>
              </p:cNvSpPr>
              <p:nvPr/>
            </p:nvSpPr>
            <p:spPr bwMode="auto">
              <a:xfrm>
                <a:off x="4508" y="1230"/>
                <a:ext cx="89" cy="0"/>
              </a:xfrm>
              <a:prstGeom prst="line">
                <a:avLst/>
              </a:prstGeom>
              <a:noFill/>
              <a:ln w="28575">
                <a:solidFill>
                  <a:srgbClr val="0000FF"/>
                </a:solidFill>
                <a:round/>
                <a:headEnd type="none" w="sm" len="lg"/>
                <a:tailEnd type="none" w="sm" len="med"/>
              </a:ln>
              <a:effectLst/>
            </p:spPr>
            <p:txBody>
              <a:bodyPr wrap="none" anchor="ctr"/>
              <a:lstStyle/>
              <a:p>
                <a:endParaRPr lang="zh-CN" altLang="en-US" sz="2800"/>
              </a:p>
            </p:txBody>
          </p:sp>
        </p:grpSp>
        <p:graphicFrame>
          <p:nvGraphicFramePr>
            <p:cNvPr id="159761" name="Object 17"/>
            <p:cNvGraphicFramePr>
              <a:graphicFrameLocks noChangeAspect="1"/>
            </p:cNvGraphicFramePr>
            <p:nvPr/>
          </p:nvGraphicFramePr>
          <p:xfrm>
            <a:off x="5110" y="1056"/>
            <a:ext cx="139" cy="192"/>
          </p:xfrm>
          <a:graphic>
            <a:graphicData uri="http://schemas.openxmlformats.org/presentationml/2006/ole">
              <p:oleObj spid="_x0000_s1085455" name="Equation" r:id="rId4" imgW="164880" imgH="228600" progId="Equation.3">
                <p:embed/>
              </p:oleObj>
            </a:graphicData>
          </a:graphic>
        </p:graphicFrame>
        <p:sp>
          <p:nvSpPr>
            <p:cNvPr id="159762" name="Text Box 18"/>
            <p:cNvSpPr txBox="1">
              <a:spLocks noChangeArrowheads="1"/>
            </p:cNvSpPr>
            <p:nvPr/>
          </p:nvSpPr>
          <p:spPr bwMode="auto">
            <a:xfrm>
              <a:off x="4917" y="1296"/>
              <a:ext cx="385" cy="327"/>
            </a:xfrm>
            <a:prstGeom prst="rect">
              <a:avLst/>
            </a:prstGeom>
            <a:noFill/>
            <a:ln w="9525">
              <a:noFill/>
              <a:miter lim="800000"/>
              <a:headEnd/>
              <a:tailEnd/>
            </a:ln>
            <a:effectLst/>
          </p:spPr>
          <p:txBody>
            <a:bodyPr>
              <a:spAutoFit/>
            </a:bodyPr>
            <a:lstStyle/>
            <a:p>
              <a:pPr>
                <a:spcBef>
                  <a:spcPct val="50000"/>
                </a:spcBef>
              </a:pPr>
              <a:r>
                <a:rPr lang="en-US" altLang="zh-CN" sz="2800" b="0" i="1">
                  <a:solidFill>
                    <a:schemeClr val="bg1"/>
                  </a:solidFill>
                </a:rPr>
                <a:t>S</a:t>
              </a:r>
            </a:p>
          </p:txBody>
        </p:sp>
        <p:grpSp>
          <p:nvGrpSpPr>
            <p:cNvPr id="6" name="Group 19"/>
            <p:cNvGrpSpPr>
              <a:grpSpLocks/>
            </p:cNvGrpSpPr>
            <p:nvPr/>
          </p:nvGrpSpPr>
          <p:grpSpPr bwMode="auto">
            <a:xfrm>
              <a:off x="3958" y="1296"/>
              <a:ext cx="144" cy="144"/>
              <a:chOff x="3958" y="1296"/>
              <a:chExt cx="144" cy="144"/>
            </a:xfrm>
          </p:grpSpPr>
          <p:sp>
            <p:nvSpPr>
              <p:cNvPr id="159764" name="Oval 20"/>
              <p:cNvSpPr>
                <a:spLocks noChangeArrowheads="1"/>
              </p:cNvSpPr>
              <p:nvPr/>
            </p:nvSpPr>
            <p:spPr bwMode="auto">
              <a:xfrm rot="65613">
                <a:off x="3958" y="1296"/>
                <a:ext cx="144" cy="144"/>
              </a:xfrm>
              <a:prstGeom prst="ellipse">
                <a:avLst/>
              </a:prstGeom>
              <a:solidFill>
                <a:schemeClr val="accent2"/>
              </a:solidFill>
              <a:ln w="19050">
                <a:solidFill>
                  <a:srgbClr val="0000FF"/>
                </a:solidFill>
                <a:round/>
                <a:headEnd/>
                <a:tailEnd/>
              </a:ln>
              <a:effectLst/>
            </p:spPr>
            <p:txBody>
              <a:bodyPr wrap="none" anchor="ctr"/>
              <a:lstStyle/>
              <a:p>
                <a:endParaRPr lang="zh-CN" altLang="en-US" sz="2800"/>
              </a:p>
            </p:txBody>
          </p:sp>
          <p:sp>
            <p:nvSpPr>
              <p:cNvPr id="159765" name="Line 21"/>
              <p:cNvSpPr>
                <a:spLocks noChangeShapeType="1"/>
              </p:cNvSpPr>
              <p:nvPr/>
            </p:nvSpPr>
            <p:spPr bwMode="auto">
              <a:xfrm rot="65613">
                <a:off x="3979" y="1373"/>
                <a:ext cx="89" cy="0"/>
              </a:xfrm>
              <a:prstGeom prst="line">
                <a:avLst/>
              </a:prstGeom>
              <a:noFill/>
              <a:ln w="28575">
                <a:solidFill>
                  <a:srgbClr val="0000FF"/>
                </a:solidFill>
                <a:round/>
                <a:headEnd type="none" w="sm" len="lg"/>
                <a:tailEnd type="none" w="sm" len="med"/>
              </a:ln>
              <a:effectLst/>
            </p:spPr>
            <p:txBody>
              <a:bodyPr wrap="none" anchor="ctr"/>
              <a:lstStyle/>
              <a:p>
                <a:endParaRPr lang="zh-CN" altLang="en-US" sz="2800"/>
              </a:p>
            </p:txBody>
          </p:sp>
        </p:grpSp>
        <p:graphicFrame>
          <p:nvGraphicFramePr>
            <p:cNvPr id="159766" name="Object 22"/>
            <p:cNvGraphicFramePr>
              <a:graphicFrameLocks noChangeAspect="1"/>
            </p:cNvGraphicFramePr>
            <p:nvPr/>
          </p:nvGraphicFramePr>
          <p:xfrm>
            <a:off x="2968" y="2160"/>
            <a:ext cx="273" cy="336"/>
          </p:xfrm>
          <a:graphic>
            <a:graphicData uri="http://schemas.openxmlformats.org/presentationml/2006/ole">
              <p:oleObj spid="_x0000_s1085456" name="Equation" r:id="rId5" imgW="215640" imgH="266400" progId="Equation.3">
                <p:embed/>
              </p:oleObj>
            </a:graphicData>
          </a:graphic>
        </p:graphicFrame>
        <p:grpSp>
          <p:nvGrpSpPr>
            <p:cNvPr id="7" name="Group 23"/>
            <p:cNvGrpSpPr>
              <a:grpSpLocks/>
            </p:cNvGrpSpPr>
            <p:nvPr/>
          </p:nvGrpSpPr>
          <p:grpSpPr bwMode="auto">
            <a:xfrm>
              <a:off x="3862" y="1728"/>
              <a:ext cx="144" cy="144"/>
              <a:chOff x="3862" y="1728"/>
              <a:chExt cx="144" cy="144"/>
            </a:xfrm>
          </p:grpSpPr>
          <p:sp>
            <p:nvSpPr>
              <p:cNvPr id="159768" name="Oval 24"/>
              <p:cNvSpPr>
                <a:spLocks noChangeArrowheads="1"/>
              </p:cNvSpPr>
              <p:nvPr/>
            </p:nvSpPr>
            <p:spPr bwMode="auto">
              <a:xfrm>
                <a:off x="3862" y="1728"/>
                <a:ext cx="144" cy="144"/>
              </a:xfrm>
              <a:prstGeom prst="ellipse">
                <a:avLst/>
              </a:prstGeom>
              <a:solidFill>
                <a:schemeClr val="accent2"/>
              </a:solidFill>
              <a:ln w="19050">
                <a:solidFill>
                  <a:srgbClr val="0000FF"/>
                </a:solidFill>
                <a:round/>
                <a:headEnd/>
                <a:tailEnd/>
              </a:ln>
              <a:effectLst/>
            </p:spPr>
            <p:txBody>
              <a:bodyPr wrap="none" anchor="ctr"/>
              <a:lstStyle/>
              <a:p>
                <a:endParaRPr lang="zh-CN" altLang="en-US" sz="2800"/>
              </a:p>
            </p:txBody>
          </p:sp>
          <p:sp>
            <p:nvSpPr>
              <p:cNvPr id="159769" name="Line 25"/>
              <p:cNvSpPr>
                <a:spLocks noChangeShapeType="1"/>
              </p:cNvSpPr>
              <p:nvPr/>
            </p:nvSpPr>
            <p:spPr bwMode="auto">
              <a:xfrm>
                <a:off x="3884" y="1806"/>
                <a:ext cx="89" cy="0"/>
              </a:xfrm>
              <a:prstGeom prst="line">
                <a:avLst/>
              </a:prstGeom>
              <a:noFill/>
              <a:ln w="28575">
                <a:solidFill>
                  <a:srgbClr val="0000FF"/>
                </a:solidFill>
                <a:round/>
                <a:headEnd type="none" w="sm" len="lg"/>
                <a:tailEnd type="none" w="sm" len="med"/>
              </a:ln>
              <a:effectLst/>
            </p:spPr>
            <p:txBody>
              <a:bodyPr wrap="none" anchor="ctr"/>
              <a:lstStyle/>
              <a:p>
                <a:endParaRPr lang="zh-CN" altLang="en-US" sz="2800"/>
              </a:p>
            </p:txBody>
          </p:sp>
        </p:grpSp>
        <p:grpSp>
          <p:nvGrpSpPr>
            <p:cNvPr id="8" name="Group 26"/>
            <p:cNvGrpSpPr>
              <a:grpSpLocks/>
            </p:cNvGrpSpPr>
            <p:nvPr/>
          </p:nvGrpSpPr>
          <p:grpSpPr bwMode="auto">
            <a:xfrm>
              <a:off x="4438" y="1584"/>
              <a:ext cx="144" cy="144"/>
              <a:chOff x="4438" y="1584"/>
              <a:chExt cx="144" cy="144"/>
            </a:xfrm>
          </p:grpSpPr>
          <p:sp>
            <p:nvSpPr>
              <p:cNvPr id="159771" name="Oval 27"/>
              <p:cNvSpPr>
                <a:spLocks noChangeArrowheads="1"/>
              </p:cNvSpPr>
              <p:nvPr/>
            </p:nvSpPr>
            <p:spPr bwMode="auto">
              <a:xfrm>
                <a:off x="4438" y="1584"/>
                <a:ext cx="144" cy="144"/>
              </a:xfrm>
              <a:prstGeom prst="ellipse">
                <a:avLst/>
              </a:prstGeom>
              <a:solidFill>
                <a:schemeClr val="accent2"/>
              </a:solidFill>
              <a:ln w="19050">
                <a:solidFill>
                  <a:srgbClr val="0000FF"/>
                </a:solidFill>
                <a:round/>
                <a:headEnd/>
                <a:tailEnd/>
              </a:ln>
              <a:effectLst/>
            </p:spPr>
            <p:txBody>
              <a:bodyPr wrap="none" anchor="ctr"/>
              <a:lstStyle/>
              <a:p>
                <a:endParaRPr lang="zh-CN" altLang="en-US" sz="2800"/>
              </a:p>
            </p:txBody>
          </p:sp>
          <p:sp>
            <p:nvSpPr>
              <p:cNvPr id="159772" name="Line 28"/>
              <p:cNvSpPr>
                <a:spLocks noChangeShapeType="1"/>
              </p:cNvSpPr>
              <p:nvPr/>
            </p:nvSpPr>
            <p:spPr bwMode="auto">
              <a:xfrm>
                <a:off x="4460" y="1662"/>
                <a:ext cx="89" cy="0"/>
              </a:xfrm>
              <a:prstGeom prst="line">
                <a:avLst/>
              </a:prstGeom>
              <a:noFill/>
              <a:ln w="28575">
                <a:solidFill>
                  <a:srgbClr val="0000FF"/>
                </a:solidFill>
                <a:round/>
                <a:headEnd type="none" w="sm" len="lg"/>
                <a:tailEnd type="none" w="sm" len="med"/>
              </a:ln>
              <a:effectLst/>
            </p:spPr>
            <p:txBody>
              <a:bodyPr wrap="none" anchor="ctr"/>
              <a:lstStyle/>
              <a:p>
                <a:endParaRPr lang="zh-CN" altLang="en-US" sz="2800"/>
              </a:p>
            </p:txBody>
          </p:sp>
        </p:grpSp>
        <p:sp>
          <p:nvSpPr>
            <p:cNvPr id="159773" name="Line 29"/>
            <p:cNvSpPr>
              <a:spLocks noChangeShapeType="1"/>
            </p:cNvSpPr>
            <p:nvPr/>
          </p:nvSpPr>
          <p:spPr bwMode="auto">
            <a:xfrm>
              <a:off x="4774" y="864"/>
              <a:ext cx="0" cy="1632"/>
            </a:xfrm>
            <a:prstGeom prst="line">
              <a:avLst/>
            </a:prstGeom>
            <a:noFill/>
            <a:ln w="19050">
              <a:solidFill>
                <a:srgbClr val="CC00CC"/>
              </a:solidFill>
              <a:round/>
              <a:headEnd/>
              <a:tailEnd type="triangle" w="sm" len="lg"/>
            </a:ln>
            <a:effectLst/>
          </p:spPr>
          <p:txBody>
            <a:bodyPr wrap="none"/>
            <a:lstStyle/>
            <a:p>
              <a:endParaRPr lang="zh-CN" altLang="en-US" sz="2800"/>
            </a:p>
          </p:txBody>
        </p:sp>
        <p:sp>
          <p:nvSpPr>
            <p:cNvPr id="159774" name="Line 30"/>
            <p:cNvSpPr>
              <a:spLocks noChangeShapeType="1"/>
            </p:cNvSpPr>
            <p:nvPr/>
          </p:nvSpPr>
          <p:spPr bwMode="auto">
            <a:xfrm>
              <a:off x="4294" y="864"/>
              <a:ext cx="0" cy="1632"/>
            </a:xfrm>
            <a:prstGeom prst="line">
              <a:avLst/>
            </a:prstGeom>
            <a:noFill/>
            <a:ln w="19050">
              <a:solidFill>
                <a:srgbClr val="CC00CC"/>
              </a:solidFill>
              <a:round/>
              <a:headEnd/>
              <a:tailEnd type="triangle" w="sm" len="lg"/>
            </a:ln>
            <a:effectLst/>
          </p:spPr>
          <p:txBody>
            <a:bodyPr wrap="none"/>
            <a:lstStyle/>
            <a:p>
              <a:endParaRPr lang="zh-CN" altLang="en-US" sz="2800"/>
            </a:p>
          </p:txBody>
        </p:sp>
        <p:sp>
          <p:nvSpPr>
            <p:cNvPr id="159775" name="Line 31"/>
            <p:cNvSpPr>
              <a:spLocks noChangeShapeType="1"/>
            </p:cNvSpPr>
            <p:nvPr/>
          </p:nvSpPr>
          <p:spPr bwMode="auto">
            <a:xfrm>
              <a:off x="3286" y="864"/>
              <a:ext cx="0" cy="1632"/>
            </a:xfrm>
            <a:prstGeom prst="line">
              <a:avLst/>
            </a:prstGeom>
            <a:noFill/>
            <a:ln w="19050">
              <a:solidFill>
                <a:srgbClr val="CC00CC"/>
              </a:solidFill>
              <a:round/>
              <a:headEnd/>
              <a:tailEnd type="triangle" w="sm" len="lg"/>
            </a:ln>
            <a:effectLst/>
          </p:spPr>
          <p:txBody>
            <a:bodyPr wrap="none"/>
            <a:lstStyle/>
            <a:p>
              <a:endParaRPr lang="zh-CN" altLang="en-US" sz="2800"/>
            </a:p>
          </p:txBody>
        </p:sp>
        <p:sp>
          <p:nvSpPr>
            <p:cNvPr id="159776" name="Line 32"/>
            <p:cNvSpPr>
              <a:spLocks noChangeShapeType="1"/>
            </p:cNvSpPr>
            <p:nvPr/>
          </p:nvSpPr>
          <p:spPr bwMode="auto">
            <a:xfrm rot="19994">
              <a:off x="3324" y="2016"/>
              <a:ext cx="69" cy="347"/>
            </a:xfrm>
            <a:prstGeom prst="line">
              <a:avLst/>
            </a:prstGeom>
            <a:noFill/>
            <a:ln w="12700">
              <a:solidFill>
                <a:schemeClr val="tx1"/>
              </a:solidFill>
              <a:round/>
              <a:headEnd/>
              <a:tailEnd/>
            </a:ln>
            <a:effectLst/>
          </p:spPr>
          <p:txBody>
            <a:bodyPr wrap="none"/>
            <a:lstStyle/>
            <a:p>
              <a:endParaRPr lang="zh-CN" altLang="en-US" sz="2800"/>
            </a:p>
          </p:txBody>
        </p:sp>
        <p:sp>
          <p:nvSpPr>
            <p:cNvPr id="159777" name="Line 33"/>
            <p:cNvSpPr>
              <a:spLocks noChangeShapeType="1"/>
            </p:cNvSpPr>
            <p:nvPr/>
          </p:nvSpPr>
          <p:spPr bwMode="auto">
            <a:xfrm rot="194302">
              <a:off x="4820" y="1711"/>
              <a:ext cx="96" cy="384"/>
            </a:xfrm>
            <a:prstGeom prst="line">
              <a:avLst/>
            </a:prstGeom>
            <a:noFill/>
            <a:ln w="12700">
              <a:solidFill>
                <a:schemeClr val="tx1"/>
              </a:solidFill>
              <a:round/>
              <a:headEnd/>
              <a:tailEnd/>
            </a:ln>
            <a:effectLst/>
          </p:spPr>
          <p:txBody>
            <a:bodyPr wrap="none"/>
            <a:lstStyle/>
            <a:p>
              <a:endParaRPr lang="zh-CN" altLang="en-US" sz="2800"/>
            </a:p>
          </p:txBody>
        </p:sp>
        <p:sp>
          <p:nvSpPr>
            <p:cNvPr id="159778" name="Line 34"/>
            <p:cNvSpPr>
              <a:spLocks noChangeShapeType="1"/>
            </p:cNvSpPr>
            <p:nvPr/>
          </p:nvSpPr>
          <p:spPr bwMode="auto">
            <a:xfrm flipV="1">
              <a:off x="4198" y="1968"/>
              <a:ext cx="672" cy="144"/>
            </a:xfrm>
            <a:prstGeom prst="line">
              <a:avLst/>
            </a:prstGeom>
            <a:noFill/>
            <a:ln w="19050">
              <a:solidFill>
                <a:schemeClr val="tx1"/>
              </a:solidFill>
              <a:prstDash val="dash"/>
              <a:round/>
              <a:headEnd/>
              <a:tailEnd type="triangle" w="sm" len="lg"/>
            </a:ln>
            <a:effectLst/>
          </p:spPr>
          <p:txBody>
            <a:bodyPr wrap="none"/>
            <a:lstStyle/>
            <a:p>
              <a:endParaRPr lang="zh-CN" altLang="en-US" sz="2800"/>
            </a:p>
          </p:txBody>
        </p:sp>
        <p:sp>
          <p:nvSpPr>
            <p:cNvPr id="159779" name="Line 35"/>
            <p:cNvSpPr>
              <a:spLocks noChangeShapeType="1"/>
            </p:cNvSpPr>
            <p:nvPr/>
          </p:nvSpPr>
          <p:spPr bwMode="auto">
            <a:xfrm rot="21435112" flipH="1">
              <a:off x="3382" y="2160"/>
              <a:ext cx="576" cy="96"/>
            </a:xfrm>
            <a:prstGeom prst="line">
              <a:avLst/>
            </a:prstGeom>
            <a:noFill/>
            <a:ln w="19050">
              <a:solidFill>
                <a:schemeClr val="tx1"/>
              </a:solidFill>
              <a:prstDash val="dash"/>
              <a:round/>
              <a:headEnd/>
              <a:tailEnd type="triangle" w="sm" len="lg"/>
            </a:ln>
            <a:effectLst/>
          </p:spPr>
          <p:txBody>
            <a:bodyPr wrap="none"/>
            <a:lstStyle/>
            <a:p>
              <a:endParaRPr lang="zh-CN" altLang="en-US" sz="2800"/>
            </a:p>
          </p:txBody>
        </p:sp>
        <p:sp>
          <p:nvSpPr>
            <p:cNvPr id="159780" name="Line 36"/>
            <p:cNvSpPr>
              <a:spLocks noChangeShapeType="1"/>
            </p:cNvSpPr>
            <p:nvPr/>
          </p:nvSpPr>
          <p:spPr bwMode="auto">
            <a:xfrm>
              <a:off x="3766" y="864"/>
              <a:ext cx="0" cy="1632"/>
            </a:xfrm>
            <a:prstGeom prst="line">
              <a:avLst/>
            </a:prstGeom>
            <a:noFill/>
            <a:ln w="19050">
              <a:solidFill>
                <a:srgbClr val="CC00CC"/>
              </a:solidFill>
              <a:round/>
              <a:headEnd/>
              <a:tailEnd type="triangle" w="sm" len="lg"/>
            </a:ln>
            <a:effectLst/>
          </p:spPr>
          <p:txBody>
            <a:bodyPr wrap="none"/>
            <a:lstStyle/>
            <a:p>
              <a:endParaRPr lang="zh-CN" altLang="en-US" sz="2800"/>
            </a:p>
          </p:txBody>
        </p:sp>
      </p:grpSp>
      <p:sp>
        <p:nvSpPr>
          <p:cNvPr id="159781" name="Text Box 37"/>
          <p:cNvSpPr txBox="1">
            <a:spLocks noChangeArrowheads="1"/>
          </p:cNvSpPr>
          <p:nvPr/>
        </p:nvSpPr>
        <p:spPr bwMode="auto">
          <a:xfrm>
            <a:off x="415925" y="838200"/>
            <a:ext cx="3505200"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一    安 培 力</a:t>
            </a:r>
          </a:p>
        </p:txBody>
      </p:sp>
      <p:grpSp>
        <p:nvGrpSpPr>
          <p:cNvPr id="9" name="Group 38"/>
          <p:cNvGrpSpPr>
            <a:grpSpLocks/>
          </p:cNvGrpSpPr>
          <p:nvPr/>
        </p:nvGrpSpPr>
        <p:grpSpPr bwMode="auto">
          <a:xfrm>
            <a:off x="339725" y="1447800"/>
            <a:ext cx="3886200" cy="796925"/>
            <a:chOff x="336" y="1123"/>
            <a:chExt cx="2496" cy="461"/>
          </a:xfrm>
        </p:grpSpPr>
        <p:sp>
          <p:nvSpPr>
            <p:cNvPr id="159783" name="Text Box 39"/>
            <p:cNvSpPr txBox="1">
              <a:spLocks noChangeArrowheads="1"/>
            </p:cNvSpPr>
            <p:nvPr/>
          </p:nvSpPr>
          <p:spPr bwMode="auto">
            <a:xfrm>
              <a:off x="336" y="1152"/>
              <a:ext cx="1632" cy="301"/>
            </a:xfrm>
            <a:prstGeom prst="rect">
              <a:avLst/>
            </a:prstGeom>
            <a:noFill/>
            <a:ln w="9525">
              <a:noFill/>
              <a:miter lim="800000"/>
              <a:headEnd/>
              <a:tailEnd/>
            </a:ln>
            <a:effectLst/>
          </p:spPr>
          <p:txBody>
            <a:bodyPr>
              <a:spAutoFit/>
            </a:bodyPr>
            <a:lstStyle/>
            <a:p>
              <a:pPr>
                <a:spcBef>
                  <a:spcPct val="50000"/>
                </a:spcBef>
              </a:pPr>
              <a:r>
                <a:rPr lang="zh-CN" altLang="en-US" sz="2800">
                  <a:solidFill>
                    <a:schemeClr val="tx1"/>
                  </a:solidFill>
                </a:rPr>
                <a:t>洛伦兹力</a:t>
              </a:r>
            </a:p>
          </p:txBody>
        </p:sp>
        <p:graphicFrame>
          <p:nvGraphicFramePr>
            <p:cNvPr id="159784" name="Object 40"/>
            <p:cNvGraphicFramePr>
              <a:graphicFrameLocks noChangeAspect="1"/>
            </p:cNvGraphicFramePr>
            <p:nvPr/>
          </p:nvGraphicFramePr>
          <p:xfrm>
            <a:off x="1333" y="1123"/>
            <a:ext cx="1499" cy="461"/>
          </p:xfrm>
          <a:graphic>
            <a:graphicData uri="http://schemas.openxmlformats.org/presentationml/2006/ole">
              <p:oleObj spid="_x0000_s1085453" name="Equation" r:id="rId6" imgW="888840" imgH="241200" progId="Equation.3">
                <p:embed/>
              </p:oleObj>
            </a:graphicData>
          </a:graphic>
        </p:graphicFrame>
      </p:grpSp>
      <p:graphicFrame>
        <p:nvGraphicFramePr>
          <p:cNvPr id="159785" name="Object 41"/>
          <p:cNvGraphicFramePr>
            <a:graphicFrameLocks noChangeAspect="1"/>
          </p:cNvGraphicFramePr>
          <p:nvPr/>
        </p:nvGraphicFramePr>
        <p:xfrm>
          <a:off x="762000" y="2362200"/>
          <a:ext cx="2971800" cy="693738"/>
        </p:xfrm>
        <a:graphic>
          <a:graphicData uri="http://schemas.openxmlformats.org/presentationml/2006/ole">
            <p:oleObj spid="_x0000_s1085442" name="Equation" r:id="rId7" imgW="977760" imgH="228600" progId="Equation.3">
              <p:embed/>
            </p:oleObj>
          </a:graphicData>
        </a:graphic>
      </p:graphicFrame>
      <p:graphicFrame>
        <p:nvGraphicFramePr>
          <p:cNvPr id="159786" name="Object 42"/>
          <p:cNvGraphicFramePr>
            <a:graphicFrameLocks noChangeAspect="1"/>
          </p:cNvGraphicFramePr>
          <p:nvPr/>
        </p:nvGraphicFramePr>
        <p:xfrm>
          <a:off x="381000" y="3200400"/>
          <a:ext cx="3810000" cy="692150"/>
        </p:xfrm>
        <a:graphic>
          <a:graphicData uri="http://schemas.openxmlformats.org/presentationml/2006/ole">
            <p:oleObj spid="_x0000_s1085443" name="Equation" r:id="rId8" imgW="1257120" imgH="228600" progId="Equation.3">
              <p:embed/>
            </p:oleObj>
          </a:graphicData>
        </a:graphic>
      </p:graphicFrame>
      <p:graphicFrame>
        <p:nvGraphicFramePr>
          <p:cNvPr id="159787" name="Object 43"/>
          <p:cNvGraphicFramePr>
            <a:graphicFrameLocks noChangeAspect="1"/>
          </p:cNvGraphicFramePr>
          <p:nvPr/>
        </p:nvGraphicFramePr>
        <p:xfrm>
          <a:off x="6435725" y="4038600"/>
          <a:ext cx="2251075" cy="685800"/>
        </p:xfrm>
        <a:graphic>
          <a:graphicData uri="http://schemas.openxmlformats.org/presentationml/2006/ole">
            <p:oleObj spid="_x0000_s1085444" name="Equation" r:id="rId9" imgW="647640" imgH="228600" progId="Equation.3">
              <p:embed/>
            </p:oleObj>
          </a:graphicData>
        </a:graphic>
      </p:graphicFrame>
      <p:graphicFrame>
        <p:nvGraphicFramePr>
          <p:cNvPr id="159788" name="Object 44"/>
          <p:cNvGraphicFramePr>
            <a:graphicFrameLocks noChangeAspect="1"/>
          </p:cNvGraphicFramePr>
          <p:nvPr/>
        </p:nvGraphicFramePr>
        <p:xfrm>
          <a:off x="3352800" y="4114800"/>
          <a:ext cx="2286000" cy="600075"/>
        </p:xfrm>
        <a:graphic>
          <a:graphicData uri="http://schemas.openxmlformats.org/presentationml/2006/ole">
            <p:oleObj spid="_x0000_s1085445" name="Equation" r:id="rId10" imgW="787320" imgH="215640" progId="Equation.3">
              <p:embed/>
            </p:oleObj>
          </a:graphicData>
        </a:graphic>
      </p:graphicFrame>
      <p:sp>
        <p:nvSpPr>
          <p:cNvPr id="159789" name="Text Box 45"/>
          <p:cNvSpPr txBox="1">
            <a:spLocks noChangeArrowheads="1"/>
          </p:cNvSpPr>
          <p:nvPr/>
        </p:nvSpPr>
        <p:spPr bwMode="auto">
          <a:xfrm>
            <a:off x="304800" y="4800600"/>
            <a:ext cx="8610600" cy="1031875"/>
          </a:xfrm>
          <a:prstGeom prst="rect">
            <a:avLst/>
          </a:prstGeom>
          <a:noFill/>
          <a:ln w="9525">
            <a:noFill/>
            <a:miter lim="800000"/>
            <a:headEnd/>
            <a:tailEnd/>
          </a:ln>
          <a:effectLst/>
        </p:spPr>
        <p:txBody>
          <a:bodyPr>
            <a:spAutoFit/>
          </a:bodyPr>
          <a:lstStyle/>
          <a:p>
            <a:pPr>
              <a:lnSpc>
                <a:spcPct val="110000"/>
              </a:lnSpc>
              <a:spcBef>
                <a:spcPct val="50000"/>
              </a:spcBef>
            </a:pPr>
            <a:r>
              <a:rPr lang="zh-CN" altLang="en-US" sz="2800" dirty="0">
                <a:solidFill>
                  <a:srgbClr val="CC0000"/>
                </a:solidFill>
              </a:rPr>
              <a:t>        </a:t>
            </a:r>
            <a:r>
              <a:rPr lang="zh-CN" altLang="en-US" sz="2800" dirty="0">
                <a:solidFill>
                  <a:schemeClr val="tx1"/>
                </a:solidFill>
              </a:rPr>
              <a:t>由于自由电子与晶格之间的相互作用，使导线在宏观上看起来受到了磁场的作用力 .</a:t>
            </a:r>
          </a:p>
        </p:txBody>
      </p:sp>
      <p:grpSp>
        <p:nvGrpSpPr>
          <p:cNvPr id="10" name="Group 46"/>
          <p:cNvGrpSpPr>
            <a:grpSpLocks/>
          </p:cNvGrpSpPr>
          <p:nvPr/>
        </p:nvGrpSpPr>
        <p:grpSpPr bwMode="auto">
          <a:xfrm>
            <a:off x="263525" y="5791200"/>
            <a:ext cx="8423275" cy="544512"/>
            <a:chOff x="166" y="3737"/>
            <a:chExt cx="5306" cy="343"/>
          </a:xfrm>
        </p:grpSpPr>
        <p:sp>
          <p:nvSpPr>
            <p:cNvPr id="159791" name="Text Box 47"/>
            <p:cNvSpPr txBox="1">
              <a:spLocks noChangeArrowheads="1"/>
            </p:cNvSpPr>
            <p:nvPr/>
          </p:nvSpPr>
          <p:spPr bwMode="auto">
            <a:xfrm>
              <a:off x="166" y="3737"/>
              <a:ext cx="4896" cy="333"/>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pPr>
                <a:spcBef>
                  <a:spcPct val="50000"/>
                </a:spcBef>
              </a:pPr>
              <a:r>
                <a:rPr lang="zh-CN" altLang="en-US" sz="2800" dirty="0">
                  <a:solidFill>
                    <a:srgbClr val="CC0000"/>
                  </a:solidFill>
                </a:rPr>
                <a:t> </a:t>
              </a:r>
              <a:r>
                <a:rPr lang="zh-CN" altLang="zh-CN" sz="2800" dirty="0">
                  <a:solidFill>
                    <a:srgbClr val="CC0000"/>
                  </a:solidFill>
                </a:rPr>
                <a:t>安培定律</a:t>
              </a:r>
              <a:r>
                <a:rPr lang="zh-CN" altLang="en-US" sz="2800" dirty="0">
                  <a:solidFill>
                    <a:srgbClr val="CC0000"/>
                  </a:solidFill>
                </a:rPr>
                <a:t>     </a:t>
              </a:r>
              <a:r>
                <a:rPr lang="zh-CN" altLang="en-US" sz="2800" dirty="0">
                  <a:solidFill>
                    <a:schemeClr val="tx1"/>
                  </a:solidFill>
                </a:rPr>
                <a:t>磁场对电流元的作用</a:t>
              </a:r>
              <a:r>
                <a:rPr lang="zh-CN" altLang="en-US" sz="2800" dirty="0">
                  <a:solidFill>
                    <a:srgbClr val="CC0000"/>
                  </a:solidFill>
                </a:rPr>
                <a:t>力</a:t>
              </a:r>
            </a:p>
          </p:txBody>
        </p:sp>
        <p:graphicFrame>
          <p:nvGraphicFramePr>
            <p:cNvPr id="159792" name="Object 48"/>
            <p:cNvGraphicFramePr>
              <a:graphicFrameLocks noChangeAspect="1"/>
            </p:cNvGraphicFramePr>
            <p:nvPr/>
          </p:nvGraphicFramePr>
          <p:xfrm>
            <a:off x="3910" y="3737"/>
            <a:ext cx="1562" cy="343"/>
          </p:xfrm>
          <a:graphic>
            <a:graphicData uri="http://schemas.openxmlformats.org/presentationml/2006/ole">
              <p:oleObj spid="_x0000_s1085452" name="Equation" r:id="rId11" imgW="1320480" imgH="291960" progId="Equation.3">
                <p:embed/>
              </p:oleObj>
            </a:graphicData>
          </a:graphic>
        </p:graphicFrame>
      </p:grpSp>
      <p:grpSp>
        <p:nvGrpSpPr>
          <p:cNvPr id="11" name="Group 49"/>
          <p:cNvGrpSpPr>
            <a:grpSpLocks/>
          </p:cNvGrpSpPr>
          <p:nvPr/>
        </p:nvGrpSpPr>
        <p:grpSpPr bwMode="auto">
          <a:xfrm>
            <a:off x="6019800" y="914400"/>
            <a:ext cx="762000" cy="685800"/>
            <a:chOff x="4272" y="816"/>
            <a:chExt cx="480" cy="432"/>
          </a:xfrm>
        </p:grpSpPr>
        <p:graphicFrame>
          <p:nvGraphicFramePr>
            <p:cNvPr id="159794" name="Object 50"/>
            <p:cNvGraphicFramePr>
              <a:graphicFrameLocks noChangeAspect="1"/>
            </p:cNvGraphicFramePr>
            <p:nvPr/>
          </p:nvGraphicFramePr>
          <p:xfrm>
            <a:off x="4512" y="816"/>
            <a:ext cx="240" cy="432"/>
          </p:xfrm>
          <a:graphic>
            <a:graphicData uri="http://schemas.openxmlformats.org/presentationml/2006/ole">
              <p:oleObj spid="_x0000_s1085451" name="公式" r:id="rId12" imgW="190440" imgH="241200" progId="Equation.3">
                <p:embed/>
              </p:oleObj>
            </a:graphicData>
          </a:graphic>
        </p:graphicFrame>
        <p:grpSp>
          <p:nvGrpSpPr>
            <p:cNvPr id="12" name="Group 51"/>
            <p:cNvGrpSpPr>
              <a:grpSpLocks/>
            </p:cNvGrpSpPr>
            <p:nvPr/>
          </p:nvGrpSpPr>
          <p:grpSpPr bwMode="auto">
            <a:xfrm>
              <a:off x="4272" y="960"/>
              <a:ext cx="192" cy="192"/>
              <a:chOff x="3792" y="576"/>
              <a:chExt cx="192" cy="192"/>
            </a:xfrm>
          </p:grpSpPr>
          <p:sp>
            <p:nvSpPr>
              <p:cNvPr id="159796" name="Oval 52"/>
              <p:cNvSpPr>
                <a:spLocks noChangeArrowheads="1"/>
              </p:cNvSpPr>
              <p:nvPr/>
            </p:nvSpPr>
            <p:spPr bwMode="auto">
              <a:xfrm>
                <a:off x="3792" y="576"/>
                <a:ext cx="192" cy="192"/>
              </a:xfrm>
              <a:prstGeom prst="ellipse">
                <a:avLst/>
              </a:prstGeom>
              <a:noFill/>
              <a:ln w="19050">
                <a:solidFill>
                  <a:schemeClr val="tx1"/>
                </a:solidFill>
                <a:round/>
                <a:headEnd/>
                <a:tailEnd/>
              </a:ln>
              <a:effectLst/>
            </p:spPr>
            <p:txBody>
              <a:bodyPr wrap="none" anchor="ctr"/>
              <a:lstStyle/>
              <a:p>
                <a:endParaRPr lang="zh-CN" altLang="en-US" sz="2800"/>
              </a:p>
            </p:txBody>
          </p:sp>
          <p:sp>
            <p:nvSpPr>
              <p:cNvPr id="159797" name="Line 53"/>
              <p:cNvSpPr>
                <a:spLocks noChangeShapeType="1"/>
              </p:cNvSpPr>
              <p:nvPr/>
            </p:nvSpPr>
            <p:spPr bwMode="auto">
              <a:xfrm flipH="1">
                <a:off x="3840" y="624"/>
                <a:ext cx="96" cy="96"/>
              </a:xfrm>
              <a:prstGeom prst="line">
                <a:avLst/>
              </a:prstGeom>
              <a:noFill/>
              <a:ln w="28575">
                <a:solidFill>
                  <a:srgbClr val="FF0000"/>
                </a:solidFill>
                <a:round/>
                <a:headEnd/>
                <a:tailEnd/>
              </a:ln>
              <a:effectLst/>
            </p:spPr>
            <p:txBody>
              <a:bodyPr wrap="none"/>
              <a:lstStyle/>
              <a:p>
                <a:endParaRPr lang="zh-CN" altLang="en-US" sz="2800"/>
              </a:p>
            </p:txBody>
          </p:sp>
          <p:sp>
            <p:nvSpPr>
              <p:cNvPr id="159798" name="Line 54"/>
              <p:cNvSpPr>
                <a:spLocks noChangeShapeType="1"/>
              </p:cNvSpPr>
              <p:nvPr/>
            </p:nvSpPr>
            <p:spPr bwMode="auto">
              <a:xfrm>
                <a:off x="3840" y="624"/>
                <a:ext cx="96" cy="96"/>
              </a:xfrm>
              <a:prstGeom prst="line">
                <a:avLst/>
              </a:prstGeom>
              <a:noFill/>
              <a:ln w="28575">
                <a:solidFill>
                  <a:srgbClr val="FF0000"/>
                </a:solidFill>
                <a:round/>
                <a:headEnd/>
                <a:tailEnd/>
              </a:ln>
              <a:effectLst/>
            </p:spPr>
            <p:txBody>
              <a:bodyPr wrap="none"/>
              <a:lstStyle/>
              <a:p>
                <a:endParaRPr lang="zh-CN" altLang="en-US" sz="2800"/>
              </a:p>
            </p:txBody>
          </p:sp>
        </p:grpSp>
      </p:grpSp>
      <p:grpSp>
        <p:nvGrpSpPr>
          <p:cNvPr id="13" name="Group 55"/>
          <p:cNvGrpSpPr>
            <a:grpSpLocks/>
          </p:cNvGrpSpPr>
          <p:nvPr/>
        </p:nvGrpSpPr>
        <p:grpSpPr bwMode="auto">
          <a:xfrm>
            <a:off x="5268913" y="1295400"/>
            <a:ext cx="1023937" cy="838200"/>
            <a:chOff x="3319" y="960"/>
            <a:chExt cx="645" cy="528"/>
          </a:xfrm>
        </p:grpSpPr>
        <p:sp>
          <p:nvSpPr>
            <p:cNvPr id="159800" name="Freeform 56"/>
            <p:cNvSpPr>
              <a:spLocks/>
            </p:cNvSpPr>
            <p:nvPr/>
          </p:nvSpPr>
          <p:spPr bwMode="auto">
            <a:xfrm>
              <a:off x="3580" y="1386"/>
              <a:ext cx="384" cy="84"/>
            </a:xfrm>
            <a:custGeom>
              <a:avLst/>
              <a:gdLst/>
              <a:ahLst/>
              <a:cxnLst>
                <a:cxn ang="0">
                  <a:pos x="384" y="0"/>
                </a:cxn>
                <a:cxn ang="0">
                  <a:pos x="0" y="84"/>
                </a:cxn>
              </a:cxnLst>
              <a:rect l="0" t="0" r="r" b="b"/>
              <a:pathLst>
                <a:path w="384" h="84">
                  <a:moveTo>
                    <a:pt x="384" y="0"/>
                  </a:moveTo>
                  <a:lnTo>
                    <a:pt x="0" y="84"/>
                  </a:lnTo>
                </a:path>
              </a:pathLst>
            </a:custGeom>
            <a:noFill/>
            <a:ln w="38100" cmpd="sng">
              <a:solidFill>
                <a:srgbClr val="3333FF"/>
              </a:solidFill>
              <a:round/>
              <a:headEnd type="none" w="sm" len="lg"/>
              <a:tailEnd type="triangle" w="sm" len="med"/>
            </a:ln>
            <a:effectLst/>
          </p:spPr>
          <p:txBody>
            <a:bodyPr wrap="none" anchor="ctr"/>
            <a:lstStyle/>
            <a:p>
              <a:endParaRPr lang="zh-CN" altLang="en-US" sz="2800"/>
            </a:p>
          </p:txBody>
        </p:sp>
        <p:graphicFrame>
          <p:nvGraphicFramePr>
            <p:cNvPr id="159801" name="Object 57"/>
            <p:cNvGraphicFramePr>
              <a:graphicFrameLocks noChangeAspect="1"/>
            </p:cNvGraphicFramePr>
            <p:nvPr/>
          </p:nvGraphicFramePr>
          <p:xfrm>
            <a:off x="3319" y="960"/>
            <a:ext cx="449" cy="528"/>
          </p:xfrm>
          <a:graphic>
            <a:graphicData uri="http://schemas.openxmlformats.org/presentationml/2006/ole">
              <p:oleObj spid="_x0000_s1085450" name="Equation" r:id="rId13" imgW="177480" imgH="228600" progId="Equation.3">
                <p:embed/>
              </p:oleObj>
            </a:graphicData>
          </a:graphic>
        </p:graphicFrame>
      </p:grpSp>
      <p:grpSp>
        <p:nvGrpSpPr>
          <p:cNvPr id="14" name="Group 58"/>
          <p:cNvGrpSpPr>
            <a:grpSpLocks/>
          </p:cNvGrpSpPr>
          <p:nvPr/>
        </p:nvGrpSpPr>
        <p:grpSpPr bwMode="auto">
          <a:xfrm>
            <a:off x="5978525" y="1981200"/>
            <a:ext cx="439738" cy="746125"/>
            <a:chOff x="3766" y="1392"/>
            <a:chExt cx="277" cy="470"/>
          </a:xfrm>
        </p:grpSpPr>
        <p:sp>
          <p:nvSpPr>
            <p:cNvPr id="159803" name="Freeform 59"/>
            <p:cNvSpPr>
              <a:spLocks/>
            </p:cNvSpPr>
            <p:nvPr/>
          </p:nvSpPr>
          <p:spPr bwMode="auto">
            <a:xfrm>
              <a:off x="4042" y="1448"/>
              <a:ext cx="1" cy="414"/>
            </a:xfrm>
            <a:custGeom>
              <a:avLst/>
              <a:gdLst/>
              <a:ahLst/>
              <a:cxnLst>
                <a:cxn ang="0">
                  <a:pos x="0" y="0"/>
                </a:cxn>
                <a:cxn ang="0">
                  <a:pos x="0" y="414"/>
                </a:cxn>
              </a:cxnLst>
              <a:rect l="0" t="0" r="r" b="b"/>
              <a:pathLst>
                <a:path w="1" h="414">
                  <a:moveTo>
                    <a:pt x="0" y="0"/>
                  </a:moveTo>
                  <a:lnTo>
                    <a:pt x="0" y="414"/>
                  </a:lnTo>
                </a:path>
              </a:pathLst>
            </a:custGeom>
            <a:noFill/>
            <a:ln w="28575">
              <a:solidFill>
                <a:schemeClr val="tx1"/>
              </a:solidFill>
              <a:prstDash val="dash"/>
              <a:round/>
              <a:headEnd/>
              <a:tailEnd/>
            </a:ln>
            <a:effectLst/>
          </p:spPr>
          <p:txBody>
            <a:bodyPr wrap="none"/>
            <a:lstStyle/>
            <a:p>
              <a:endParaRPr lang="zh-CN" altLang="en-US" sz="2800"/>
            </a:p>
          </p:txBody>
        </p:sp>
        <p:grpSp>
          <p:nvGrpSpPr>
            <p:cNvPr id="15" name="Group 60"/>
            <p:cNvGrpSpPr>
              <a:grpSpLocks/>
            </p:cNvGrpSpPr>
            <p:nvPr/>
          </p:nvGrpSpPr>
          <p:grpSpPr bwMode="auto">
            <a:xfrm>
              <a:off x="3766" y="1392"/>
              <a:ext cx="276" cy="380"/>
              <a:chOff x="3766" y="1392"/>
              <a:chExt cx="276" cy="380"/>
            </a:xfrm>
          </p:grpSpPr>
          <p:sp>
            <p:nvSpPr>
              <p:cNvPr id="159805" name="Freeform 61"/>
              <p:cNvSpPr>
                <a:spLocks/>
              </p:cNvSpPr>
              <p:nvPr/>
            </p:nvSpPr>
            <p:spPr bwMode="auto">
              <a:xfrm>
                <a:off x="3897" y="1392"/>
                <a:ext cx="145" cy="188"/>
              </a:xfrm>
              <a:custGeom>
                <a:avLst/>
                <a:gdLst/>
                <a:ahLst/>
                <a:cxnLst>
                  <a:cxn ang="0">
                    <a:pos x="7" y="20"/>
                  </a:cxn>
                  <a:cxn ang="0">
                    <a:pos x="7" y="20"/>
                  </a:cxn>
                  <a:cxn ang="0">
                    <a:pos x="49" y="140"/>
                  </a:cxn>
                  <a:cxn ang="0">
                    <a:pos x="145" y="188"/>
                  </a:cxn>
                </a:cxnLst>
                <a:rect l="0" t="0" r="r" b="b"/>
                <a:pathLst>
                  <a:path w="145" h="188">
                    <a:moveTo>
                      <a:pt x="7" y="20"/>
                    </a:moveTo>
                    <a:cubicBezTo>
                      <a:pt x="7" y="20"/>
                      <a:pt x="0" y="0"/>
                      <a:pt x="7" y="20"/>
                    </a:cubicBezTo>
                    <a:cubicBezTo>
                      <a:pt x="14" y="40"/>
                      <a:pt x="26" y="112"/>
                      <a:pt x="49" y="140"/>
                    </a:cubicBezTo>
                    <a:cubicBezTo>
                      <a:pt x="72" y="168"/>
                      <a:pt x="125" y="178"/>
                      <a:pt x="145" y="188"/>
                    </a:cubicBezTo>
                  </a:path>
                </a:pathLst>
              </a:custGeom>
              <a:noFill/>
              <a:ln w="28575" cmpd="sng">
                <a:solidFill>
                  <a:srgbClr val="FFCC00"/>
                </a:solidFill>
                <a:round/>
                <a:headEnd/>
                <a:tailEnd/>
              </a:ln>
              <a:effectLst/>
            </p:spPr>
            <p:txBody>
              <a:bodyPr wrap="none"/>
              <a:lstStyle/>
              <a:p>
                <a:endParaRPr lang="zh-CN" altLang="en-US" sz="2800"/>
              </a:p>
            </p:txBody>
          </p:sp>
          <p:graphicFrame>
            <p:nvGraphicFramePr>
              <p:cNvPr id="159806" name="Object 62"/>
              <p:cNvGraphicFramePr>
                <a:graphicFrameLocks noChangeAspect="1"/>
              </p:cNvGraphicFramePr>
              <p:nvPr/>
            </p:nvGraphicFramePr>
            <p:xfrm>
              <a:off x="3766" y="1482"/>
              <a:ext cx="205" cy="290"/>
            </p:xfrm>
            <a:graphic>
              <a:graphicData uri="http://schemas.openxmlformats.org/presentationml/2006/ole">
                <p:oleObj spid="_x0000_s1085449" name="Equation" r:id="rId14" imgW="126720" imgH="177480" progId="Equation.3">
                  <p:embed/>
                </p:oleObj>
              </a:graphicData>
            </a:graphic>
          </p:graphicFrame>
        </p:grpSp>
      </p:grpSp>
      <p:graphicFrame>
        <p:nvGraphicFramePr>
          <p:cNvPr id="159807" name="Object 63"/>
          <p:cNvGraphicFramePr>
            <a:graphicFrameLocks noChangeAspect="1"/>
          </p:cNvGraphicFramePr>
          <p:nvPr/>
        </p:nvGraphicFramePr>
        <p:xfrm>
          <a:off x="381000" y="4114800"/>
          <a:ext cx="2971800" cy="531813"/>
        </p:xfrm>
        <a:graphic>
          <a:graphicData uri="http://schemas.openxmlformats.org/presentationml/2006/ole">
            <p:oleObj spid="_x0000_s1085446" name="Equation" r:id="rId15" imgW="1028520" imgH="190440" progId="Equation.3">
              <p:embed/>
            </p:oleObj>
          </a:graphicData>
        </a:graphic>
      </p:graphicFrame>
      <p:grpSp>
        <p:nvGrpSpPr>
          <p:cNvPr id="16" name="Group 64"/>
          <p:cNvGrpSpPr>
            <a:grpSpLocks/>
          </p:cNvGrpSpPr>
          <p:nvPr/>
        </p:nvGrpSpPr>
        <p:grpSpPr bwMode="auto">
          <a:xfrm>
            <a:off x="6407150" y="1735138"/>
            <a:ext cx="1136650" cy="855662"/>
            <a:chOff x="4036" y="1237"/>
            <a:chExt cx="716" cy="539"/>
          </a:xfrm>
        </p:grpSpPr>
        <p:grpSp>
          <p:nvGrpSpPr>
            <p:cNvPr id="17" name="Group 65"/>
            <p:cNvGrpSpPr>
              <a:grpSpLocks/>
            </p:cNvGrpSpPr>
            <p:nvPr/>
          </p:nvGrpSpPr>
          <p:grpSpPr bwMode="auto">
            <a:xfrm>
              <a:off x="4108" y="1237"/>
              <a:ext cx="644" cy="368"/>
              <a:chOff x="4108" y="1237"/>
              <a:chExt cx="644" cy="368"/>
            </a:xfrm>
          </p:grpSpPr>
          <p:sp>
            <p:nvSpPr>
              <p:cNvPr id="159810" name="Freeform 66"/>
              <p:cNvSpPr>
                <a:spLocks/>
              </p:cNvSpPr>
              <p:nvPr/>
            </p:nvSpPr>
            <p:spPr bwMode="auto">
              <a:xfrm>
                <a:off x="4108" y="1290"/>
                <a:ext cx="318" cy="72"/>
              </a:xfrm>
              <a:custGeom>
                <a:avLst/>
                <a:gdLst/>
                <a:ahLst/>
                <a:cxnLst>
                  <a:cxn ang="0">
                    <a:pos x="0" y="72"/>
                  </a:cxn>
                  <a:cxn ang="0">
                    <a:pos x="318" y="0"/>
                  </a:cxn>
                </a:cxnLst>
                <a:rect l="0" t="0" r="r" b="b"/>
                <a:pathLst>
                  <a:path w="318" h="72">
                    <a:moveTo>
                      <a:pt x="0" y="72"/>
                    </a:moveTo>
                    <a:lnTo>
                      <a:pt x="318" y="0"/>
                    </a:lnTo>
                  </a:path>
                </a:pathLst>
              </a:custGeom>
              <a:noFill/>
              <a:ln w="38100" cmpd="sng">
                <a:solidFill>
                  <a:srgbClr val="FF0000"/>
                </a:solidFill>
                <a:round/>
                <a:headEnd type="none" w="sm" len="lg"/>
                <a:tailEnd type="triangle" w="sm" len="med"/>
              </a:ln>
              <a:effectLst/>
            </p:spPr>
            <p:txBody>
              <a:bodyPr wrap="none" anchor="ctr"/>
              <a:lstStyle/>
              <a:p>
                <a:endParaRPr lang="zh-CN" altLang="en-US" sz="2800"/>
              </a:p>
            </p:txBody>
          </p:sp>
          <p:graphicFrame>
            <p:nvGraphicFramePr>
              <p:cNvPr id="159811" name="Object 67"/>
              <p:cNvGraphicFramePr>
                <a:graphicFrameLocks noChangeAspect="1"/>
              </p:cNvGraphicFramePr>
              <p:nvPr/>
            </p:nvGraphicFramePr>
            <p:xfrm>
              <a:off x="4294" y="1237"/>
              <a:ext cx="458" cy="368"/>
            </p:xfrm>
            <a:graphic>
              <a:graphicData uri="http://schemas.openxmlformats.org/presentationml/2006/ole">
                <p:oleObj spid="_x0000_s1085448" name="Equation" r:id="rId16" imgW="266400" imgH="215640" progId="Equation.3">
                  <p:embed/>
                </p:oleObj>
              </a:graphicData>
            </a:graphic>
          </p:graphicFrame>
        </p:grpSp>
        <p:grpSp>
          <p:nvGrpSpPr>
            <p:cNvPr id="18" name="Group 68"/>
            <p:cNvGrpSpPr>
              <a:grpSpLocks/>
            </p:cNvGrpSpPr>
            <p:nvPr/>
          </p:nvGrpSpPr>
          <p:grpSpPr bwMode="auto">
            <a:xfrm>
              <a:off x="4036" y="1332"/>
              <a:ext cx="275" cy="444"/>
              <a:chOff x="4036" y="1332"/>
              <a:chExt cx="275" cy="444"/>
            </a:xfrm>
          </p:grpSpPr>
          <p:graphicFrame>
            <p:nvGraphicFramePr>
              <p:cNvPr id="159813" name="Object 69"/>
              <p:cNvGraphicFramePr>
                <a:graphicFrameLocks noChangeAspect="1"/>
              </p:cNvGraphicFramePr>
              <p:nvPr/>
            </p:nvGraphicFramePr>
            <p:xfrm>
              <a:off x="4102" y="1440"/>
              <a:ext cx="209" cy="336"/>
            </p:xfrm>
            <a:graphic>
              <a:graphicData uri="http://schemas.openxmlformats.org/presentationml/2006/ole">
                <p:oleObj spid="_x0000_s1085447" name="Equation" r:id="rId17" imgW="126720" imgH="203040" progId="Equation.3">
                  <p:embed/>
                </p:oleObj>
              </a:graphicData>
            </a:graphic>
          </p:graphicFrame>
          <p:sp>
            <p:nvSpPr>
              <p:cNvPr id="159814" name="Arc 70"/>
              <p:cNvSpPr>
                <a:spLocks/>
              </p:cNvSpPr>
              <p:nvPr/>
            </p:nvSpPr>
            <p:spPr bwMode="auto">
              <a:xfrm flipV="1">
                <a:off x="4036" y="1332"/>
                <a:ext cx="210" cy="252"/>
              </a:xfrm>
              <a:custGeom>
                <a:avLst/>
                <a:gdLst>
                  <a:gd name="G0" fmla="+- 2069 0 0"/>
                  <a:gd name="G1" fmla="+- 21600 0 0"/>
                  <a:gd name="G2" fmla="+- 21600 0 0"/>
                  <a:gd name="T0" fmla="*/ 0 w 23669"/>
                  <a:gd name="T1" fmla="*/ 99 h 22684"/>
                  <a:gd name="T2" fmla="*/ 23642 w 23669"/>
                  <a:gd name="T3" fmla="*/ 22684 h 22684"/>
                  <a:gd name="T4" fmla="*/ 2069 w 23669"/>
                  <a:gd name="T5" fmla="*/ 21600 h 22684"/>
                </a:gdLst>
                <a:ahLst/>
                <a:cxnLst>
                  <a:cxn ang="0">
                    <a:pos x="T0" y="T1"/>
                  </a:cxn>
                  <a:cxn ang="0">
                    <a:pos x="T2" y="T3"/>
                  </a:cxn>
                  <a:cxn ang="0">
                    <a:pos x="T4" y="T5"/>
                  </a:cxn>
                </a:cxnLst>
                <a:rect l="0" t="0" r="r" b="b"/>
                <a:pathLst>
                  <a:path w="23669" h="22684" fill="none" extrusionOk="0">
                    <a:moveTo>
                      <a:pt x="0" y="99"/>
                    </a:moveTo>
                    <a:cubicBezTo>
                      <a:pt x="687" y="33"/>
                      <a:pt x="1378" y="-1"/>
                      <a:pt x="2069" y="0"/>
                    </a:cubicBezTo>
                    <a:cubicBezTo>
                      <a:pt x="13998" y="0"/>
                      <a:pt x="23669" y="9670"/>
                      <a:pt x="23669" y="21600"/>
                    </a:cubicBezTo>
                    <a:cubicBezTo>
                      <a:pt x="23669" y="21961"/>
                      <a:pt x="23659" y="22322"/>
                      <a:pt x="23641" y="22683"/>
                    </a:cubicBezTo>
                  </a:path>
                  <a:path w="23669" h="22684" stroke="0" extrusionOk="0">
                    <a:moveTo>
                      <a:pt x="0" y="99"/>
                    </a:moveTo>
                    <a:cubicBezTo>
                      <a:pt x="687" y="33"/>
                      <a:pt x="1378" y="-1"/>
                      <a:pt x="2069" y="0"/>
                    </a:cubicBezTo>
                    <a:cubicBezTo>
                      <a:pt x="13998" y="0"/>
                      <a:pt x="23669" y="9670"/>
                      <a:pt x="23669" y="21600"/>
                    </a:cubicBezTo>
                    <a:cubicBezTo>
                      <a:pt x="23669" y="21961"/>
                      <a:pt x="23659" y="22322"/>
                      <a:pt x="23641" y="22683"/>
                    </a:cubicBezTo>
                    <a:lnTo>
                      <a:pt x="2069" y="21600"/>
                    </a:lnTo>
                    <a:close/>
                  </a:path>
                </a:pathLst>
              </a:custGeom>
              <a:noFill/>
              <a:ln w="28575">
                <a:solidFill>
                  <a:srgbClr val="33CC33"/>
                </a:solidFill>
                <a:round/>
                <a:headEnd/>
                <a:tailEnd/>
              </a:ln>
              <a:effectLst/>
            </p:spPr>
            <p:txBody>
              <a:bodyPr wrap="none" anchor="ctr"/>
              <a:lstStyle/>
              <a:p>
                <a:endParaRPr lang="zh-CN" altLang="en-US" sz="2800"/>
              </a:p>
            </p:txBody>
          </p:sp>
        </p:grpSp>
      </p:grpSp>
      <p:sp>
        <p:nvSpPr>
          <p:cNvPr id="71" name="Rectangle 16"/>
          <p:cNvSpPr>
            <a:spLocks noChangeArrowheads="1"/>
          </p:cNvSpPr>
          <p:nvPr/>
        </p:nvSpPr>
        <p:spPr bwMode="auto">
          <a:xfrm>
            <a:off x="152400" y="152400"/>
            <a:ext cx="73914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-8 </a:t>
            </a:r>
            <a:r>
              <a:rPr lang="zh-CN" altLang="en-US" sz="3600" b="1" dirty="0" smtClean="0">
                <a:solidFill>
                  <a:srgbClr val="000066"/>
                </a:solidFill>
                <a:latin typeface="+mj-ea"/>
                <a:ea typeface="+mj-ea"/>
              </a:rPr>
              <a:t>载流导线在磁场中所受的力</a:t>
            </a:r>
            <a:endParaRPr lang="en-US" altLang="zh-CN" sz="3600" b="1" dirty="0">
              <a:solidFill>
                <a:srgbClr val="000066"/>
              </a:solidFill>
              <a:latin typeface="+mj-ea"/>
              <a:ea typeface="+mj-ea"/>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59785"/>
                                        </p:tgtEl>
                                        <p:attrNameLst>
                                          <p:attrName>style.visibility</p:attrName>
                                        </p:attrNameLst>
                                      </p:cBhvr>
                                      <p:to>
                                        <p:strVal val="visible"/>
                                      </p:to>
                                    </p:set>
                                    <p:animEffect transition="in" filter="blinds(vertical)">
                                      <p:cBhvr>
                                        <p:cTn id="22" dur="500"/>
                                        <p:tgtEl>
                                          <p:spTgt spid="15978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9786"/>
                                        </p:tgtEl>
                                        <p:attrNameLst>
                                          <p:attrName>style.visibility</p:attrName>
                                        </p:attrNameLst>
                                      </p:cBhvr>
                                      <p:to>
                                        <p:strVal val="visible"/>
                                      </p:to>
                                    </p:set>
                                    <p:animEffect transition="in" filter="blinds(horizontal)">
                                      <p:cBhvr>
                                        <p:cTn id="32" dur="500"/>
                                        <p:tgtEl>
                                          <p:spTgt spid="15978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159787"/>
                                        </p:tgtEl>
                                        <p:attrNameLst>
                                          <p:attrName>style.visibility</p:attrName>
                                        </p:attrNameLst>
                                      </p:cBhvr>
                                      <p:to>
                                        <p:strVal val="visible"/>
                                      </p:to>
                                    </p:set>
                                    <p:animEffect transition="in" filter="blinds(vertical)">
                                      <p:cBhvr>
                                        <p:cTn id="37" dur="500"/>
                                        <p:tgtEl>
                                          <p:spTgt spid="15978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159807"/>
                                        </p:tgtEl>
                                        <p:attrNameLst>
                                          <p:attrName>style.visibility</p:attrName>
                                        </p:attrNameLst>
                                      </p:cBhvr>
                                      <p:to>
                                        <p:strVal val="visible"/>
                                      </p:to>
                                    </p:set>
                                    <p:animEffect transition="in" filter="blinds(vertical)">
                                      <p:cBhvr>
                                        <p:cTn id="42" dur="500"/>
                                        <p:tgtEl>
                                          <p:spTgt spid="159807"/>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9"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strips(up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nodeType="clickEffect">
                                  <p:stCondLst>
                                    <p:cond delay="0"/>
                                  </p:stCondLst>
                                  <p:childTnLst>
                                    <p:set>
                                      <p:cBhvr>
                                        <p:cTn id="51" dur="1" fill="hold">
                                          <p:stCondLst>
                                            <p:cond delay="0"/>
                                          </p:stCondLst>
                                        </p:cTn>
                                        <p:tgtEl>
                                          <p:spTgt spid="159788"/>
                                        </p:tgtEl>
                                        <p:attrNameLst>
                                          <p:attrName>style.visibility</p:attrName>
                                        </p:attrNameLst>
                                      </p:cBhvr>
                                      <p:to>
                                        <p:strVal val="visible"/>
                                      </p:to>
                                    </p:set>
                                    <p:animEffect transition="in" filter="blinds(vertical)">
                                      <p:cBhvr>
                                        <p:cTn id="52" dur="500"/>
                                        <p:tgtEl>
                                          <p:spTgt spid="15978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9789"/>
                                        </p:tgtEl>
                                        <p:attrNameLst>
                                          <p:attrName>style.visibility</p:attrName>
                                        </p:attrNameLst>
                                      </p:cBhvr>
                                      <p:to>
                                        <p:strVal val="visible"/>
                                      </p:to>
                                    </p:set>
                                    <p:animEffect transition="in" filter="blinds(horizontal)">
                                      <p:cBhvr>
                                        <p:cTn id="57" dur="500"/>
                                        <p:tgtEl>
                                          <p:spTgt spid="15978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blinds(horizontal)">
                                      <p:cBhvr>
                                        <p:cTn id="6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89"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724400" y="3733800"/>
            <a:ext cx="3886200" cy="2590800"/>
            <a:chOff x="2976" y="2352"/>
            <a:chExt cx="2448" cy="1632"/>
          </a:xfrm>
        </p:grpSpPr>
        <p:sp>
          <p:nvSpPr>
            <p:cNvPr id="160771" name="Rectangle 3"/>
            <p:cNvSpPr>
              <a:spLocks noChangeArrowheads="1"/>
            </p:cNvSpPr>
            <p:nvPr/>
          </p:nvSpPr>
          <p:spPr bwMode="auto">
            <a:xfrm>
              <a:off x="2976" y="2352"/>
              <a:ext cx="2448" cy="1632"/>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0772" name="Line 4"/>
            <p:cNvSpPr>
              <a:spLocks noChangeShapeType="1"/>
            </p:cNvSpPr>
            <p:nvPr/>
          </p:nvSpPr>
          <p:spPr bwMode="auto">
            <a:xfrm flipH="1">
              <a:off x="3456" y="3552"/>
              <a:ext cx="624" cy="240"/>
            </a:xfrm>
            <a:prstGeom prst="line">
              <a:avLst/>
            </a:prstGeom>
            <a:noFill/>
            <a:ln w="28575">
              <a:solidFill>
                <a:srgbClr val="F10BF7"/>
              </a:solidFill>
              <a:round/>
              <a:headEnd/>
              <a:tailEnd type="triangle" w="sm" len="lg"/>
            </a:ln>
            <a:effectLst/>
          </p:spPr>
          <p:txBody>
            <a:bodyPr wrap="none" anchor="ctr"/>
            <a:lstStyle/>
            <a:p>
              <a:endParaRPr lang="zh-CN" altLang="en-US" sz="2800"/>
            </a:p>
          </p:txBody>
        </p:sp>
        <p:graphicFrame>
          <p:nvGraphicFramePr>
            <p:cNvPr id="160773" name="Object 5"/>
            <p:cNvGraphicFramePr>
              <a:graphicFrameLocks noChangeAspect="1"/>
            </p:cNvGraphicFramePr>
            <p:nvPr/>
          </p:nvGraphicFramePr>
          <p:xfrm>
            <a:off x="3216" y="3552"/>
            <a:ext cx="329" cy="384"/>
          </p:xfrm>
          <a:graphic>
            <a:graphicData uri="http://schemas.openxmlformats.org/presentationml/2006/ole">
              <p:oleObj spid="_x0000_s1086476" name="公式" r:id="rId3" imgW="152280" imgH="190440" progId="Equation.3">
                <p:embed/>
              </p:oleObj>
            </a:graphicData>
          </a:graphic>
        </p:graphicFrame>
        <p:graphicFrame>
          <p:nvGraphicFramePr>
            <p:cNvPr id="160774" name="Object 6"/>
            <p:cNvGraphicFramePr>
              <a:graphicFrameLocks noChangeAspect="1"/>
            </p:cNvGraphicFramePr>
            <p:nvPr/>
          </p:nvGraphicFramePr>
          <p:xfrm>
            <a:off x="3120" y="2928"/>
            <a:ext cx="448" cy="332"/>
          </p:xfrm>
          <a:graphic>
            <a:graphicData uri="http://schemas.openxmlformats.org/presentationml/2006/ole">
              <p:oleObj spid="_x0000_s1086477" name="Equation" r:id="rId4" imgW="393480" imgH="291960" progId="Equation.3">
                <p:embed/>
              </p:oleObj>
            </a:graphicData>
          </a:graphic>
        </p:graphicFrame>
        <p:graphicFrame>
          <p:nvGraphicFramePr>
            <p:cNvPr id="160775" name="Object 7"/>
            <p:cNvGraphicFramePr>
              <a:graphicFrameLocks noChangeAspect="1"/>
            </p:cNvGraphicFramePr>
            <p:nvPr/>
          </p:nvGraphicFramePr>
          <p:xfrm>
            <a:off x="3552" y="3339"/>
            <a:ext cx="210" cy="337"/>
          </p:xfrm>
          <a:graphic>
            <a:graphicData uri="http://schemas.openxmlformats.org/presentationml/2006/ole">
              <p:oleObj spid="_x0000_s1086478" name="Equation" r:id="rId5" imgW="126720" imgH="203040" progId="Equation.3">
                <p:embed/>
              </p:oleObj>
            </a:graphicData>
          </a:graphic>
        </p:graphicFrame>
        <p:sp>
          <p:nvSpPr>
            <p:cNvPr id="160776" name="Freeform 8"/>
            <p:cNvSpPr>
              <a:spLocks/>
            </p:cNvSpPr>
            <p:nvPr/>
          </p:nvSpPr>
          <p:spPr bwMode="auto">
            <a:xfrm>
              <a:off x="3772" y="3415"/>
              <a:ext cx="95" cy="267"/>
            </a:xfrm>
            <a:custGeom>
              <a:avLst/>
              <a:gdLst/>
              <a:ahLst/>
              <a:cxnLst>
                <a:cxn ang="0">
                  <a:pos x="95" y="0"/>
                </a:cxn>
                <a:cxn ang="0">
                  <a:pos x="14" y="104"/>
                </a:cxn>
                <a:cxn ang="0">
                  <a:pos x="13" y="267"/>
                </a:cxn>
              </a:cxnLst>
              <a:rect l="0" t="0" r="r" b="b"/>
              <a:pathLst>
                <a:path w="95" h="267">
                  <a:moveTo>
                    <a:pt x="95" y="0"/>
                  </a:moveTo>
                  <a:cubicBezTo>
                    <a:pt x="80" y="17"/>
                    <a:pt x="28" y="59"/>
                    <a:pt x="14" y="104"/>
                  </a:cubicBezTo>
                  <a:cubicBezTo>
                    <a:pt x="0" y="149"/>
                    <a:pt x="13" y="233"/>
                    <a:pt x="13" y="267"/>
                  </a:cubicBezTo>
                </a:path>
              </a:pathLst>
            </a:custGeom>
            <a:noFill/>
            <a:ln w="28575" cmpd="sng">
              <a:solidFill>
                <a:srgbClr val="33CC33"/>
              </a:solidFill>
              <a:round/>
              <a:headEnd/>
              <a:tailEnd/>
            </a:ln>
            <a:effectLst/>
          </p:spPr>
          <p:txBody>
            <a:bodyPr wrap="none"/>
            <a:lstStyle/>
            <a:p>
              <a:endParaRPr lang="zh-CN" altLang="en-US" sz="2800"/>
            </a:p>
          </p:txBody>
        </p:sp>
        <p:sp>
          <p:nvSpPr>
            <p:cNvPr id="160777" name="Line 9"/>
            <p:cNvSpPr>
              <a:spLocks noChangeShapeType="1"/>
            </p:cNvSpPr>
            <p:nvPr/>
          </p:nvSpPr>
          <p:spPr bwMode="auto">
            <a:xfrm flipV="1">
              <a:off x="4080" y="2688"/>
              <a:ext cx="0" cy="864"/>
            </a:xfrm>
            <a:prstGeom prst="line">
              <a:avLst/>
            </a:prstGeom>
            <a:noFill/>
            <a:ln w="28575">
              <a:solidFill>
                <a:srgbClr val="0000FF"/>
              </a:solidFill>
              <a:round/>
              <a:headEnd/>
              <a:tailEnd type="triangle" w="sm" len="lg"/>
            </a:ln>
            <a:effectLst/>
          </p:spPr>
          <p:txBody>
            <a:bodyPr wrap="none" anchor="ctr"/>
            <a:lstStyle/>
            <a:p>
              <a:endParaRPr lang="zh-CN" altLang="en-US" sz="2800"/>
            </a:p>
          </p:txBody>
        </p:sp>
        <p:graphicFrame>
          <p:nvGraphicFramePr>
            <p:cNvPr id="160778" name="Object 10"/>
            <p:cNvGraphicFramePr>
              <a:graphicFrameLocks noChangeAspect="1"/>
            </p:cNvGraphicFramePr>
            <p:nvPr/>
          </p:nvGraphicFramePr>
          <p:xfrm>
            <a:off x="3744" y="2592"/>
            <a:ext cx="336" cy="272"/>
          </p:xfrm>
          <a:graphic>
            <a:graphicData uri="http://schemas.openxmlformats.org/presentationml/2006/ole">
              <p:oleObj spid="_x0000_s1086479" name="Equation" r:id="rId6" imgW="342720" imgH="279360" progId="Equation.3">
                <p:embed/>
              </p:oleObj>
            </a:graphicData>
          </a:graphic>
        </p:graphicFrame>
        <p:sp>
          <p:nvSpPr>
            <p:cNvPr id="160779" name="AutoShape 11"/>
            <p:cNvSpPr>
              <a:spLocks noChangeArrowheads="1"/>
            </p:cNvSpPr>
            <p:nvPr/>
          </p:nvSpPr>
          <p:spPr bwMode="auto">
            <a:xfrm rot="-3127994">
              <a:off x="4118" y="3485"/>
              <a:ext cx="96" cy="240"/>
            </a:xfrm>
            <a:prstGeom prst="can">
              <a:avLst>
                <a:gd name="adj" fmla="val 62049"/>
              </a:avLst>
            </a:prstGeom>
            <a:gradFill rotWithShape="0">
              <a:gsLst>
                <a:gs pos="0">
                  <a:srgbClr val="FFFFFF"/>
                </a:gs>
                <a:gs pos="100000">
                  <a:srgbClr val="969696"/>
                </a:gs>
              </a:gsLst>
              <a:lin ang="18900000" scaled="1"/>
            </a:gradFill>
            <a:ln w="19050">
              <a:solidFill>
                <a:srgbClr val="5F5F5F"/>
              </a:solidFill>
              <a:round/>
              <a:headEnd/>
              <a:tailEnd/>
            </a:ln>
            <a:effectLst/>
          </p:spPr>
          <p:txBody>
            <a:bodyPr wrap="none" anchor="ctr"/>
            <a:lstStyle/>
            <a:p>
              <a:endParaRPr lang="zh-CN" altLang="en-US" sz="2800"/>
            </a:p>
          </p:txBody>
        </p:sp>
        <p:sp>
          <p:nvSpPr>
            <p:cNvPr id="160780" name="Line 12"/>
            <p:cNvSpPr>
              <a:spLocks noChangeShapeType="1"/>
            </p:cNvSpPr>
            <p:nvPr/>
          </p:nvSpPr>
          <p:spPr bwMode="auto">
            <a:xfrm flipH="1" flipV="1">
              <a:off x="3504" y="3168"/>
              <a:ext cx="576" cy="384"/>
            </a:xfrm>
            <a:prstGeom prst="line">
              <a:avLst/>
            </a:prstGeom>
            <a:noFill/>
            <a:ln w="28575">
              <a:solidFill>
                <a:srgbClr val="FF0000"/>
              </a:solidFill>
              <a:round/>
              <a:headEnd/>
              <a:tailEnd type="triangle" w="sm" len="lg"/>
            </a:ln>
            <a:effectLst/>
          </p:spPr>
          <p:txBody>
            <a:bodyPr wrap="none"/>
            <a:lstStyle/>
            <a:p>
              <a:endParaRPr lang="zh-CN" altLang="en-US" sz="2800"/>
            </a:p>
          </p:txBody>
        </p:sp>
      </p:grpSp>
      <p:grpSp>
        <p:nvGrpSpPr>
          <p:cNvPr id="3" name="Group 41"/>
          <p:cNvGrpSpPr>
            <a:grpSpLocks/>
          </p:cNvGrpSpPr>
          <p:nvPr/>
        </p:nvGrpSpPr>
        <p:grpSpPr bwMode="auto">
          <a:xfrm>
            <a:off x="457200" y="4257675"/>
            <a:ext cx="4038600" cy="2066925"/>
            <a:chOff x="336" y="2640"/>
            <a:chExt cx="2544" cy="1302"/>
          </a:xfrm>
        </p:grpSpPr>
        <p:sp>
          <p:nvSpPr>
            <p:cNvPr id="160781" name="Text Box 13"/>
            <p:cNvSpPr txBox="1">
              <a:spLocks noChangeArrowheads="1"/>
            </p:cNvSpPr>
            <p:nvPr/>
          </p:nvSpPr>
          <p:spPr bwMode="auto">
            <a:xfrm>
              <a:off x="336" y="2640"/>
              <a:ext cx="2304" cy="704"/>
            </a:xfrm>
            <a:prstGeom prst="rect">
              <a:avLst/>
            </a:prstGeom>
            <a:noFill/>
            <a:ln w="9525">
              <a:noFill/>
              <a:miter lim="800000"/>
              <a:headEnd/>
              <a:tailEnd/>
            </a:ln>
            <a:effectLst/>
          </p:spPr>
          <p:txBody>
            <a:bodyPr>
              <a:spAutoFit/>
            </a:bodyPr>
            <a:lstStyle/>
            <a:p>
              <a:pPr>
                <a:lnSpc>
                  <a:spcPct val="120000"/>
                </a:lnSpc>
                <a:spcBef>
                  <a:spcPct val="50000"/>
                </a:spcBef>
                <a:buFontTx/>
                <a:buBlip>
                  <a:blip r:embed="rId7"/>
                </a:buBlip>
              </a:pPr>
              <a:r>
                <a:rPr lang="zh-CN" altLang="en-US" sz="2800">
                  <a:solidFill>
                    <a:schemeClr val="tx1"/>
                  </a:solidFill>
                </a:rPr>
                <a:t>     </a:t>
              </a:r>
              <a:r>
                <a:rPr lang="zh-CN" altLang="zh-CN" sz="2800">
                  <a:solidFill>
                    <a:schemeClr val="tx1"/>
                  </a:solidFill>
                </a:rPr>
                <a:t>有限长载流导线所受的安培力</a:t>
              </a:r>
              <a:endParaRPr lang="zh-CN" altLang="en-US" sz="2800">
                <a:solidFill>
                  <a:schemeClr val="tx1"/>
                </a:solidFill>
              </a:endParaRPr>
            </a:p>
          </p:txBody>
        </p:sp>
        <p:graphicFrame>
          <p:nvGraphicFramePr>
            <p:cNvPr id="160782" name="Object 14"/>
            <p:cNvGraphicFramePr>
              <a:graphicFrameLocks noChangeAspect="1"/>
            </p:cNvGraphicFramePr>
            <p:nvPr/>
          </p:nvGraphicFramePr>
          <p:xfrm>
            <a:off x="384" y="3456"/>
            <a:ext cx="2496" cy="486"/>
          </p:xfrm>
          <a:graphic>
            <a:graphicData uri="http://schemas.openxmlformats.org/presentationml/2006/ole">
              <p:oleObj spid="_x0000_s1086475" name="Equation" r:id="rId8" imgW="2197080" imgH="444240" progId="Equation.3">
                <p:embed/>
              </p:oleObj>
            </a:graphicData>
          </a:graphic>
        </p:graphicFrame>
      </p:grpSp>
      <p:grpSp>
        <p:nvGrpSpPr>
          <p:cNvPr id="4" name="Group 38"/>
          <p:cNvGrpSpPr>
            <a:grpSpLocks/>
          </p:cNvGrpSpPr>
          <p:nvPr/>
        </p:nvGrpSpPr>
        <p:grpSpPr bwMode="auto">
          <a:xfrm>
            <a:off x="457200" y="877888"/>
            <a:ext cx="6553200" cy="569912"/>
            <a:chOff x="384" y="528"/>
            <a:chExt cx="4128" cy="359"/>
          </a:xfrm>
        </p:grpSpPr>
        <p:graphicFrame>
          <p:nvGraphicFramePr>
            <p:cNvPr id="160784" name="Object 16"/>
            <p:cNvGraphicFramePr>
              <a:graphicFrameLocks noChangeAspect="1"/>
            </p:cNvGraphicFramePr>
            <p:nvPr/>
          </p:nvGraphicFramePr>
          <p:xfrm>
            <a:off x="2880" y="528"/>
            <a:ext cx="1632" cy="359"/>
          </p:xfrm>
          <a:graphic>
            <a:graphicData uri="http://schemas.openxmlformats.org/presentationml/2006/ole">
              <p:oleObj spid="_x0000_s1086474" name="Equation" r:id="rId9" imgW="1320480" imgH="291960" progId="Equation.3">
                <p:embed/>
              </p:oleObj>
            </a:graphicData>
          </a:graphic>
        </p:graphicFrame>
        <p:sp>
          <p:nvSpPr>
            <p:cNvPr id="160785" name="Text Box 17"/>
            <p:cNvSpPr txBox="1">
              <a:spLocks noChangeArrowheads="1"/>
            </p:cNvSpPr>
            <p:nvPr/>
          </p:nvSpPr>
          <p:spPr bwMode="auto">
            <a:xfrm>
              <a:off x="384" y="528"/>
              <a:ext cx="2160" cy="327"/>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Char char="Ø"/>
              </a:pPr>
              <a:r>
                <a:rPr lang="zh-CN" altLang="en-US" sz="2800">
                  <a:solidFill>
                    <a:srgbClr val="CC0000"/>
                  </a:solidFill>
                </a:rPr>
                <a:t>      </a:t>
              </a:r>
              <a:r>
                <a:rPr lang="zh-CN" altLang="zh-CN" sz="2800">
                  <a:solidFill>
                    <a:srgbClr val="CC0000"/>
                  </a:solidFill>
                </a:rPr>
                <a:t>安培定律</a:t>
              </a:r>
              <a:r>
                <a:rPr lang="zh-CN" altLang="zh-CN" sz="2800">
                  <a:solidFill>
                    <a:srgbClr val="A50021"/>
                  </a:solidFill>
                </a:rPr>
                <a:t> </a:t>
              </a:r>
              <a:endParaRPr lang="zh-CN" altLang="en-US" sz="2800">
                <a:solidFill>
                  <a:srgbClr val="A50021"/>
                </a:solidFill>
              </a:endParaRPr>
            </a:p>
          </p:txBody>
        </p:sp>
      </p:grpSp>
      <p:grpSp>
        <p:nvGrpSpPr>
          <p:cNvPr id="5" name="Group 40"/>
          <p:cNvGrpSpPr>
            <a:grpSpLocks/>
          </p:cNvGrpSpPr>
          <p:nvPr/>
        </p:nvGrpSpPr>
        <p:grpSpPr bwMode="auto">
          <a:xfrm>
            <a:off x="457200" y="1612900"/>
            <a:ext cx="8229600" cy="2425700"/>
            <a:chOff x="336" y="912"/>
            <a:chExt cx="5184" cy="1528"/>
          </a:xfrm>
        </p:grpSpPr>
        <p:graphicFrame>
          <p:nvGraphicFramePr>
            <p:cNvPr id="160786" name="Object 18"/>
            <p:cNvGraphicFramePr>
              <a:graphicFrameLocks noChangeAspect="1"/>
            </p:cNvGraphicFramePr>
            <p:nvPr/>
          </p:nvGraphicFramePr>
          <p:xfrm>
            <a:off x="1872" y="1344"/>
            <a:ext cx="2112" cy="375"/>
          </p:xfrm>
          <a:graphic>
            <a:graphicData uri="http://schemas.openxmlformats.org/presentationml/2006/ole">
              <p:oleObj spid="_x0000_s1086469" name="Equation" r:id="rId10" imgW="952200" imgH="203040" progId="Equation.3">
                <p:embed/>
              </p:oleObj>
            </a:graphicData>
          </a:graphic>
        </p:graphicFrame>
        <p:sp>
          <p:nvSpPr>
            <p:cNvPr id="160788" name="Text Box 20"/>
            <p:cNvSpPr txBox="1">
              <a:spLocks noChangeArrowheads="1"/>
            </p:cNvSpPr>
            <p:nvPr/>
          </p:nvSpPr>
          <p:spPr bwMode="auto">
            <a:xfrm>
              <a:off x="336" y="912"/>
              <a:ext cx="5136" cy="381"/>
            </a:xfrm>
            <a:prstGeom prst="rect">
              <a:avLst/>
            </a:prstGeom>
            <a:noFill/>
            <a:ln w="9525">
              <a:noFill/>
              <a:miter lim="800000"/>
              <a:headEnd/>
              <a:tailEnd/>
            </a:ln>
            <a:effectLst/>
          </p:spPr>
          <p:txBody>
            <a:bodyPr>
              <a:spAutoFit/>
            </a:bodyPr>
            <a:lstStyle/>
            <a:p>
              <a:pPr>
                <a:lnSpc>
                  <a:spcPct val="120000"/>
                </a:lnSpc>
                <a:buClr>
                  <a:srgbClr val="008080"/>
                </a:buClr>
                <a:buFont typeface="Wingdings" pitchFamily="2" charset="2"/>
                <a:buBlip>
                  <a:blip r:embed="rId7"/>
                </a:buBlip>
              </a:pPr>
              <a:r>
                <a:rPr lang="zh-CN" altLang="en-US" sz="2800">
                  <a:solidFill>
                    <a:srgbClr val="CC0000"/>
                  </a:solidFill>
                </a:rPr>
                <a:t>       意义</a:t>
              </a:r>
              <a:r>
                <a:rPr lang="zh-CN" altLang="en-US" sz="2800">
                  <a:solidFill>
                    <a:srgbClr val="1C1C1C"/>
                  </a:solidFill>
                </a:rPr>
                <a:t>    磁场对电流元作用的力的大小为</a:t>
              </a:r>
              <a:endParaRPr lang="en-US" altLang="zh-CN" sz="2800">
                <a:solidFill>
                  <a:srgbClr val="1C1C1C"/>
                </a:solidFill>
              </a:endParaRPr>
            </a:p>
          </p:txBody>
        </p:sp>
        <p:grpSp>
          <p:nvGrpSpPr>
            <p:cNvPr id="6" name="Group 39"/>
            <p:cNvGrpSpPr>
              <a:grpSpLocks/>
            </p:cNvGrpSpPr>
            <p:nvPr/>
          </p:nvGrpSpPr>
          <p:grpSpPr bwMode="auto">
            <a:xfrm>
              <a:off x="336" y="1624"/>
              <a:ext cx="5184" cy="816"/>
              <a:chOff x="384" y="1574"/>
              <a:chExt cx="5184" cy="816"/>
            </a:xfrm>
          </p:grpSpPr>
          <p:sp>
            <p:nvSpPr>
              <p:cNvPr id="160805" name="Rectangle 37"/>
              <p:cNvSpPr>
                <a:spLocks noChangeArrowheads="1"/>
              </p:cNvSpPr>
              <p:nvPr/>
            </p:nvSpPr>
            <p:spPr bwMode="auto">
              <a:xfrm>
                <a:off x="384" y="1632"/>
                <a:ext cx="5184" cy="758"/>
              </a:xfrm>
              <a:prstGeom prst="rect">
                <a:avLst/>
              </a:prstGeom>
              <a:noFill/>
              <a:ln w="9525">
                <a:noFill/>
                <a:miter lim="800000"/>
                <a:headEnd/>
                <a:tailEnd/>
              </a:ln>
              <a:effectLst/>
            </p:spPr>
            <p:txBody>
              <a:bodyPr>
                <a:spAutoFit/>
              </a:bodyPr>
              <a:lstStyle/>
              <a:p>
                <a:pPr>
                  <a:lnSpc>
                    <a:spcPct val="130000"/>
                  </a:lnSpc>
                  <a:buClr>
                    <a:srgbClr val="008080"/>
                  </a:buClr>
                  <a:buFont typeface="Wingdings" pitchFamily="2" charset="2"/>
                  <a:buNone/>
                </a:pPr>
                <a:r>
                  <a:rPr lang="zh-CN" altLang="en-US" sz="2800">
                    <a:solidFill>
                      <a:srgbClr val="1C1C1C"/>
                    </a:solidFill>
                  </a:rPr>
                  <a:t>                   的方向垂直于          和      所组成的平面,  且与                  同向 .</a:t>
                </a:r>
                <a:endParaRPr lang="en-US" altLang="zh-CN" sz="2800">
                  <a:solidFill>
                    <a:srgbClr val="1C1C1C"/>
                  </a:solidFill>
                </a:endParaRPr>
              </a:p>
            </p:txBody>
          </p:sp>
          <p:graphicFrame>
            <p:nvGraphicFramePr>
              <p:cNvPr id="160789" name="Object 21"/>
              <p:cNvGraphicFramePr>
                <a:graphicFrameLocks noChangeAspect="1"/>
              </p:cNvGraphicFramePr>
              <p:nvPr/>
            </p:nvGraphicFramePr>
            <p:xfrm>
              <a:off x="2736" y="1574"/>
              <a:ext cx="528" cy="420"/>
            </p:xfrm>
            <a:graphic>
              <a:graphicData uri="http://schemas.openxmlformats.org/presentationml/2006/ole">
                <p:oleObj spid="_x0000_s1086470" name="Equation" r:id="rId11" imgW="253800" imgH="203040" progId="Equation.3">
                  <p:embed/>
                </p:oleObj>
              </a:graphicData>
            </a:graphic>
          </p:graphicFrame>
          <p:graphicFrame>
            <p:nvGraphicFramePr>
              <p:cNvPr id="160790" name="Object 22"/>
              <p:cNvGraphicFramePr>
                <a:graphicFrameLocks noChangeAspect="1"/>
              </p:cNvGraphicFramePr>
              <p:nvPr/>
            </p:nvGraphicFramePr>
            <p:xfrm>
              <a:off x="3504" y="1574"/>
              <a:ext cx="299" cy="370"/>
            </p:xfrm>
            <a:graphic>
              <a:graphicData uri="http://schemas.openxmlformats.org/presentationml/2006/ole">
                <p:oleObj spid="_x0000_s1086471" name="Equation" r:id="rId12" imgW="152280" imgH="190440" progId="Equation.3">
                  <p:embed/>
                </p:oleObj>
              </a:graphicData>
            </a:graphic>
          </p:graphicFrame>
          <p:graphicFrame>
            <p:nvGraphicFramePr>
              <p:cNvPr id="160795" name="Object 27"/>
              <p:cNvGraphicFramePr>
                <a:graphicFrameLocks noChangeAspect="1"/>
              </p:cNvGraphicFramePr>
              <p:nvPr/>
            </p:nvGraphicFramePr>
            <p:xfrm>
              <a:off x="960" y="1620"/>
              <a:ext cx="480" cy="386"/>
            </p:xfrm>
            <a:graphic>
              <a:graphicData uri="http://schemas.openxmlformats.org/presentationml/2006/ole">
                <p:oleObj spid="_x0000_s1086472" name="Equation" r:id="rId13" imgW="228600" imgH="203040" progId="Equation.3">
                  <p:embed/>
                </p:oleObj>
              </a:graphicData>
            </a:graphic>
          </p:graphicFrame>
          <p:graphicFrame>
            <p:nvGraphicFramePr>
              <p:cNvPr id="160796" name="Object 28"/>
              <p:cNvGraphicFramePr>
                <a:graphicFrameLocks noChangeAspect="1"/>
              </p:cNvGraphicFramePr>
              <p:nvPr/>
            </p:nvGraphicFramePr>
            <p:xfrm>
              <a:off x="960" y="2018"/>
              <a:ext cx="864" cy="334"/>
            </p:xfrm>
            <a:graphic>
              <a:graphicData uri="http://schemas.openxmlformats.org/presentationml/2006/ole">
                <p:oleObj spid="_x0000_s1086473" name="Equation" r:id="rId14" imgW="901440" imgH="330120" progId="Equation.3">
                  <p:embed/>
                </p:oleObj>
              </a:graphicData>
            </a:graphic>
          </p:graphicFrame>
        </p:grpSp>
      </p:grpSp>
      <p:grpSp>
        <p:nvGrpSpPr>
          <p:cNvPr id="7" name="Group 29"/>
          <p:cNvGrpSpPr>
            <a:grpSpLocks/>
          </p:cNvGrpSpPr>
          <p:nvPr/>
        </p:nvGrpSpPr>
        <p:grpSpPr bwMode="auto">
          <a:xfrm>
            <a:off x="6705600" y="3962400"/>
            <a:ext cx="1828800" cy="2225675"/>
            <a:chOff x="4224" y="2496"/>
            <a:chExt cx="1152" cy="1402"/>
          </a:xfrm>
        </p:grpSpPr>
        <p:pic>
          <p:nvPicPr>
            <p:cNvPr id="160798" name="Picture 30" descr="A:\wltx1.gif"/>
            <p:cNvPicPr preferRelativeResize="0">
              <a:picLocks noChangeAspect="1" noChangeArrowheads="1"/>
            </p:cNvPicPr>
            <p:nvPr/>
          </p:nvPicPr>
          <p:blipFill>
            <a:blip r:embed="rId15">
              <a:lum contrast="18000"/>
            </a:blip>
            <a:srcRect/>
            <a:stretch>
              <a:fillRect/>
            </a:stretch>
          </p:blipFill>
          <p:spPr bwMode="auto">
            <a:xfrm>
              <a:off x="4565" y="2640"/>
              <a:ext cx="811" cy="1200"/>
            </a:xfrm>
            <a:prstGeom prst="rect">
              <a:avLst/>
            </a:prstGeom>
            <a:solidFill>
              <a:schemeClr val="bg1"/>
            </a:solidFill>
            <a:ln w="9525">
              <a:noFill/>
              <a:miter lim="800000"/>
              <a:headEnd/>
              <a:tailEnd/>
            </a:ln>
          </p:spPr>
        </p:pic>
        <p:sp>
          <p:nvSpPr>
            <p:cNvPr id="160799" name="AutoShape 31"/>
            <p:cNvSpPr>
              <a:spLocks noChangeArrowheads="1"/>
            </p:cNvSpPr>
            <p:nvPr/>
          </p:nvSpPr>
          <p:spPr bwMode="auto">
            <a:xfrm>
              <a:off x="4320" y="3216"/>
              <a:ext cx="192" cy="336"/>
            </a:xfrm>
            <a:prstGeom prst="curvedRightArrow">
              <a:avLst>
                <a:gd name="adj1" fmla="val 35000"/>
                <a:gd name="adj2" fmla="val 70000"/>
                <a:gd name="adj3" fmla="val 33333"/>
              </a:avLst>
            </a:prstGeom>
            <a:solidFill>
              <a:srgbClr val="66CCFF"/>
            </a:solidFill>
            <a:ln w="28575">
              <a:solidFill>
                <a:srgbClr val="0000FF"/>
              </a:solidFill>
              <a:miter lim="800000"/>
              <a:headEnd/>
              <a:tailEnd/>
            </a:ln>
            <a:effectLst/>
          </p:spPr>
          <p:txBody>
            <a:bodyPr wrap="none" anchor="ctr"/>
            <a:lstStyle/>
            <a:p>
              <a:endParaRPr lang="zh-CN" altLang="en-US" sz="2800"/>
            </a:p>
          </p:txBody>
        </p:sp>
        <p:graphicFrame>
          <p:nvGraphicFramePr>
            <p:cNvPr id="160800" name="Object 32"/>
            <p:cNvGraphicFramePr>
              <a:graphicFrameLocks noChangeAspect="1"/>
            </p:cNvGraphicFramePr>
            <p:nvPr/>
          </p:nvGraphicFramePr>
          <p:xfrm>
            <a:off x="4224" y="2861"/>
            <a:ext cx="384" cy="307"/>
          </p:xfrm>
          <a:graphic>
            <a:graphicData uri="http://schemas.openxmlformats.org/presentationml/2006/ole">
              <p:oleObj spid="_x0000_s1086466" name="Equation" r:id="rId16" imgW="393480" imgH="291960" progId="Equation.3">
                <p:embed/>
              </p:oleObj>
            </a:graphicData>
          </a:graphic>
        </p:graphicFrame>
        <p:graphicFrame>
          <p:nvGraphicFramePr>
            <p:cNvPr id="160801" name="Object 33"/>
            <p:cNvGraphicFramePr>
              <a:graphicFrameLocks noChangeAspect="1"/>
            </p:cNvGraphicFramePr>
            <p:nvPr/>
          </p:nvGraphicFramePr>
          <p:xfrm>
            <a:off x="4368" y="3600"/>
            <a:ext cx="240" cy="298"/>
          </p:xfrm>
          <a:graphic>
            <a:graphicData uri="http://schemas.openxmlformats.org/presentationml/2006/ole">
              <p:oleObj spid="_x0000_s1086467" name="Equation" r:id="rId17" imgW="228600" imgH="279360" progId="Equation.3">
                <p:embed/>
              </p:oleObj>
            </a:graphicData>
          </a:graphic>
        </p:graphicFrame>
        <p:graphicFrame>
          <p:nvGraphicFramePr>
            <p:cNvPr id="160802" name="Object 34"/>
            <p:cNvGraphicFramePr>
              <a:graphicFrameLocks noChangeAspect="1"/>
            </p:cNvGraphicFramePr>
            <p:nvPr/>
          </p:nvGraphicFramePr>
          <p:xfrm>
            <a:off x="4935" y="2498"/>
            <a:ext cx="297" cy="293"/>
          </p:xfrm>
          <a:graphic>
            <a:graphicData uri="http://schemas.openxmlformats.org/presentationml/2006/ole">
              <p:oleObj spid="_x0000_s1086468" name="Equation" r:id="rId18" imgW="380880" imgH="291960" progId="Equation.3">
                <p:embed/>
              </p:oleObj>
            </a:graphicData>
          </a:graphic>
        </p:graphicFrame>
        <p:sp>
          <p:nvSpPr>
            <p:cNvPr id="160803" name="Line 35"/>
            <p:cNvSpPr>
              <a:spLocks noChangeShapeType="1"/>
            </p:cNvSpPr>
            <p:nvPr/>
          </p:nvSpPr>
          <p:spPr bwMode="auto">
            <a:xfrm flipV="1">
              <a:off x="4896" y="2496"/>
              <a:ext cx="0" cy="480"/>
            </a:xfrm>
            <a:prstGeom prst="line">
              <a:avLst/>
            </a:prstGeom>
            <a:noFill/>
            <a:ln w="57150">
              <a:solidFill>
                <a:srgbClr val="0000FF"/>
              </a:solidFill>
              <a:round/>
              <a:headEnd/>
              <a:tailEnd type="triangle" w="sm" len="lg"/>
            </a:ln>
            <a:effectLst/>
          </p:spPr>
          <p:txBody>
            <a:bodyPr wrap="none"/>
            <a:lstStyle/>
            <a:p>
              <a:endParaRPr lang="zh-CN" altLang="en-US" sz="2800"/>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29"/>
          <p:cNvGrpSpPr>
            <a:grpSpLocks/>
          </p:cNvGrpSpPr>
          <p:nvPr/>
        </p:nvGrpSpPr>
        <p:grpSpPr bwMode="auto">
          <a:xfrm>
            <a:off x="228600" y="609600"/>
            <a:ext cx="8839200" cy="1514476"/>
            <a:chOff x="96" y="432"/>
            <a:chExt cx="5568" cy="954"/>
          </a:xfrm>
        </p:grpSpPr>
        <p:sp>
          <p:nvSpPr>
            <p:cNvPr id="169986" name="Rectangle 1026"/>
            <p:cNvSpPr>
              <a:spLocks noChangeArrowheads="1"/>
            </p:cNvSpPr>
            <p:nvPr/>
          </p:nvSpPr>
          <p:spPr bwMode="auto">
            <a:xfrm>
              <a:off x="96" y="432"/>
              <a:ext cx="5568" cy="954"/>
            </a:xfrm>
            <a:prstGeom prst="rect">
              <a:avLst/>
            </a:prstGeom>
            <a:noFill/>
            <a:ln w="9525">
              <a:noFill/>
              <a:miter lim="800000"/>
              <a:headEnd/>
              <a:tailEnd/>
            </a:ln>
            <a:effectLst/>
          </p:spPr>
          <p:txBody>
            <a:bodyPr>
              <a:spAutoFit/>
            </a:bodyPr>
            <a:lstStyle/>
            <a:p>
              <a:pPr>
                <a:lnSpc>
                  <a:spcPct val="110000"/>
                </a:lnSpc>
              </a:pPr>
              <a:r>
                <a:rPr lang="zh-CN" altLang="en-US" sz="2800" b="1" dirty="0">
                  <a:solidFill>
                    <a:srgbClr val="C00000"/>
                  </a:solidFill>
                </a:rPr>
                <a:t>        例 1 </a:t>
              </a:r>
              <a:r>
                <a:rPr lang="zh-CN" altLang="en-US" sz="2800" dirty="0">
                  <a:solidFill>
                    <a:schemeClr val="tx1"/>
                  </a:solidFill>
                </a:rPr>
                <a:t>设在真空中有两根相距为</a:t>
              </a:r>
              <a:r>
                <a:rPr lang="en-US" altLang="zh-CN" sz="2800" i="1" dirty="0">
                  <a:solidFill>
                    <a:schemeClr val="tx1"/>
                  </a:solidFill>
                </a:rPr>
                <a:t>d </a:t>
              </a:r>
              <a:r>
                <a:rPr lang="zh-CN" altLang="en-US" sz="2800" dirty="0">
                  <a:solidFill>
                    <a:schemeClr val="tx1"/>
                  </a:solidFill>
                </a:rPr>
                <a:t>的无限长平行直导线， 分别通以电流       和       ，且电流的流向相同，试求单位长度上的导线所受的安培力为多少？</a:t>
              </a:r>
            </a:p>
          </p:txBody>
        </p:sp>
        <p:graphicFrame>
          <p:nvGraphicFramePr>
            <p:cNvPr id="169987" name="Object 1027"/>
            <p:cNvGraphicFramePr>
              <a:graphicFrameLocks noChangeAspect="1"/>
            </p:cNvGraphicFramePr>
            <p:nvPr/>
          </p:nvGraphicFramePr>
          <p:xfrm>
            <a:off x="2092" y="768"/>
            <a:ext cx="271" cy="384"/>
          </p:xfrm>
          <a:graphic>
            <a:graphicData uri="http://schemas.openxmlformats.org/presentationml/2006/ole">
              <p:oleObj spid="_x0000_s1087505" name="Equation" r:id="rId3" imgW="152280" imgH="215640" progId="Equation.3">
                <p:embed/>
              </p:oleObj>
            </a:graphicData>
          </a:graphic>
        </p:graphicFrame>
        <p:graphicFrame>
          <p:nvGraphicFramePr>
            <p:cNvPr id="169988" name="Object 1028"/>
            <p:cNvGraphicFramePr>
              <a:graphicFrameLocks noChangeAspect="1"/>
            </p:cNvGraphicFramePr>
            <p:nvPr/>
          </p:nvGraphicFramePr>
          <p:xfrm>
            <a:off x="2694" y="768"/>
            <a:ext cx="294" cy="384"/>
          </p:xfrm>
          <a:graphic>
            <a:graphicData uri="http://schemas.openxmlformats.org/presentationml/2006/ole">
              <p:oleObj spid="_x0000_s1087506" name="Equation" r:id="rId4" imgW="164880" imgH="215640" progId="Equation.3">
                <p:embed/>
              </p:oleObj>
            </a:graphicData>
          </a:graphic>
        </p:graphicFrame>
      </p:grpSp>
      <p:grpSp>
        <p:nvGrpSpPr>
          <p:cNvPr id="3" name="Group 1060"/>
          <p:cNvGrpSpPr>
            <a:grpSpLocks/>
          </p:cNvGrpSpPr>
          <p:nvPr/>
        </p:nvGrpSpPr>
        <p:grpSpPr bwMode="auto">
          <a:xfrm>
            <a:off x="381000" y="2438400"/>
            <a:ext cx="3505200" cy="3886200"/>
            <a:chOff x="240" y="1536"/>
            <a:chExt cx="2208" cy="2448"/>
          </a:xfrm>
        </p:grpSpPr>
        <p:grpSp>
          <p:nvGrpSpPr>
            <p:cNvPr id="4" name="Group 1059"/>
            <p:cNvGrpSpPr>
              <a:grpSpLocks/>
            </p:cNvGrpSpPr>
            <p:nvPr/>
          </p:nvGrpSpPr>
          <p:grpSpPr bwMode="auto">
            <a:xfrm>
              <a:off x="240" y="1536"/>
              <a:ext cx="2208" cy="2448"/>
              <a:chOff x="240" y="1536"/>
              <a:chExt cx="2208" cy="2448"/>
            </a:xfrm>
          </p:grpSpPr>
          <p:sp>
            <p:nvSpPr>
              <p:cNvPr id="169992" name="Rectangle 1032"/>
              <p:cNvSpPr>
                <a:spLocks noChangeArrowheads="1"/>
              </p:cNvSpPr>
              <p:nvPr/>
            </p:nvSpPr>
            <p:spPr bwMode="auto">
              <a:xfrm>
                <a:off x="240" y="1536"/>
                <a:ext cx="2208" cy="244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aphicFrame>
            <p:nvGraphicFramePr>
              <p:cNvPr id="169993" name="Object 1033"/>
              <p:cNvGraphicFramePr>
                <a:graphicFrameLocks noChangeAspect="1"/>
              </p:cNvGraphicFramePr>
              <p:nvPr/>
            </p:nvGraphicFramePr>
            <p:xfrm>
              <a:off x="726" y="1644"/>
              <a:ext cx="231" cy="355"/>
            </p:xfrm>
            <a:graphic>
              <a:graphicData uri="http://schemas.openxmlformats.org/presentationml/2006/ole">
                <p:oleObj spid="_x0000_s1087503" name="公式" r:id="rId5" imgW="139680" imgH="215640" progId="Equation.3">
                  <p:embed/>
                </p:oleObj>
              </a:graphicData>
            </a:graphic>
          </p:graphicFrame>
          <p:graphicFrame>
            <p:nvGraphicFramePr>
              <p:cNvPr id="169994" name="Object 1034"/>
              <p:cNvGraphicFramePr>
                <a:graphicFrameLocks noChangeAspect="1"/>
              </p:cNvGraphicFramePr>
              <p:nvPr/>
            </p:nvGraphicFramePr>
            <p:xfrm>
              <a:off x="1619" y="1644"/>
              <a:ext cx="270" cy="355"/>
            </p:xfrm>
            <a:graphic>
              <a:graphicData uri="http://schemas.openxmlformats.org/presentationml/2006/ole">
                <p:oleObj spid="_x0000_s1087504" name="公式" r:id="rId6" imgW="164880" imgH="215640" progId="Equation.3">
                  <p:embed/>
                </p:oleObj>
              </a:graphicData>
            </a:graphic>
          </p:graphicFrame>
          <p:sp>
            <p:nvSpPr>
              <p:cNvPr id="169995" name="AutoShape 1035"/>
              <p:cNvSpPr>
                <a:spLocks noChangeArrowheads="1"/>
              </p:cNvSpPr>
              <p:nvPr/>
            </p:nvSpPr>
            <p:spPr bwMode="auto">
              <a:xfrm rot="-499561">
                <a:off x="1734" y="2028"/>
                <a:ext cx="96" cy="1824"/>
              </a:xfrm>
              <a:prstGeom prst="can">
                <a:avLst>
                  <a:gd name="adj" fmla="val 44157"/>
                </a:avLst>
              </a:prstGeom>
              <a:gradFill rotWithShape="0">
                <a:gsLst>
                  <a:gs pos="0">
                    <a:srgbClr val="F0F0F0">
                      <a:gamma/>
                      <a:shade val="46275"/>
                      <a:invGamma/>
                    </a:srgbClr>
                  </a:gs>
                  <a:gs pos="50000">
                    <a:srgbClr val="F0F0F0"/>
                  </a:gs>
                  <a:gs pos="100000">
                    <a:srgbClr val="F0F0F0">
                      <a:gamma/>
                      <a:shade val="46275"/>
                      <a:invGamma/>
                    </a:srgbClr>
                  </a:gs>
                </a:gsLst>
                <a:lin ang="0" scaled="1"/>
              </a:gradFill>
              <a:ln w="12700">
                <a:solidFill>
                  <a:schemeClr val="tx1"/>
                </a:solidFill>
                <a:round/>
                <a:headEnd/>
                <a:tailEnd/>
              </a:ln>
              <a:effectLst/>
            </p:spPr>
            <p:txBody>
              <a:bodyPr wrap="none" anchor="ctr"/>
              <a:lstStyle/>
              <a:p>
                <a:endParaRPr lang="zh-CN" altLang="en-US" sz="2800"/>
              </a:p>
            </p:txBody>
          </p:sp>
          <p:sp>
            <p:nvSpPr>
              <p:cNvPr id="169996" name="AutoShape 1036"/>
              <p:cNvSpPr>
                <a:spLocks noChangeArrowheads="1"/>
              </p:cNvSpPr>
              <p:nvPr/>
            </p:nvSpPr>
            <p:spPr bwMode="auto">
              <a:xfrm rot="-499561">
                <a:off x="822" y="1980"/>
                <a:ext cx="96" cy="1824"/>
              </a:xfrm>
              <a:prstGeom prst="can">
                <a:avLst>
                  <a:gd name="adj" fmla="val 44157"/>
                </a:avLst>
              </a:prstGeom>
              <a:gradFill rotWithShape="0">
                <a:gsLst>
                  <a:gs pos="0">
                    <a:srgbClr val="F0F0F0">
                      <a:gamma/>
                      <a:shade val="46275"/>
                      <a:invGamma/>
                    </a:srgbClr>
                  </a:gs>
                  <a:gs pos="50000">
                    <a:srgbClr val="F0F0F0"/>
                  </a:gs>
                  <a:gs pos="100000">
                    <a:srgbClr val="F0F0F0">
                      <a:gamma/>
                      <a:shade val="46275"/>
                      <a:invGamma/>
                    </a:srgbClr>
                  </a:gs>
                </a:gsLst>
                <a:lin ang="0" scaled="1"/>
              </a:gradFill>
              <a:ln w="12700">
                <a:solidFill>
                  <a:schemeClr val="tx1"/>
                </a:solidFill>
                <a:round/>
                <a:headEnd/>
                <a:tailEnd/>
              </a:ln>
              <a:effectLst/>
            </p:spPr>
            <p:txBody>
              <a:bodyPr wrap="none" anchor="ctr"/>
              <a:lstStyle/>
              <a:p>
                <a:endParaRPr lang="zh-CN" altLang="en-US" sz="2800"/>
              </a:p>
            </p:txBody>
          </p:sp>
          <p:sp>
            <p:nvSpPr>
              <p:cNvPr id="169997" name="Line 1037"/>
              <p:cNvSpPr>
                <a:spLocks noChangeShapeType="1"/>
              </p:cNvSpPr>
              <p:nvPr/>
            </p:nvSpPr>
            <p:spPr bwMode="auto">
              <a:xfrm flipH="1" flipV="1">
                <a:off x="678" y="1644"/>
                <a:ext cx="48" cy="384"/>
              </a:xfrm>
              <a:prstGeom prst="line">
                <a:avLst/>
              </a:prstGeom>
              <a:noFill/>
              <a:ln w="28575">
                <a:solidFill>
                  <a:srgbClr val="FF33CC"/>
                </a:solidFill>
                <a:round/>
                <a:headEnd type="none" w="sm" len="lg"/>
                <a:tailEnd type="triangle" w="sm" len="lg"/>
              </a:ln>
              <a:effectLst/>
            </p:spPr>
            <p:txBody>
              <a:bodyPr wrap="none" anchor="ctr"/>
              <a:lstStyle/>
              <a:p>
                <a:endParaRPr lang="zh-CN" altLang="en-US" sz="2800"/>
              </a:p>
            </p:txBody>
          </p:sp>
          <p:sp>
            <p:nvSpPr>
              <p:cNvPr id="169998" name="Line 1038"/>
              <p:cNvSpPr>
                <a:spLocks noChangeShapeType="1"/>
              </p:cNvSpPr>
              <p:nvPr/>
            </p:nvSpPr>
            <p:spPr bwMode="auto">
              <a:xfrm flipH="1" flipV="1">
                <a:off x="1590" y="1692"/>
                <a:ext cx="48" cy="384"/>
              </a:xfrm>
              <a:prstGeom prst="line">
                <a:avLst/>
              </a:prstGeom>
              <a:noFill/>
              <a:ln w="28575">
                <a:solidFill>
                  <a:srgbClr val="FF33CC"/>
                </a:solidFill>
                <a:round/>
                <a:headEnd type="none" w="sm" len="lg"/>
                <a:tailEnd type="triangle" w="sm" len="lg"/>
              </a:ln>
              <a:effectLst/>
            </p:spPr>
            <p:txBody>
              <a:bodyPr wrap="none" anchor="ctr"/>
              <a:lstStyle/>
              <a:p>
                <a:endParaRPr lang="zh-CN" altLang="en-US" sz="2800"/>
              </a:p>
            </p:txBody>
          </p:sp>
        </p:grpSp>
        <p:graphicFrame>
          <p:nvGraphicFramePr>
            <p:cNvPr id="169999" name="Object 1039"/>
            <p:cNvGraphicFramePr>
              <a:graphicFrameLocks noChangeAspect="1"/>
            </p:cNvGraphicFramePr>
            <p:nvPr/>
          </p:nvGraphicFramePr>
          <p:xfrm>
            <a:off x="1254" y="3372"/>
            <a:ext cx="240" cy="320"/>
          </p:xfrm>
          <a:graphic>
            <a:graphicData uri="http://schemas.openxmlformats.org/presentationml/2006/ole">
              <p:oleObj spid="_x0000_s1087502" name="Equation" r:id="rId7" imgW="190440" imgH="253800" progId="Equation.3">
                <p:embed/>
              </p:oleObj>
            </a:graphicData>
          </a:graphic>
        </p:graphicFrame>
        <p:sp>
          <p:nvSpPr>
            <p:cNvPr id="170000" name="Line 1040"/>
            <p:cNvSpPr>
              <a:spLocks noChangeShapeType="1"/>
            </p:cNvSpPr>
            <p:nvPr/>
          </p:nvSpPr>
          <p:spPr bwMode="auto">
            <a:xfrm>
              <a:off x="1494" y="3564"/>
              <a:ext cx="336" cy="0"/>
            </a:xfrm>
            <a:prstGeom prst="line">
              <a:avLst/>
            </a:prstGeom>
            <a:noFill/>
            <a:ln w="28575">
              <a:solidFill>
                <a:srgbClr val="006666"/>
              </a:solidFill>
              <a:round/>
              <a:headEnd/>
              <a:tailEnd type="triangle" w="sm" len="lg"/>
            </a:ln>
            <a:effectLst/>
          </p:spPr>
          <p:txBody>
            <a:bodyPr wrap="none"/>
            <a:lstStyle/>
            <a:p>
              <a:endParaRPr lang="zh-CN" altLang="en-US" sz="2800"/>
            </a:p>
          </p:txBody>
        </p:sp>
        <p:sp>
          <p:nvSpPr>
            <p:cNvPr id="170001" name="Line 1041"/>
            <p:cNvSpPr>
              <a:spLocks noChangeShapeType="1"/>
            </p:cNvSpPr>
            <p:nvPr/>
          </p:nvSpPr>
          <p:spPr bwMode="auto">
            <a:xfrm flipH="1">
              <a:off x="1014" y="3564"/>
              <a:ext cx="240" cy="0"/>
            </a:xfrm>
            <a:prstGeom prst="line">
              <a:avLst/>
            </a:prstGeom>
            <a:noFill/>
            <a:ln w="28575">
              <a:solidFill>
                <a:srgbClr val="006666"/>
              </a:solidFill>
              <a:round/>
              <a:headEnd/>
              <a:tailEnd type="triangle" w="sm" len="lg"/>
            </a:ln>
            <a:effectLst/>
          </p:spPr>
          <p:txBody>
            <a:bodyPr wrap="none"/>
            <a:lstStyle/>
            <a:p>
              <a:endParaRPr lang="zh-CN" altLang="en-US" sz="2800"/>
            </a:p>
          </p:txBody>
        </p:sp>
      </p:grpSp>
      <p:grpSp>
        <p:nvGrpSpPr>
          <p:cNvPr id="5" name="Group 1062"/>
          <p:cNvGrpSpPr>
            <a:grpSpLocks/>
          </p:cNvGrpSpPr>
          <p:nvPr/>
        </p:nvGrpSpPr>
        <p:grpSpPr bwMode="auto">
          <a:xfrm>
            <a:off x="481013" y="4114800"/>
            <a:ext cx="3405187" cy="1009650"/>
            <a:chOff x="303" y="2592"/>
            <a:chExt cx="2145" cy="636"/>
          </a:xfrm>
        </p:grpSpPr>
        <p:sp>
          <p:nvSpPr>
            <p:cNvPr id="170003" name="Line 1043"/>
            <p:cNvSpPr>
              <a:spLocks noChangeShapeType="1"/>
            </p:cNvSpPr>
            <p:nvPr/>
          </p:nvSpPr>
          <p:spPr bwMode="auto">
            <a:xfrm flipV="1">
              <a:off x="1824" y="2592"/>
              <a:ext cx="378" cy="396"/>
            </a:xfrm>
            <a:prstGeom prst="line">
              <a:avLst/>
            </a:prstGeom>
            <a:noFill/>
            <a:ln w="38100">
              <a:solidFill>
                <a:srgbClr val="0000FF"/>
              </a:solidFill>
              <a:round/>
              <a:headEnd type="none" w="sm" len="lg"/>
              <a:tailEnd type="triangle" w="sm" len="lg"/>
            </a:ln>
            <a:effectLst/>
          </p:spPr>
          <p:txBody>
            <a:bodyPr wrap="none" anchor="ctr"/>
            <a:lstStyle/>
            <a:p>
              <a:endParaRPr lang="zh-CN" altLang="en-US" sz="2800"/>
            </a:p>
          </p:txBody>
        </p:sp>
        <p:sp>
          <p:nvSpPr>
            <p:cNvPr id="170004" name="Line 1044"/>
            <p:cNvSpPr>
              <a:spLocks noChangeShapeType="1"/>
            </p:cNvSpPr>
            <p:nvPr/>
          </p:nvSpPr>
          <p:spPr bwMode="auto">
            <a:xfrm flipH="1">
              <a:off x="478" y="2844"/>
              <a:ext cx="386" cy="384"/>
            </a:xfrm>
            <a:prstGeom prst="line">
              <a:avLst/>
            </a:prstGeom>
            <a:noFill/>
            <a:ln w="38100">
              <a:solidFill>
                <a:srgbClr val="0000FF"/>
              </a:solidFill>
              <a:round/>
              <a:headEnd type="none" w="sm" len="lg"/>
              <a:tailEnd type="triangle" w="sm" len="lg"/>
            </a:ln>
            <a:effectLst/>
          </p:spPr>
          <p:txBody>
            <a:bodyPr wrap="none" anchor="ctr"/>
            <a:lstStyle/>
            <a:p>
              <a:endParaRPr lang="zh-CN" altLang="en-US" sz="2800"/>
            </a:p>
          </p:txBody>
        </p:sp>
        <p:graphicFrame>
          <p:nvGraphicFramePr>
            <p:cNvPr id="170005" name="Object 1045"/>
            <p:cNvGraphicFramePr>
              <a:graphicFrameLocks noChangeAspect="1"/>
            </p:cNvGraphicFramePr>
            <p:nvPr/>
          </p:nvGraphicFramePr>
          <p:xfrm>
            <a:off x="2078" y="2640"/>
            <a:ext cx="370" cy="360"/>
          </p:xfrm>
          <a:graphic>
            <a:graphicData uri="http://schemas.openxmlformats.org/presentationml/2006/ole">
              <p:oleObj spid="_x0000_s1087500" name="Equation" r:id="rId8" imgW="241200" imgH="228600" progId="Equation.3">
                <p:embed/>
              </p:oleObj>
            </a:graphicData>
          </a:graphic>
        </p:graphicFrame>
        <p:graphicFrame>
          <p:nvGraphicFramePr>
            <p:cNvPr id="170006" name="Object 1046"/>
            <p:cNvGraphicFramePr>
              <a:graphicFrameLocks noChangeAspect="1"/>
            </p:cNvGraphicFramePr>
            <p:nvPr/>
          </p:nvGraphicFramePr>
          <p:xfrm>
            <a:off x="303" y="2748"/>
            <a:ext cx="373" cy="360"/>
          </p:xfrm>
          <a:graphic>
            <a:graphicData uri="http://schemas.openxmlformats.org/presentationml/2006/ole">
              <p:oleObj spid="_x0000_s1087501" name="Equation" r:id="rId9" imgW="241200" imgH="228600" progId="Equation.3">
                <p:embed/>
              </p:oleObj>
            </a:graphicData>
          </a:graphic>
        </p:graphicFrame>
      </p:grpSp>
      <p:grpSp>
        <p:nvGrpSpPr>
          <p:cNvPr id="6" name="Group 1064"/>
          <p:cNvGrpSpPr>
            <a:grpSpLocks/>
          </p:cNvGrpSpPr>
          <p:nvPr/>
        </p:nvGrpSpPr>
        <p:grpSpPr bwMode="auto">
          <a:xfrm>
            <a:off x="1914525" y="3905250"/>
            <a:ext cx="1282700" cy="1404938"/>
            <a:chOff x="1206" y="2460"/>
            <a:chExt cx="808" cy="885"/>
          </a:xfrm>
        </p:grpSpPr>
        <p:sp>
          <p:nvSpPr>
            <p:cNvPr id="170008" name="Line 1048"/>
            <p:cNvSpPr>
              <a:spLocks noChangeShapeType="1"/>
            </p:cNvSpPr>
            <p:nvPr/>
          </p:nvSpPr>
          <p:spPr bwMode="auto">
            <a:xfrm flipH="1" flipV="1">
              <a:off x="1734" y="2652"/>
              <a:ext cx="48" cy="336"/>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grpSp>
          <p:nvGrpSpPr>
            <p:cNvPr id="7" name="Group 1063"/>
            <p:cNvGrpSpPr>
              <a:grpSpLocks/>
            </p:cNvGrpSpPr>
            <p:nvPr/>
          </p:nvGrpSpPr>
          <p:grpSpPr bwMode="auto">
            <a:xfrm>
              <a:off x="1206" y="2460"/>
              <a:ext cx="808" cy="885"/>
              <a:chOff x="1206" y="2460"/>
              <a:chExt cx="808" cy="885"/>
            </a:xfrm>
          </p:grpSpPr>
          <p:graphicFrame>
            <p:nvGraphicFramePr>
              <p:cNvPr id="170010" name="Object 1050"/>
              <p:cNvGraphicFramePr>
                <a:graphicFrameLocks noChangeAspect="1"/>
              </p:cNvGraphicFramePr>
              <p:nvPr/>
            </p:nvGraphicFramePr>
            <p:xfrm>
              <a:off x="1344" y="2971"/>
              <a:ext cx="480" cy="374"/>
            </p:xfrm>
            <a:graphic>
              <a:graphicData uri="http://schemas.openxmlformats.org/presentationml/2006/ole">
                <p:oleObj spid="_x0000_s1087497" name="Equation" r:id="rId10" imgW="291960" imgH="228600" progId="Equation.3">
                  <p:embed/>
                </p:oleObj>
              </a:graphicData>
            </a:graphic>
          </p:graphicFrame>
          <p:graphicFrame>
            <p:nvGraphicFramePr>
              <p:cNvPr id="170011" name="Object 1051"/>
              <p:cNvGraphicFramePr>
                <a:graphicFrameLocks noChangeAspect="1"/>
              </p:cNvGraphicFramePr>
              <p:nvPr/>
            </p:nvGraphicFramePr>
            <p:xfrm>
              <a:off x="1206" y="2460"/>
              <a:ext cx="475" cy="336"/>
            </p:xfrm>
            <a:graphic>
              <a:graphicData uri="http://schemas.openxmlformats.org/presentationml/2006/ole">
                <p:oleObj spid="_x0000_s1087498" name="Equation" r:id="rId11" imgW="520560" imgH="342720" progId="Equation.3">
                  <p:embed/>
                </p:oleObj>
              </a:graphicData>
            </a:graphic>
          </p:graphicFrame>
          <p:graphicFrame>
            <p:nvGraphicFramePr>
              <p:cNvPr id="170012" name="Object 1052"/>
              <p:cNvGraphicFramePr>
                <a:graphicFrameLocks noChangeAspect="1"/>
              </p:cNvGraphicFramePr>
              <p:nvPr/>
            </p:nvGraphicFramePr>
            <p:xfrm>
              <a:off x="1830" y="2604"/>
              <a:ext cx="184" cy="319"/>
            </p:xfrm>
            <a:graphic>
              <a:graphicData uri="http://schemas.openxmlformats.org/presentationml/2006/ole">
                <p:oleObj spid="_x0000_s1087499" name="公式" r:id="rId12" imgW="126720" imgH="203040" progId="Equation.3">
                  <p:embed/>
                </p:oleObj>
              </a:graphicData>
            </a:graphic>
          </p:graphicFrame>
          <p:sp>
            <p:nvSpPr>
              <p:cNvPr id="170013" name="Line 1053"/>
              <p:cNvSpPr>
                <a:spLocks noChangeShapeType="1"/>
              </p:cNvSpPr>
              <p:nvPr/>
            </p:nvSpPr>
            <p:spPr bwMode="auto">
              <a:xfrm flipH="1" flipV="1">
                <a:off x="1398" y="2940"/>
                <a:ext cx="384" cy="48"/>
              </a:xfrm>
              <a:prstGeom prst="line">
                <a:avLst/>
              </a:prstGeom>
              <a:noFill/>
              <a:ln w="28575">
                <a:solidFill>
                  <a:srgbClr val="FF0000"/>
                </a:solidFill>
                <a:round/>
                <a:headEnd type="none" w="sm" len="lg"/>
                <a:tailEnd type="triangle" w="sm" len="lg"/>
              </a:ln>
              <a:effectLst/>
            </p:spPr>
            <p:txBody>
              <a:bodyPr wrap="none" anchor="ctr"/>
              <a:lstStyle/>
              <a:p>
                <a:endParaRPr lang="zh-CN" altLang="en-US" sz="2800"/>
              </a:p>
            </p:txBody>
          </p:sp>
        </p:grpSp>
      </p:grpSp>
      <p:grpSp>
        <p:nvGrpSpPr>
          <p:cNvPr id="8" name="Group 1065"/>
          <p:cNvGrpSpPr>
            <a:grpSpLocks/>
          </p:cNvGrpSpPr>
          <p:nvPr/>
        </p:nvGrpSpPr>
        <p:grpSpPr bwMode="auto">
          <a:xfrm>
            <a:off x="457200" y="3676650"/>
            <a:ext cx="1752600" cy="1504950"/>
            <a:chOff x="288" y="2316"/>
            <a:chExt cx="1104" cy="948"/>
          </a:xfrm>
        </p:grpSpPr>
        <p:graphicFrame>
          <p:nvGraphicFramePr>
            <p:cNvPr id="170015" name="Object 1055"/>
            <p:cNvGraphicFramePr>
              <a:graphicFrameLocks noChangeAspect="1"/>
            </p:cNvGraphicFramePr>
            <p:nvPr/>
          </p:nvGraphicFramePr>
          <p:xfrm>
            <a:off x="288" y="2316"/>
            <a:ext cx="458" cy="334"/>
          </p:xfrm>
          <a:graphic>
            <a:graphicData uri="http://schemas.openxmlformats.org/presentationml/2006/ole">
              <p:oleObj spid="_x0000_s1087495" name="Equation" r:id="rId13" imgW="469800" imgH="342720" progId="Equation.3">
                <p:embed/>
              </p:oleObj>
            </a:graphicData>
          </a:graphic>
        </p:graphicFrame>
        <p:graphicFrame>
          <p:nvGraphicFramePr>
            <p:cNvPr id="170016" name="Object 1056"/>
            <p:cNvGraphicFramePr>
              <a:graphicFrameLocks noChangeAspect="1"/>
            </p:cNvGraphicFramePr>
            <p:nvPr/>
          </p:nvGraphicFramePr>
          <p:xfrm>
            <a:off x="912" y="2903"/>
            <a:ext cx="480" cy="361"/>
          </p:xfrm>
          <a:graphic>
            <a:graphicData uri="http://schemas.openxmlformats.org/presentationml/2006/ole">
              <p:oleObj spid="_x0000_s1087496" name="Equation" r:id="rId14" imgW="304560" imgH="228600" progId="Equation.3">
                <p:embed/>
              </p:oleObj>
            </a:graphicData>
          </a:graphic>
        </p:graphicFrame>
        <p:sp>
          <p:nvSpPr>
            <p:cNvPr id="170017" name="Line 1057"/>
            <p:cNvSpPr>
              <a:spLocks noChangeShapeType="1"/>
            </p:cNvSpPr>
            <p:nvPr/>
          </p:nvSpPr>
          <p:spPr bwMode="auto">
            <a:xfrm>
              <a:off x="870" y="2844"/>
              <a:ext cx="384" cy="48"/>
            </a:xfrm>
            <a:prstGeom prst="line">
              <a:avLst/>
            </a:prstGeom>
            <a:noFill/>
            <a:ln w="28575">
              <a:solidFill>
                <a:srgbClr val="FF0000"/>
              </a:solidFill>
              <a:round/>
              <a:headEnd type="none" w="sm" len="lg"/>
              <a:tailEnd type="triangle" w="sm" len="lg"/>
            </a:ln>
            <a:effectLst/>
          </p:spPr>
          <p:txBody>
            <a:bodyPr wrap="none" anchor="ctr"/>
            <a:lstStyle/>
            <a:p>
              <a:endParaRPr lang="zh-CN" altLang="en-US" sz="2800"/>
            </a:p>
          </p:txBody>
        </p:sp>
        <p:sp>
          <p:nvSpPr>
            <p:cNvPr id="170018" name="Line 1058"/>
            <p:cNvSpPr>
              <a:spLocks noChangeShapeType="1"/>
            </p:cNvSpPr>
            <p:nvPr/>
          </p:nvSpPr>
          <p:spPr bwMode="auto">
            <a:xfrm flipH="1" flipV="1">
              <a:off x="822" y="2508"/>
              <a:ext cx="48" cy="336"/>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grpSp>
      <p:sp>
        <p:nvSpPr>
          <p:cNvPr id="170026" name="Text Box 1066"/>
          <p:cNvSpPr txBox="1">
            <a:spLocks noChangeArrowheads="1"/>
          </p:cNvSpPr>
          <p:nvPr/>
        </p:nvSpPr>
        <p:spPr bwMode="auto">
          <a:xfrm>
            <a:off x="4267200" y="2300288"/>
            <a:ext cx="990600" cy="519112"/>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解：</a:t>
            </a:r>
          </a:p>
        </p:txBody>
      </p:sp>
      <p:graphicFrame>
        <p:nvGraphicFramePr>
          <p:cNvPr id="170027" name="Object 1067"/>
          <p:cNvGraphicFramePr>
            <a:graphicFrameLocks noChangeAspect="1"/>
          </p:cNvGraphicFramePr>
          <p:nvPr/>
        </p:nvGraphicFramePr>
        <p:xfrm>
          <a:off x="5562600" y="2092325"/>
          <a:ext cx="2057400" cy="1117600"/>
        </p:xfrm>
        <a:graphic>
          <a:graphicData uri="http://schemas.openxmlformats.org/presentationml/2006/ole">
            <p:oleObj spid="_x0000_s1087490" name="Equation" r:id="rId15" imgW="723600" imgH="393480" progId="Equation.3">
              <p:embed/>
            </p:oleObj>
          </a:graphicData>
        </a:graphic>
      </p:graphicFrame>
      <p:graphicFrame>
        <p:nvGraphicFramePr>
          <p:cNvPr id="170028" name="Object 1068"/>
          <p:cNvGraphicFramePr>
            <a:graphicFrameLocks noChangeAspect="1"/>
          </p:cNvGraphicFramePr>
          <p:nvPr/>
        </p:nvGraphicFramePr>
        <p:xfrm>
          <a:off x="4495800" y="3200400"/>
          <a:ext cx="3657600" cy="595313"/>
        </p:xfrm>
        <a:graphic>
          <a:graphicData uri="http://schemas.openxmlformats.org/presentationml/2006/ole">
            <p:oleObj spid="_x0000_s1087491" name="Equation" r:id="rId16" imgW="1206360" imgH="215640" progId="Equation.3">
              <p:embed/>
            </p:oleObj>
          </a:graphicData>
        </a:graphic>
      </p:graphicFrame>
      <p:graphicFrame>
        <p:nvGraphicFramePr>
          <p:cNvPr id="170029" name="Object 1069"/>
          <p:cNvGraphicFramePr>
            <a:graphicFrameLocks noChangeAspect="1"/>
          </p:cNvGraphicFramePr>
          <p:nvPr/>
        </p:nvGraphicFramePr>
        <p:xfrm>
          <a:off x="4648200" y="3810000"/>
          <a:ext cx="3200400" cy="679450"/>
        </p:xfrm>
        <a:graphic>
          <a:graphicData uri="http://schemas.openxmlformats.org/presentationml/2006/ole">
            <p:oleObj spid="_x0000_s1087492" name="Equation" r:id="rId17" imgW="1688760" imgH="368280" progId="Equation.3">
              <p:embed/>
            </p:oleObj>
          </a:graphicData>
        </a:graphic>
      </p:graphicFrame>
      <p:graphicFrame>
        <p:nvGraphicFramePr>
          <p:cNvPr id="170030" name="Object 1070"/>
          <p:cNvGraphicFramePr>
            <a:graphicFrameLocks noChangeAspect="1"/>
          </p:cNvGraphicFramePr>
          <p:nvPr/>
        </p:nvGraphicFramePr>
        <p:xfrm>
          <a:off x="3962400" y="4419600"/>
          <a:ext cx="4914900" cy="1123950"/>
        </p:xfrm>
        <a:graphic>
          <a:graphicData uri="http://schemas.openxmlformats.org/presentationml/2006/ole">
            <p:oleObj spid="_x0000_s1087493" name="Equation" r:id="rId18" imgW="1714320" imgH="393480" progId="Equation.3">
              <p:embed/>
            </p:oleObj>
          </a:graphicData>
        </a:graphic>
      </p:graphicFrame>
      <p:graphicFrame>
        <p:nvGraphicFramePr>
          <p:cNvPr id="170031" name="Object 1071"/>
          <p:cNvGraphicFramePr>
            <a:graphicFrameLocks noChangeAspect="1"/>
          </p:cNvGraphicFramePr>
          <p:nvPr/>
        </p:nvGraphicFramePr>
        <p:xfrm>
          <a:off x="4724400" y="5410200"/>
          <a:ext cx="2590800" cy="1219200"/>
        </p:xfrm>
        <a:graphic>
          <a:graphicData uri="http://schemas.openxmlformats.org/presentationml/2006/ole">
            <p:oleObj spid="_x0000_s1087494" name="Equation" r:id="rId19" imgW="90144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0027"/>
                                        </p:tgtEl>
                                        <p:attrNameLst>
                                          <p:attrName>style.visibility</p:attrName>
                                        </p:attrNameLst>
                                      </p:cBhvr>
                                      <p:to>
                                        <p:strVal val="visible"/>
                                      </p:to>
                                    </p:set>
                                    <p:animEffect transition="in" filter="blinds(horizontal)">
                                      <p:cBhvr>
                                        <p:cTn id="7" dur="500"/>
                                        <p:tgtEl>
                                          <p:spTgt spid="1700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70028"/>
                                        </p:tgtEl>
                                        <p:attrNameLst>
                                          <p:attrName>style.visibility</p:attrName>
                                        </p:attrNameLst>
                                      </p:cBhvr>
                                      <p:to>
                                        <p:strVal val="visible"/>
                                      </p:to>
                                    </p:set>
                                    <p:animEffect transition="in" filter="blinds(vertical)">
                                      <p:cBhvr>
                                        <p:cTn id="12" dur="500"/>
                                        <p:tgtEl>
                                          <p:spTgt spid="1700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70029"/>
                                        </p:tgtEl>
                                        <p:attrNameLst>
                                          <p:attrName>style.visibility</p:attrName>
                                        </p:attrNameLst>
                                      </p:cBhvr>
                                      <p:to>
                                        <p:strVal val="visible"/>
                                      </p:to>
                                    </p:set>
                                    <p:animEffect transition="in" filter="blinds(vertical)">
                                      <p:cBhvr>
                                        <p:cTn id="17" dur="500"/>
                                        <p:tgtEl>
                                          <p:spTgt spid="17002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70030"/>
                                        </p:tgtEl>
                                        <p:attrNameLst>
                                          <p:attrName>style.visibility</p:attrName>
                                        </p:attrNameLst>
                                      </p:cBhvr>
                                      <p:to>
                                        <p:strVal val="visible"/>
                                      </p:to>
                                    </p:set>
                                    <p:animEffect transition="in" filter="blinds(vertical)">
                                      <p:cBhvr>
                                        <p:cTn id="22" dur="500"/>
                                        <p:tgtEl>
                                          <p:spTgt spid="17003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0031"/>
                                        </p:tgtEl>
                                        <p:attrNameLst>
                                          <p:attrName>style.visibility</p:attrName>
                                        </p:attrNameLst>
                                      </p:cBhvr>
                                      <p:to>
                                        <p:strVal val="visible"/>
                                      </p:to>
                                    </p:set>
                                    <p:animEffect transition="in" filter="blinds(horizontal)">
                                      <p:cBhvr>
                                        <p:cTn id="27" dur="500"/>
                                        <p:tgtEl>
                                          <p:spTgt spid="170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228600" y="381000"/>
            <a:ext cx="7086600" cy="519113"/>
          </a:xfrm>
          <a:prstGeom prst="rect">
            <a:avLst/>
          </a:prstGeom>
          <a:noFill/>
          <a:ln w="9525">
            <a:noFill/>
            <a:miter lim="800000"/>
            <a:headEnd/>
            <a:tailEnd/>
          </a:ln>
          <a:effectLst/>
        </p:spPr>
        <p:txBody>
          <a:bodyPr>
            <a:spAutoFit/>
          </a:bodyPr>
          <a:lstStyle/>
          <a:p>
            <a:pPr>
              <a:spcBef>
                <a:spcPct val="50000"/>
              </a:spcBef>
              <a:buFontTx/>
              <a:buBlip>
                <a:blip r:embed="rId3"/>
              </a:buBlip>
            </a:pPr>
            <a:r>
              <a:rPr lang="zh-CN" altLang="en-US" sz="2800">
                <a:solidFill>
                  <a:schemeClr val="tx1"/>
                </a:solidFill>
              </a:rPr>
              <a:t>    国际单位制中</a:t>
            </a:r>
            <a:r>
              <a:rPr lang="zh-CN" altLang="en-US" sz="2800">
                <a:solidFill>
                  <a:srgbClr val="CC0000"/>
                </a:solidFill>
              </a:rPr>
              <a:t>电流单位安培的定义</a:t>
            </a:r>
            <a:endParaRPr lang="zh-CN" altLang="en-US" sz="2800">
              <a:solidFill>
                <a:schemeClr val="tx1"/>
              </a:solidFill>
            </a:endParaRPr>
          </a:p>
        </p:txBody>
      </p:sp>
      <p:grpSp>
        <p:nvGrpSpPr>
          <p:cNvPr id="2" name="Group 35"/>
          <p:cNvGrpSpPr>
            <a:grpSpLocks/>
          </p:cNvGrpSpPr>
          <p:nvPr/>
        </p:nvGrpSpPr>
        <p:grpSpPr bwMode="auto">
          <a:xfrm>
            <a:off x="3511550" y="1068388"/>
            <a:ext cx="5403850" cy="2665412"/>
            <a:chOff x="2212" y="816"/>
            <a:chExt cx="3404" cy="1679"/>
          </a:xfrm>
        </p:grpSpPr>
        <p:sp>
          <p:nvSpPr>
            <p:cNvPr id="181252" name="Text Box 4"/>
            <p:cNvSpPr txBox="1">
              <a:spLocks noChangeArrowheads="1"/>
            </p:cNvSpPr>
            <p:nvPr/>
          </p:nvSpPr>
          <p:spPr bwMode="auto">
            <a:xfrm>
              <a:off x="2212" y="816"/>
              <a:ext cx="3404" cy="1679"/>
            </a:xfrm>
            <a:prstGeom prst="rect">
              <a:avLst/>
            </a:prstGeom>
            <a:gradFill rotWithShape="0">
              <a:gsLst>
                <a:gs pos="0">
                  <a:schemeClr val="accent1"/>
                </a:gs>
                <a:gs pos="100000">
                  <a:srgbClr val="FFFFFF"/>
                </a:gs>
              </a:gsLst>
              <a:lin ang="5400000" scaled="1"/>
            </a:gradFill>
            <a:ln w="9525">
              <a:solidFill>
                <a:schemeClr val="tx2"/>
              </a:solidFill>
              <a:miter lim="800000"/>
              <a:headEnd/>
              <a:tailEnd/>
            </a:ln>
            <a:effectLst/>
          </p:spPr>
          <p:txBody>
            <a:bodyPr>
              <a:spAutoFit/>
            </a:bodyPr>
            <a:lstStyle/>
            <a:p>
              <a:pPr>
                <a:lnSpc>
                  <a:spcPct val="120000"/>
                </a:lnSpc>
                <a:spcBef>
                  <a:spcPct val="50000"/>
                </a:spcBef>
              </a:pPr>
              <a:r>
                <a:rPr lang="zh-CN" altLang="en-US" sz="2800">
                  <a:solidFill>
                    <a:schemeClr val="tx1"/>
                  </a:solidFill>
                </a:rPr>
                <a:t>        在真空中两平行长直导线相距 </a:t>
              </a:r>
              <a:r>
                <a:rPr lang="zh-CN" altLang="en-US" sz="2800" b="0">
                  <a:solidFill>
                    <a:srgbClr val="CC0000"/>
                  </a:solidFill>
                </a:rPr>
                <a:t>1 </a:t>
              </a:r>
              <a:r>
                <a:rPr lang="en-US" altLang="zh-CN" sz="2800" b="0">
                  <a:solidFill>
                    <a:srgbClr val="CC0000"/>
                  </a:solidFill>
                </a:rPr>
                <a:t>m</a:t>
              </a:r>
              <a:r>
                <a:rPr lang="en-US" altLang="zh-CN" sz="2800">
                  <a:solidFill>
                    <a:schemeClr val="tx1"/>
                  </a:solidFill>
                </a:rPr>
                <a:t> ，</a:t>
              </a:r>
              <a:r>
                <a:rPr lang="zh-CN" altLang="en-US" sz="2800">
                  <a:solidFill>
                    <a:schemeClr val="tx1"/>
                  </a:solidFill>
                </a:rPr>
                <a:t>通有大小相等、方向相同的电流，当两导线每单位长度上的吸引力为                          时，规定这时的电流为 </a:t>
              </a:r>
              <a:r>
                <a:rPr lang="zh-CN" altLang="en-US" sz="2800" b="0">
                  <a:solidFill>
                    <a:srgbClr val="CC0000"/>
                  </a:solidFill>
                </a:rPr>
                <a:t>1 </a:t>
              </a:r>
              <a:r>
                <a:rPr lang="en-US" altLang="zh-CN" sz="2800" b="0">
                  <a:solidFill>
                    <a:srgbClr val="CC0000"/>
                  </a:solidFill>
                </a:rPr>
                <a:t>A</a:t>
              </a:r>
              <a:r>
                <a:rPr lang="en-US" altLang="zh-CN" sz="2800">
                  <a:solidFill>
                    <a:schemeClr val="tx1"/>
                  </a:solidFill>
                </a:rPr>
                <a:t> （</a:t>
              </a:r>
              <a:r>
                <a:rPr lang="zh-CN" altLang="en-US" sz="2800">
                  <a:solidFill>
                    <a:schemeClr val="tx1"/>
                  </a:solidFill>
                </a:rPr>
                <a:t>安培）.</a:t>
              </a:r>
            </a:p>
          </p:txBody>
        </p:sp>
        <p:graphicFrame>
          <p:nvGraphicFramePr>
            <p:cNvPr id="181253" name="Object 5"/>
            <p:cNvGraphicFramePr>
              <a:graphicFrameLocks noChangeAspect="1"/>
            </p:cNvGraphicFramePr>
            <p:nvPr/>
          </p:nvGraphicFramePr>
          <p:xfrm>
            <a:off x="3648" y="1824"/>
            <a:ext cx="1296" cy="288"/>
          </p:xfrm>
          <a:graphic>
            <a:graphicData uri="http://schemas.openxmlformats.org/presentationml/2006/ole">
              <p:oleObj spid="_x0000_s1088524" name="Equation" r:id="rId4" imgW="1485720" imgH="304560" progId="Equation.3">
                <p:embed/>
              </p:oleObj>
            </a:graphicData>
          </a:graphic>
        </p:graphicFrame>
      </p:grpSp>
      <p:graphicFrame>
        <p:nvGraphicFramePr>
          <p:cNvPr id="181254" name="Object 6"/>
          <p:cNvGraphicFramePr>
            <a:graphicFrameLocks noChangeAspect="1"/>
          </p:cNvGraphicFramePr>
          <p:nvPr/>
        </p:nvGraphicFramePr>
        <p:xfrm>
          <a:off x="5257800" y="4419600"/>
          <a:ext cx="3200400" cy="598488"/>
        </p:xfrm>
        <a:graphic>
          <a:graphicData uri="http://schemas.openxmlformats.org/presentationml/2006/ole">
            <p:oleObj spid="_x0000_s1088514" name="Equation" r:id="rId5" imgW="1104840" imgH="203040" progId="Equation.3">
              <p:embed/>
            </p:oleObj>
          </a:graphicData>
        </a:graphic>
      </p:graphicFrame>
      <p:sp>
        <p:nvSpPr>
          <p:cNvPr id="181255" name="Text Box 7"/>
          <p:cNvSpPr txBox="1">
            <a:spLocks noChangeArrowheads="1"/>
          </p:cNvSpPr>
          <p:nvPr/>
        </p:nvSpPr>
        <p:spPr bwMode="auto">
          <a:xfrm>
            <a:off x="3733800" y="5105400"/>
            <a:ext cx="5257800" cy="1127125"/>
          </a:xfrm>
          <a:prstGeom prst="rect">
            <a:avLst/>
          </a:prstGeom>
          <a:noFill/>
          <a:ln w="9525">
            <a:solidFill>
              <a:schemeClr val="tx2"/>
            </a:solidFill>
            <a:miter lim="800000"/>
            <a:headEnd/>
            <a:tailEnd/>
          </a:ln>
          <a:effectLst/>
        </p:spPr>
        <p:txBody>
          <a:bodyPr>
            <a:spAutoFit/>
          </a:bodyPr>
          <a:lstStyle/>
          <a:p>
            <a:pPr>
              <a:lnSpc>
                <a:spcPct val="120000"/>
              </a:lnSpc>
              <a:spcBef>
                <a:spcPct val="50000"/>
              </a:spcBef>
            </a:pPr>
            <a:r>
              <a:rPr lang="zh-CN" altLang="en-US" sz="2800">
                <a:solidFill>
                  <a:schemeClr val="tx1"/>
                </a:solidFill>
              </a:rPr>
              <a:t>     </a:t>
            </a:r>
            <a:r>
              <a:rPr lang="zh-CN" altLang="en-US" sz="2800">
                <a:solidFill>
                  <a:srgbClr val="CC0000"/>
                </a:solidFill>
              </a:rPr>
              <a:t>问</a:t>
            </a:r>
            <a:r>
              <a:rPr lang="zh-CN" altLang="en-US" sz="2800">
                <a:solidFill>
                  <a:schemeClr val="tx1"/>
                </a:solidFill>
              </a:rPr>
              <a:t>  若两直导线电流方向相反二者之间的作用力如何？</a:t>
            </a:r>
          </a:p>
        </p:txBody>
      </p:sp>
      <p:graphicFrame>
        <p:nvGraphicFramePr>
          <p:cNvPr id="181256" name="Object 8"/>
          <p:cNvGraphicFramePr>
            <a:graphicFrameLocks noChangeAspect="1"/>
          </p:cNvGraphicFramePr>
          <p:nvPr/>
        </p:nvGraphicFramePr>
        <p:xfrm>
          <a:off x="152400" y="4987925"/>
          <a:ext cx="3429000" cy="1184275"/>
        </p:xfrm>
        <a:graphic>
          <a:graphicData uri="http://schemas.openxmlformats.org/presentationml/2006/ole">
            <p:oleObj spid="_x0000_s1088515" name="Equation" r:id="rId6" imgW="1346040" imgH="431640" progId="Equation.3">
              <p:embed/>
            </p:oleObj>
          </a:graphicData>
        </a:graphic>
      </p:graphicFrame>
      <p:grpSp>
        <p:nvGrpSpPr>
          <p:cNvPr id="3" name="Group 36"/>
          <p:cNvGrpSpPr>
            <a:grpSpLocks/>
          </p:cNvGrpSpPr>
          <p:nvPr/>
        </p:nvGrpSpPr>
        <p:grpSpPr bwMode="auto">
          <a:xfrm>
            <a:off x="228600" y="1066800"/>
            <a:ext cx="3216275" cy="3733800"/>
            <a:chOff x="144" y="864"/>
            <a:chExt cx="2026" cy="2352"/>
          </a:xfrm>
        </p:grpSpPr>
        <p:sp>
          <p:nvSpPr>
            <p:cNvPr id="181258" name="Rectangle 10"/>
            <p:cNvSpPr>
              <a:spLocks noChangeArrowheads="1"/>
            </p:cNvSpPr>
            <p:nvPr/>
          </p:nvSpPr>
          <p:spPr bwMode="auto">
            <a:xfrm>
              <a:off x="144" y="864"/>
              <a:ext cx="2026" cy="2352"/>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graphicFrame>
          <p:nvGraphicFramePr>
            <p:cNvPr id="181259" name="Object 11"/>
            <p:cNvGraphicFramePr>
              <a:graphicFrameLocks noChangeAspect="1"/>
            </p:cNvGraphicFramePr>
            <p:nvPr/>
          </p:nvGraphicFramePr>
          <p:xfrm>
            <a:off x="578" y="960"/>
            <a:ext cx="232" cy="355"/>
          </p:xfrm>
          <a:graphic>
            <a:graphicData uri="http://schemas.openxmlformats.org/presentationml/2006/ole">
              <p:oleObj spid="_x0000_s1088517" name="公式" r:id="rId7" imgW="139680" imgH="215640" progId="Equation.3">
                <p:embed/>
              </p:oleObj>
            </a:graphicData>
          </a:graphic>
        </p:graphicFrame>
        <p:graphicFrame>
          <p:nvGraphicFramePr>
            <p:cNvPr id="181260" name="Object 12"/>
            <p:cNvGraphicFramePr>
              <a:graphicFrameLocks noChangeAspect="1"/>
            </p:cNvGraphicFramePr>
            <p:nvPr/>
          </p:nvGraphicFramePr>
          <p:xfrm>
            <a:off x="1475" y="960"/>
            <a:ext cx="272" cy="355"/>
          </p:xfrm>
          <a:graphic>
            <a:graphicData uri="http://schemas.openxmlformats.org/presentationml/2006/ole">
              <p:oleObj spid="_x0000_s1088518" name="公式" r:id="rId8" imgW="164880" imgH="215640" progId="Equation.3">
                <p:embed/>
              </p:oleObj>
            </a:graphicData>
          </a:graphic>
        </p:graphicFrame>
        <p:sp>
          <p:nvSpPr>
            <p:cNvPr id="181262" name="Line 14"/>
            <p:cNvSpPr>
              <a:spLocks noChangeShapeType="1"/>
            </p:cNvSpPr>
            <p:nvPr/>
          </p:nvSpPr>
          <p:spPr bwMode="auto">
            <a:xfrm flipV="1">
              <a:off x="1687" y="1968"/>
              <a:ext cx="338" cy="336"/>
            </a:xfrm>
            <a:prstGeom prst="line">
              <a:avLst/>
            </a:prstGeom>
            <a:noFill/>
            <a:ln w="28575">
              <a:solidFill>
                <a:srgbClr val="0000FF"/>
              </a:solidFill>
              <a:round/>
              <a:headEnd type="none" w="sm" len="lg"/>
              <a:tailEnd type="triangle" w="sm" len="lg"/>
            </a:ln>
            <a:effectLst/>
          </p:spPr>
          <p:txBody>
            <a:bodyPr wrap="none" anchor="ctr"/>
            <a:lstStyle/>
            <a:p>
              <a:endParaRPr lang="zh-CN" altLang="en-US" sz="2800"/>
            </a:p>
          </p:txBody>
        </p:sp>
        <p:sp>
          <p:nvSpPr>
            <p:cNvPr id="181263" name="Line 15"/>
            <p:cNvSpPr>
              <a:spLocks noChangeShapeType="1"/>
            </p:cNvSpPr>
            <p:nvPr/>
          </p:nvSpPr>
          <p:spPr bwMode="auto">
            <a:xfrm flipH="1">
              <a:off x="286" y="2160"/>
              <a:ext cx="388" cy="384"/>
            </a:xfrm>
            <a:prstGeom prst="line">
              <a:avLst/>
            </a:prstGeom>
            <a:noFill/>
            <a:ln w="28575">
              <a:solidFill>
                <a:srgbClr val="0000FF"/>
              </a:solidFill>
              <a:round/>
              <a:headEnd type="none" w="sm" len="lg"/>
              <a:tailEnd type="triangle" w="sm" len="lg"/>
            </a:ln>
            <a:effectLst/>
          </p:spPr>
          <p:txBody>
            <a:bodyPr wrap="none" anchor="ctr"/>
            <a:lstStyle/>
            <a:p>
              <a:endParaRPr lang="zh-CN" altLang="en-US" sz="2800"/>
            </a:p>
          </p:txBody>
        </p:sp>
        <p:graphicFrame>
          <p:nvGraphicFramePr>
            <p:cNvPr id="181264" name="Object 16"/>
            <p:cNvGraphicFramePr>
              <a:graphicFrameLocks noChangeAspect="1"/>
            </p:cNvGraphicFramePr>
            <p:nvPr/>
          </p:nvGraphicFramePr>
          <p:xfrm>
            <a:off x="1776" y="1608"/>
            <a:ext cx="371" cy="360"/>
          </p:xfrm>
          <a:graphic>
            <a:graphicData uri="http://schemas.openxmlformats.org/presentationml/2006/ole">
              <p:oleObj spid="_x0000_s1088519" name="Equation" r:id="rId9" imgW="241200" imgH="228600" progId="Equation.3">
                <p:embed/>
              </p:oleObj>
            </a:graphicData>
          </a:graphic>
        </p:graphicFrame>
        <p:graphicFrame>
          <p:nvGraphicFramePr>
            <p:cNvPr id="181265" name="Object 17"/>
            <p:cNvGraphicFramePr>
              <a:graphicFrameLocks noChangeAspect="1"/>
            </p:cNvGraphicFramePr>
            <p:nvPr/>
          </p:nvGraphicFramePr>
          <p:xfrm>
            <a:off x="153" y="2016"/>
            <a:ext cx="374" cy="360"/>
          </p:xfrm>
          <a:graphic>
            <a:graphicData uri="http://schemas.openxmlformats.org/presentationml/2006/ole">
              <p:oleObj spid="_x0000_s1088520" name="Equation" r:id="rId10" imgW="241200" imgH="228600" progId="Equation.3">
                <p:embed/>
              </p:oleObj>
            </a:graphicData>
          </a:graphic>
        </p:graphicFrame>
        <p:sp>
          <p:nvSpPr>
            <p:cNvPr id="181266" name="Line 18"/>
            <p:cNvSpPr>
              <a:spLocks noChangeShapeType="1"/>
            </p:cNvSpPr>
            <p:nvPr/>
          </p:nvSpPr>
          <p:spPr bwMode="auto">
            <a:xfrm flipH="1" flipV="1">
              <a:off x="1591" y="1968"/>
              <a:ext cx="48" cy="336"/>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graphicFrame>
          <p:nvGraphicFramePr>
            <p:cNvPr id="181267" name="Object 19"/>
            <p:cNvGraphicFramePr>
              <a:graphicFrameLocks noChangeAspect="1"/>
            </p:cNvGraphicFramePr>
            <p:nvPr/>
          </p:nvGraphicFramePr>
          <p:xfrm>
            <a:off x="1104" y="1883"/>
            <a:ext cx="480" cy="372"/>
          </p:xfrm>
          <a:graphic>
            <a:graphicData uri="http://schemas.openxmlformats.org/presentationml/2006/ole">
              <p:oleObj spid="_x0000_s1088521" name="Equation" r:id="rId11" imgW="291960" imgH="228600" progId="Equation.3">
                <p:embed/>
              </p:oleObj>
            </a:graphicData>
          </a:graphic>
        </p:graphicFrame>
        <p:sp>
          <p:nvSpPr>
            <p:cNvPr id="181268" name="Line 20"/>
            <p:cNvSpPr>
              <a:spLocks noChangeShapeType="1"/>
            </p:cNvSpPr>
            <p:nvPr/>
          </p:nvSpPr>
          <p:spPr bwMode="auto">
            <a:xfrm flipH="1" flipV="1">
              <a:off x="1253" y="2256"/>
              <a:ext cx="386" cy="48"/>
            </a:xfrm>
            <a:prstGeom prst="line">
              <a:avLst/>
            </a:prstGeom>
            <a:noFill/>
            <a:ln w="28575">
              <a:solidFill>
                <a:srgbClr val="FF0000"/>
              </a:solidFill>
              <a:round/>
              <a:headEnd type="none" w="sm" len="lg"/>
              <a:tailEnd type="triangle" w="sm" len="lg"/>
            </a:ln>
            <a:effectLst/>
          </p:spPr>
          <p:txBody>
            <a:bodyPr wrap="none" anchor="ctr"/>
            <a:lstStyle/>
            <a:p>
              <a:endParaRPr lang="zh-CN" altLang="en-US" sz="2800"/>
            </a:p>
          </p:txBody>
        </p:sp>
        <p:graphicFrame>
          <p:nvGraphicFramePr>
            <p:cNvPr id="181269" name="Object 21"/>
            <p:cNvGraphicFramePr>
              <a:graphicFrameLocks noChangeAspect="1"/>
            </p:cNvGraphicFramePr>
            <p:nvPr/>
          </p:nvGraphicFramePr>
          <p:xfrm>
            <a:off x="816" y="2212"/>
            <a:ext cx="480" cy="358"/>
          </p:xfrm>
          <a:graphic>
            <a:graphicData uri="http://schemas.openxmlformats.org/presentationml/2006/ole">
              <p:oleObj spid="_x0000_s1088522" name="Equation" r:id="rId12" imgW="304560" imgH="228600" progId="Equation.3">
                <p:embed/>
              </p:oleObj>
            </a:graphicData>
          </a:graphic>
        </p:graphicFrame>
        <p:sp>
          <p:nvSpPr>
            <p:cNvPr id="181270" name="Line 22"/>
            <p:cNvSpPr>
              <a:spLocks noChangeShapeType="1"/>
            </p:cNvSpPr>
            <p:nvPr/>
          </p:nvSpPr>
          <p:spPr bwMode="auto">
            <a:xfrm>
              <a:off x="723" y="2160"/>
              <a:ext cx="386" cy="48"/>
            </a:xfrm>
            <a:prstGeom prst="line">
              <a:avLst/>
            </a:prstGeom>
            <a:noFill/>
            <a:ln w="28575">
              <a:solidFill>
                <a:srgbClr val="FF0000"/>
              </a:solidFill>
              <a:round/>
              <a:headEnd type="none" w="sm" len="lg"/>
              <a:tailEnd type="triangle" w="sm" len="lg"/>
            </a:ln>
            <a:effectLst/>
          </p:spPr>
          <p:txBody>
            <a:bodyPr wrap="none" anchor="ctr"/>
            <a:lstStyle/>
            <a:p>
              <a:endParaRPr lang="zh-CN" altLang="en-US" sz="2800"/>
            </a:p>
          </p:txBody>
        </p:sp>
        <p:sp>
          <p:nvSpPr>
            <p:cNvPr id="181271" name="Line 23"/>
            <p:cNvSpPr>
              <a:spLocks noChangeShapeType="1"/>
            </p:cNvSpPr>
            <p:nvPr/>
          </p:nvSpPr>
          <p:spPr bwMode="auto">
            <a:xfrm flipH="1" flipV="1">
              <a:off x="675" y="1824"/>
              <a:ext cx="48" cy="336"/>
            </a:xfrm>
            <a:prstGeom prst="line">
              <a:avLst/>
            </a:prstGeom>
            <a:noFill/>
            <a:ln w="38100">
              <a:solidFill>
                <a:srgbClr val="FF0000"/>
              </a:solidFill>
              <a:round/>
              <a:headEnd type="none" w="sm" len="lg"/>
              <a:tailEnd type="triangle" w="sm" len="lg"/>
            </a:ln>
            <a:effectLst/>
          </p:spPr>
          <p:txBody>
            <a:bodyPr wrap="none" anchor="ctr"/>
            <a:lstStyle/>
            <a:p>
              <a:endParaRPr lang="zh-CN" altLang="en-US" sz="2800"/>
            </a:p>
          </p:txBody>
        </p:sp>
        <p:sp>
          <p:nvSpPr>
            <p:cNvPr id="181272" name="AutoShape 24"/>
            <p:cNvSpPr>
              <a:spLocks noChangeArrowheads="1"/>
            </p:cNvSpPr>
            <p:nvPr/>
          </p:nvSpPr>
          <p:spPr bwMode="auto">
            <a:xfrm rot="-499561">
              <a:off x="1591" y="1344"/>
              <a:ext cx="96" cy="1824"/>
            </a:xfrm>
            <a:prstGeom prst="can">
              <a:avLst>
                <a:gd name="adj" fmla="val 44157"/>
              </a:avLst>
            </a:prstGeom>
            <a:gradFill rotWithShape="0">
              <a:gsLst>
                <a:gs pos="0">
                  <a:srgbClr val="F0F0F0">
                    <a:gamma/>
                    <a:shade val="46275"/>
                    <a:invGamma/>
                  </a:srgbClr>
                </a:gs>
                <a:gs pos="50000">
                  <a:srgbClr val="F0F0F0"/>
                </a:gs>
                <a:gs pos="100000">
                  <a:srgbClr val="F0F0F0">
                    <a:gamma/>
                    <a:shade val="46275"/>
                    <a:invGamma/>
                  </a:srgbClr>
                </a:gs>
              </a:gsLst>
              <a:lin ang="0" scaled="1"/>
            </a:gradFill>
            <a:ln w="12700">
              <a:solidFill>
                <a:schemeClr val="tx1"/>
              </a:solidFill>
              <a:round/>
              <a:headEnd/>
              <a:tailEnd/>
            </a:ln>
            <a:effectLst/>
          </p:spPr>
          <p:txBody>
            <a:bodyPr wrap="none" anchor="ctr"/>
            <a:lstStyle/>
            <a:p>
              <a:endParaRPr lang="zh-CN" altLang="en-US" sz="2800"/>
            </a:p>
          </p:txBody>
        </p:sp>
        <p:sp>
          <p:nvSpPr>
            <p:cNvPr id="181273" name="AutoShape 25"/>
            <p:cNvSpPr>
              <a:spLocks noChangeArrowheads="1"/>
            </p:cNvSpPr>
            <p:nvPr/>
          </p:nvSpPr>
          <p:spPr bwMode="auto">
            <a:xfrm rot="-499561">
              <a:off x="675" y="1296"/>
              <a:ext cx="96" cy="1824"/>
            </a:xfrm>
            <a:prstGeom prst="can">
              <a:avLst>
                <a:gd name="adj" fmla="val 44157"/>
              </a:avLst>
            </a:prstGeom>
            <a:gradFill rotWithShape="0">
              <a:gsLst>
                <a:gs pos="0">
                  <a:srgbClr val="F0F0F0">
                    <a:gamma/>
                    <a:shade val="46275"/>
                    <a:invGamma/>
                  </a:srgbClr>
                </a:gs>
                <a:gs pos="50000">
                  <a:srgbClr val="F0F0F0"/>
                </a:gs>
                <a:gs pos="100000">
                  <a:srgbClr val="F0F0F0">
                    <a:gamma/>
                    <a:shade val="46275"/>
                    <a:invGamma/>
                  </a:srgbClr>
                </a:gs>
              </a:gsLst>
              <a:lin ang="0" scaled="1"/>
            </a:gradFill>
            <a:ln w="12700">
              <a:solidFill>
                <a:schemeClr val="tx1"/>
              </a:solidFill>
              <a:round/>
              <a:headEnd/>
              <a:tailEnd/>
            </a:ln>
            <a:effectLst/>
          </p:spPr>
          <p:txBody>
            <a:bodyPr wrap="none" anchor="ctr"/>
            <a:lstStyle/>
            <a:p>
              <a:endParaRPr lang="zh-CN" altLang="en-US" sz="2800"/>
            </a:p>
          </p:txBody>
        </p:sp>
        <p:sp>
          <p:nvSpPr>
            <p:cNvPr id="181274" name="Line 26"/>
            <p:cNvSpPr>
              <a:spLocks noChangeShapeType="1"/>
            </p:cNvSpPr>
            <p:nvPr/>
          </p:nvSpPr>
          <p:spPr bwMode="auto">
            <a:xfrm flipH="1" flipV="1">
              <a:off x="530" y="960"/>
              <a:ext cx="48" cy="384"/>
            </a:xfrm>
            <a:prstGeom prst="line">
              <a:avLst/>
            </a:prstGeom>
            <a:noFill/>
            <a:ln w="28575">
              <a:solidFill>
                <a:srgbClr val="FF33CC"/>
              </a:solidFill>
              <a:round/>
              <a:headEnd type="none" w="sm" len="lg"/>
              <a:tailEnd type="triangle" w="sm" len="lg"/>
            </a:ln>
            <a:effectLst/>
          </p:spPr>
          <p:txBody>
            <a:bodyPr wrap="none" anchor="ctr"/>
            <a:lstStyle/>
            <a:p>
              <a:endParaRPr lang="zh-CN" altLang="en-US" sz="2800"/>
            </a:p>
          </p:txBody>
        </p:sp>
        <p:sp>
          <p:nvSpPr>
            <p:cNvPr id="181275" name="Line 27"/>
            <p:cNvSpPr>
              <a:spLocks noChangeShapeType="1"/>
            </p:cNvSpPr>
            <p:nvPr/>
          </p:nvSpPr>
          <p:spPr bwMode="auto">
            <a:xfrm flipH="1" flipV="1">
              <a:off x="1446" y="1008"/>
              <a:ext cx="49" cy="384"/>
            </a:xfrm>
            <a:prstGeom prst="line">
              <a:avLst/>
            </a:prstGeom>
            <a:noFill/>
            <a:ln w="28575">
              <a:solidFill>
                <a:srgbClr val="FF33CC"/>
              </a:solidFill>
              <a:round/>
              <a:headEnd type="none" w="sm" len="lg"/>
              <a:tailEnd type="triangle" w="sm" len="lg"/>
            </a:ln>
            <a:effectLst/>
          </p:spPr>
          <p:txBody>
            <a:bodyPr wrap="none" anchor="ctr"/>
            <a:lstStyle/>
            <a:p>
              <a:endParaRPr lang="zh-CN" altLang="en-US" sz="2800"/>
            </a:p>
          </p:txBody>
        </p:sp>
        <p:graphicFrame>
          <p:nvGraphicFramePr>
            <p:cNvPr id="181276" name="Object 28"/>
            <p:cNvGraphicFramePr>
              <a:graphicFrameLocks noChangeAspect="1"/>
            </p:cNvGraphicFramePr>
            <p:nvPr/>
          </p:nvGraphicFramePr>
          <p:xfrm>
            <a:off x="1109" y="2688"/>
            <a:ext cx="241" cy="320"/>
          </p:xfrm>
          <a:graphic>
            <a:graphicData uri="http://schemas.openxmlformats.org/presentationml/2006/ole">
              <p:oleObj spid="_x0000_s1088523" name="Equation" r:id="rId13" imgW="190440" imgH="253800" progId="Equation.3">
                <p:embed/>
              </p:oleObj>
            </a:graphicData>
          </a:graphic>
        </p:graphicFrame>
        <p:sp>
          <p:nvSpPr>
            <p:cNvPr id="181277" name="Line 29"/>
            <p:cNvSpPr>
              <a:spLocks noChangeShapeType="1"/>
            </p:cNvSpPr>
            <p:nvPr/>
          </p:nvSpPr>
          <p:spPr bwMode="auto">
            <a:xfrm>
              <a:off x="1350" y="2880"/>
              <a:ext cx="337" cy="0"/>
            </a:xfrm>
            <a:prstGeom prst="line">
              <a:avLst/>
            </a:prstGeom>
            <a:noFill/>
            <a:ln w="28575">
              <a:solidFill>
                <a:srgbClr val="006666"/>
              </a:solidFill>
              <a:round/>
              <a:headEnd/>
              <a:tailEnd type="triangle" w="sm" len="lg"/>
            </a:ln>
            <a:effectLst/>
          </p:spPr>
          <p:txBody>
            <a:bodyPr wrap="none"/>
            <a:lstStyle/>
            <a:p>
              <a:endParaRPr lang="zh-CN" altLang="en-US" sz="2800"/>
            </a:p>
          </p:txBody>
        </p:sp>
        <p:sp>
          <p:nvSpPr>
            <p:cNvPr id="181278" name="Line 30"/>
            <p:cNvSpPr>
              <a:spLocks noChangeShapeType="1"/>
            </p:cNvSpPr>
            <p:nvPr/>
          </p:nvSpPr>
          <p:spPr bwMode="auto">
            <a:xfrm flipH="1">
              <a:off x="868" y="2880"/>
              <a:ext cx="241" cy="0"/>
            </a:xfrm>
            <a:prstGeom prst="line">
              <a:avLst/>
            </a:prstGeom>
            <a:noFill/>
            <a:ln w="28575">
              <a:solidFill>
                <a:srgbClr val="006666"/>
              </a:solidFill>
              <a:round/>
              <a:headEnd/>
              <a:tailEnd type="triangle" w="sm" len="lg"/>
            </a:ln>
            <a:effectLst/>
          </p:spPr>
          <p:txBody>
            <a:bodyPr wrap="none"/>
            <a:lstStyle/>
            <a:p>
              <a:endParaRPr lang="zh-CN" altLang="en-US" sz="2800"/>
            </a:p>
          </p:txBody>
        </p:sp>
      </p:grpSp>
      <p:grpSp>
        <p:nvGrpSpPr>
          <p:cNvPr id="4" name="Group 31"/>
          <p:cNvGrpSpPr>
            <a:grpSpLocks/>
          </p:cNvGrpSpPr>
          <p:nvPr/>
        </p:nvGrpSpPr>
        <p:grpSpPr bwMode="auto">
          <a:xfrm>
            <a:off x="3657600" y="3787775"/>
            <a:ext cx="4876800" cy="708025"/>
            <a:chOff x="2304" y="2338"/>
            <a:chExt cx="3072" cy="446"/>
          </a:xfrm>
        </p:grpSpPr>
        <p:graphicFrame>
          <p:nvGraphicFramePr>
            <p:cNvPr id="181280" name="Object 32"/>
            <p:cNvGraphicFramePr>
              <a:graphicFrameLocks noChangeAspect="1"/>
            </p:cNvGraphicFramePr>
            <p:nvPr/>
          </p:nvGraphicFramePr>
          <p:xfrm>
            <a:off x="2976" y="2338"/>
            <a:ext cx="2400" cy="446"/>
          </p:xfrm>
          <a:graphic>
            <a:graphicData uri="http://schemas.openxmlformats.org/presentationml/2006/ole">
              <p:oleObj spid="_x0000_s1088516" name="Equation" r:id="rId14" imgW="1295280" imgH="241200" progId="Equation.3">
                <p:embed/>
              </p:oleObj>
            </a:graphicData>
          </a:graphic>
        </p:graphicFrame>
        <p:sp>
          <p:nvSpPr>
            <p:cNvPr id="181281" name="Rectangle 33"/>
            <p:cNvSpPr>
              <a:spLocks noChangeArrowheads="1"/>
            </p:cNvSpPr>
            <p:nvPr/>
          </p:nvSpPr>
          <p:spPr bwMode="auto">
            <a:xfrm>
              <a:off x="2304" y="2409"/>
              <a:ext cx="1104" cy="327"/>
            </a:xfrm>
            <a:prstGeom prst="rect">
              <a:avLst/>
            </a:prstGeom>
            <a:noFill/>
            <a:ln w="9525">
              <a:noFill/>
              <a:miter lim="800000"/>
              <a:headEnd/>
              <a:tailEnd/>
            </a:ln>
            <a:effectLst/>
          </p:spPr>
          <p:txBody>
            <a:bodyPr>
              <a:spAutoFit/>
            </a:bodyPr>
            <a:lstStyle/>
            <a:p>
              <a:r>
                <a:rPr lang="zh-CN" altLang="en-US" sz="2800">
                  <a:solidFill>
                    <a:srgbClr val="CC0000"/>
                  </a:solidFill>
                </a:rPr>
                <a:t>可得</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81254"/>
                                        </p:tgtEl>
                                        <p:attrNameLst>
                                          <p:attrName>style.visibility</p:attrName>
                                        </p:attrNameLst>
                                      </p:cBhvr>
                                      <p:to>
                                        <p:strVal val="visible"/>
                                      </p:to>
                                    </p:set>
                                    <p:animEffect transition="in" filter="blinds(vertical)">
                                      <p:cBhvr>
                                        <p:cTn id="12" dur="500"/>
                                        <p:tgtEl>
                                          <p:spTgt spid="18125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81255"/>
                                        </p:tgtEl>
                                        <p:attrNameLst>
                                          <p:attrName>style.visibility</p:attrName>
                                        </p:attrNameLst>
                                      </p:cBhvr>
                                      <p:to>
                                        <p:strVal val="visible"/>
                                      </p:to>
                                    </p:set>
                                    <p:animEffect transition="in" filter="blinds(vertical)">
                                      <p:cBhvr>
                                        <p:cTn id="17" dur="500"/>
                                        <p:tgtEl>
                                          <p:spTgt spid="181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5"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297363" y="2438400"/>
            <a:ext cx="4694237" cy="3657600"/>
            <a:chOff x="2707" y="1536"/>
            <a:chExt cx="2957" cy="2304"/>
          </a:xfrm>
        </p:grpSpPr>
        <p:sp>
          <p:nvSpPr>
            <p:cNvPr id="161795" name="Rectangle 3"/>
            <p:cNvSpPr>
              <a:spLocks noChangeArrowheads="1"/>
            </p:cNvSpPr>
            <p:nvPr/>
          </p:nvSpPr>
          <p:spPr bwMode="auto">
            <a:xfrm>
              <a:off x="2707" y="1536"/>
              <a:ext cx="2834" cy="2304"/>
            </a:xfrm>
            <a:prstGeom prst="rect">
              <a:avLst/>
            </a:prstGeom>
            <a:solidFill>
              <a:srgbClr val="FFFFFF"/>
            </a:solidFill>
            <a:ln w="9525">
              <a:solidFill>
                <a:srgbClr val="006666"/>
              </a:solidFill>
              <a:miter lim="800000"/>
              <a:headEnd/>
              <a:tailEnd/>
            </a:ln>
            <a:effectLst/>
          </p:spPr>
          <p:txBody>
            <a:bodyPr wrap="none" anchor="ctr"/>
            <a:lstStyle/>
            <a:p>
              <a:endParaRPr lang="zh-CN" altLang="en-US" sz="2800"/>
            </a:p>
          </p:txBody>
        </p:sp>
        <p:grpSp>
          <p:nvGrpSpPr>
            <p:cNvPr id="3" name="Group 4"/>
            <p:cNvGrpSpPr>
              <a:grpSpLocks/>
            </p:cNvGrpSpPr>
            <p:nvPr/>
          </p:nvGrpSpPr>
          <p:grpSpPr bwMode="auto">
            <a:xfrm>
              <a:off x="2880" y="1680"/>
              <a:ext cx="2486" cy="2112"/>
              <a:chOff x="384" y="1008"/>
              <a:chExt cx="2304" cy="1920"/>
            </a:xfrm>
          </p:grpSpPr>
          <p:grpSp>
            <p:nvGrpSpPr>
              <p:cNvPr id="4" name="Group 5"/>
              <p:cNvGrpSpPr>
                <a:grpSpLocks/>
              </p:cNvGrpSpPr>
              <p:nvPr/>
            </p:nvGrpSpPr>
            <p:grpSpPr bwMode="auto">
              <a:xfrm>
                <a:off x="2160" y="1008"/>
                <a:ext cx="96" cy="96"/>
                <a:chOff x="4080" y="720"/>
                <a:chExt cx="144" cy="96"/>
              </a:xfrm>
            </p:grpSpPr>
            <p:sp>
              <p:nvSpPr>
                <p:cNvPr id="161798" name="Line 6"/>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799" name="Line 7"/>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5" name="Group 8"/>
              <p:cNvGrpSpPr>
                <a:grpSpLocks/>
              </p:cNvGrpSpPr>
              <p:nvPr/>
            </p:nvGrpSpPr>
            <p:grpSpPr bwMode="auto">
              <a:xfrm>
                <a:off x="2160" y="1344"/>
                <a:ext cx="96" cy="96"/>
                <a:chOff x="4080" y="720"/>
                <a:chExt cx="144" cy="96"/>
              </a:xfrm>
            </p:grpSpPr>
            <p:sp>
              <p:nvSpPr>
                <p:cNvPr id="161801" name="Line 9"/>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02" name="Line 10"/>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6" name="Group 11"/>
              <p:cNvGrpSpPr>
                <a:grpSpLocks/>
              </p:cNvGrpSpPr>
              <p:nvPr/>
            </p:nvGrpSpPr>
            <p:grpSpPr bwMode="auto">
              <a:xfrm>
                <a:off x="2160" y="1680"/>
                <a:ext cx="96" cy="96"/>
                <a:chOff x="4080" y="720"/>
                <a:chExt cx="144" cy="96"/>
              </a:xfrm>
            </p:grpSpPr>
            <p:sp>
              <p:nvSpPr>
                <p:cNvPr id="161804" name="Line 12"/>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05" name="Line 13"/>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7" name="Group 14"/>
              <p:cNvGrpSpPr>
                <a:grpSpLocks/>
              </p:cNvGrpSpPr>
              <p:nvPr/>
            </p:nvGrpSpPr>
            <p:grpSpPr bwMode="auto">
              <a:xfrm>
                <a:off x="384" y="1008"/>
                <a:ext cx="96" cy="96"/>
                <a:chOff x="4080" y="720"/>
                <a:chExt cx="144" cy="96"/>
              </a:xfrm>
            </p:grpSpPr>
            <p:sp>
              <p:nvSpPr>
                <p:cNvPr id="161807" name="Line 15"/>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08" name="Line 16"/>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8" name="Group 17"/>
              <p:cNvGrpSpPr>
                <a:grpSpLocks/>
              </p:cNvGrpSpPr>
              <p:nvPr/>
            </p:nvGrpSpPr>
            <p:grpSpPr bwMode="auto">
              <a:xfrm>
                <a:off x="720" y="1008"/>
                <a:ext cx="96" cy="96"/>
                <a:chOff x="4080" y="720"/>
                <a:chExt cx="144" cy="96"/>
              </a:xfrm>
            </p:grpSpPr>
            <p:sp>
              <p:nvSpPr>
                <p:cNvPr id="161810" name="Line 18"/>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11" name="Line 19"/>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9" name="Group 20"/>
              <p:cNvGrpSpPr>
                <a:grpSpLocks/>
              </p:cNvGrpSpPr>
              <p:nvPr/>
            </p:nvGrpSpPr>
            <p:grpSpPr bwMode="auto">
              <a:xfrm>
                <a:off x="1056" y="1008"/>
                <a:ext cx="96" cy="96"/>
                <a:chOff x="4080" y="720"/>
                <a:chExt cx="144" cy="96"/>
              </a:xfrm>
            </p:grpSpPr>
            <p:sp>
              <p:nvSpPr>
                <p:cNvPr id="161813" name="Line 21"/>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14" name="Line 22"/>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0" name="Group 23"/>
              <p:cNvGrpSpPr>
                <a:grpSpLocks/>
              </p:cNvGrpSpPr>
              <p:nvPr/>
            </p:nvGrpSpPr>
            <p:grpSpPr bwMode="auto">
              <a:xfrm>
                <a:off x="384" y="1344"/>
                <a:ext cx="96" cy="96"/>
                <a:chOff x="4080" y="720"/>
                <a:chExt cx="144" cy="96"/>
              </a:xfrm>
            </p:grpSpPr>
            <p:sp>
              <p:nvSpPr>
                <p:cNvPr id="161816" name="Line 24"/>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17" name="Line 25"/>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1" name="Group 26"/>
              <p:cNvGrpSpPr>
                <a:grpSpLocks/>
              </p:cNvGrpSpPr>
              <p:nvPr/>
            </p:nvGrpSpPr>
            <p:grpSpPr bwMode="auto">
              <a:xfrm>
                <a:off x="720" y="1344"/>
                <a:ext cx="96" cy="96"/>
                <a:chOff x="4080" y="720"/>
                <a:chExt cx="144" cy="96"/>
              </a:xfrm>
            </p:grpSpPr>
            <p:sp>
              <p:nvSpPr>
                <p:cNvPr id="161819" name="Line 27"/>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20" name="Line 28"/>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2" name="Group 29"/>
              <p:cNvGrpSpPr>
                <a:grpSpLocks/>
              </p:cNvGrpSpPr>
              <p:nvPr/>
            </p:nvGrpSpPr>
            <p:grpSpPr bwMode="auto">
              <a:xfrm>
                <a:off x="1056" y="1344"/>
                <a:ext cx="96" cy="96"/>
                <a:chOff x="4080" y="720"/>
                <a:chExt cx="144" cy="96"/>
              </a:xfrm>
            </p:grpSpPr>
            <p:sp>
              <p:nvSpPr>
                <p:cNvPr id="161822" name="Line 30"/>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23" name="Line 31"/>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3" name="Group 32"/>
              <p:cNvGrpSpPr>
                <a:grpSpLocks/>
              </p:cNvGrpSpPr>
              <p:nvPr/>
            </p:nvGrpSpPr>
            <p:grpSpPr bwMode="auto">
              <a:xfrm>
                <a:off x="384" y="1680"/>
                <a:ext cx="96" cy="96"/>
                <a:chOff x="4080" y="720"/>
                <a:chExt cx="144" cy="96"/>
              </a:xfrm>
            </p:grpSpPr>
            <p:sp>
              <p:nvSpPr>
                <p:cNvPr id="161825" name="Line 33"/>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26" name="Line 34"/>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4" name="Group 35"/>
              <p:cNvGrpSpPr>
                <a:grpSpLocks/>
              </p:cNvGrpSpPr>
              <p:nvPr/>
            </p:nvGrpSpPr>
            <p:grpSpPr bwMode="auto">
              <a:xfrm>
                <a:off x="720" y="1680"/>
                <a:ext cx="96" cy="96"/>
                <a:chOff x="4080" y="720"/>
                <a:chExt cx="144" cy="96"/>
              </a:xfrm>
            </p:grpSpPr>
            <p:sp>
              <p:nvSpPr>
                <p:cNvPr id="161828" name="Line 36"/>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29" name="Line 37"/>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5" name="Group 38"/>
              <p:cNvGrpSpPr>
                <a:grpSpLocks/>
              </p:cNvGrpSpPr>
              <p:nvPr/>
            </p:nvGrpSpPr>
            <p:grpSpPr bwMode="auto">
              <a:xfrm>
                <a:off x="1056" y="1680"/>
                <a:ext cx="96" cy="96"/>
                <a:chOff x="4080" y="720"/>
                <a:chExt cx="144" cy="96"/>
              </a:xfrm>
            </p:grpSpPr>
            <p:sp>
              <p:nvSpPr>
                <p:cNvPr id="161831" name="Line 39"/>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32" name="Line 40"/>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 name="Group 41"/>
              <p:cNvGrpSpPr>
                <a:grpSpLocks/>
              </p:cNvGrpSpPr>
              <p:nvPr/>
            </p:nvGrpSpPr>
            <p:grpSpPr bwMode="auto">
              <a:xfrm>
                <a:off x="384" y="2064"/>
                <a:ext cx="96" cy="96"/>
                <a:chOff x="4080" y="720"/>
                <a:chExt cx="144" cy="96"/>
              </a:xfrm>
            </p:grpSpPr>
            <p:sp>
              <p:nvSpPr>
                <p:cNvPr id="161834" name="Line 42"/>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35" name="Line 43"/>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7" name="Group 44"/>
              <p:cNvGrpSpPr>
                <a:grpSpLocks/>
              </p:cNvGrpSpPr>
              <p:nvPr/>
            </p:nvGrpSpPr>
            <p:grpSpPr bwMode="auto">
              <a:xfrm>
                <a:off x="720" y="2064"/>
                <a:ext cx="96" cy="96"/>
                <a:chOff x="4080" y="720"/>
                <a:chExt cx="144" cy="96"/>
              </a:xfrm>
            </p:grpSpPr>
            <p:sp>
              <p:nvSpPr>
                <p:cNvPr id="161837" name="Line 45"/>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38" name="Line 46"/>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8" name="Group 47"/>
              <p:cNvGrpSpPr>
                <a:grpSpLocks/>
              </p:cNvGrpSpPr>
              <p:nvPr/>
            </p:nvGrpSpPr>
            <p:grpSpPr bwMode="auto">
              <a:xfrm>
                <a:off x="1056" y="2064"/>
                <a:ext cx="96" cy="96"/>
                <a:chOff x="4080" y="720"/>
                <a:chExt cx="144" cy="96"/>
              </a:xfrm>
            </p:grpSpPr>
            <p:sp>
              <p:nvSpPr>
                <p:cNvPr id="161840" name="Line 48"/>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41" name="Line 49"/>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9" name="Group 50"/>
              <p:cNvGrpSpPr>
                <a:grpSpLocks/>
              </p:cNvGrpSpPr>
              <p:nvPr/>
            </p:nvGrpSpPr>
            <p:grpSpPr bwMode="auto">
              <a:xfrm>
                <a:off x="1440" y="1008"/>
                <a:ext cx="96" cy="96"/>
                <a:chOff x="4080" y="720"/>
                <a:chExt cx="144" cy="96"/>
              </a:xfrm>
            </p:grpSpPr>
            <p:sp>
              <p:nvSpPr>
                <p:cNvPr id="161843" name="Line 51"/>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44" name="Line 52"/>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0" name="Group 53"/>
              <p:cNvGrpSpPr>
                <a:grpSpLocks/>
              </p:cNvGrpSpPr>
              <p:nvPr/>
            </p:nvGrpSpPr>
            <p:grpSpPr bwMode="auto">
              <a:xfrm>
                <a:off x="1824" y="1008"/>
                <a:ext cx="96" cy="96"/>
                <a:chOff x="4080" y="720"/>
                <a:chExt cx="144" cy="96"/>
              </a:xfrm>
            </p:grpSpPr>
            <p:sp>
              <p:nvSpPr>
                <p:cNvPr id="161846" name="Line 54"/>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47" name="Line 55"/>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1" name="Group 56"/>
              <p:cNvGrpSpPr>
                <a:grpSpLocks/>
              </p:cNvGrpSpPr>
              <p:nvPr/>
            </p:nvGrpSpPr>
            <p:grpSpPr bwMode="auto">
              <a:xfrm>
                <a:off x="1440" y="1344"/>
                <a:ext cx="96" cy="96"/>
                <a:chOff x="4080" y="720"/>
                <a:chExt cx="144" cy="96"/>
              </a:xfrm>
            </p:grpSpPr>
            <p:sp>
              <p:nvSpPr>
                <p:cNvPr id="161849" name="Line 57"/>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50" name="Line 58"/>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2" name="Group 59"/>
              <p:cNvGrpSpPr>
                <a:grpSpLocks/>
              </p:cNvGrpSpPr>
              <p:nvPr/>
            </p:nvGrpSpPr>
            <p:grpSpPr bwMode="auto">
              <a:xfrm>
                <a:off x="1824" y="1344"/>
                <a:ext cx="96" cy="96"/>
                <a:chOff x="4080" y="720"/>
                <a:chExt cx="144" cy="96"/>
              </a:xfrm>
            </p:grpSpPr>
            <p:sp>
              <p:nvSpPr>
                <p:cNvPr id="161852" name="Line 60"/>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53" name="Line 61"/>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3" name="Group 62"/>
              <p:cNvGrpSpPr>
                <a:grpSpLocks/>
              </p:cNvGrpSpPr>
              <p:nvPr/>
            </p:nvGrpSpPr>
            <p:grpSpPr bwMode="auto">
              <a:xfrm>
                <a:off x="1440" y="1680"/>
                <a:ext cx="96" cy="96"/>
                <a:chOff x="4080" y="720"/>
                <a:chExt cx="144" cy="96"/>
              </a:xfrm>
            </p:grpSpPr>
            <p:sp>
              <p:nvSpPr>
                <p:cNvPr id="161855" name="Line 63"/>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56" name="Line 64"/>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4" name="Group 65"/>
              <p:cNvGrpSpPr>
                <a:grpSpLocks/>
              </p:cNvGrpSpPr>
              <p:nvPr/>
            </p:nvGrpSpPr>
            <p:grpSpPr bwMode="auto">
              <a:xfrm>
                <a:off x="1824" y="1680"/>
                <a:ext cx="96" cy="96"/>
                <a:chOff x="4080" y="720"/>
                <a:chExt cx="144" cy="96"/>
              </a:xfrm>
            </p:grpSpPr>
            <p:sp>
              <p:nvSpPr>
                <p:cNvPr id="161858" name="Line 66"/>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59" name="Line 67"/>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5" name="Group 68"/>
              <p:cNvGrpSpPr>
                <a:grpSpLocks/>
              </p:cNvGrpSpPr>
              <p:nvPr/>
            </p:nvGrpSpPr>
            <p:grpSpPr bwMode="auto">
              <a:xfrm>
                <a:off x="1440" y="2064"/>
                <a:ext cx="96" cy="96"/>
                <a:chOff x="4080" y="720"/>
                <a:chExt cx="144" cy="96"/>
              </a:xfrm>
            </p:grpSpPr>
            <p:sp>
              <p:nvSpPr>
                <p:cNvPr id="161861" name="Line 69"/>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62" name="Line 70"/>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6" name="Group 71"/>
              <p:cNvGrpSpPr>
                <a:grpSpLocks/>
              </p:cNvGrpSpPr>
              <p:nvPr/>
            </p:nvGrpSpPr>
            <p:grpSpPr bwMode="auto">
              <a:xfrm>
                <a:off x="1824" y="2064"/>
                <a:ext cx="96" cy="96"/>
                <a:chOff x="4080" y="720"/>
                <a:chExt cx="144" cy="96"/>
              </a:xfrm>
            </p:grpSpPr>
            <p:sp>
              <p:nvSpPr>
                <p:cNvPr id="161864" name="Line 72"/>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65" name="Line 73"/>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7" name="Group 74"/>
              <p:cNvGrpSpPr>
                <a:grpSpLocks/>
              </p:cNvGrpSpPr>
              <p:nvPr/>
            </p:nvGrpSpPr>
            <p:grpSpPr bwMode="auto">
              <a:xfrm>
                <a:off x="2160" y="2064"/>
                <a:ext cx="96" cy="96"/>
                <a:chOff x="4080" y="720"/>
                <a:chExt cx="144" cy="96"/>
              </a:xfrm>
            </p:grpSpPr>
            <p:sp>
              <p:nvSpPr>
                <p:cNvPr id="161867" name="Line 75"/>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68" name="Line 76"/>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8" name="Group 77"/>
              <p:cNvGrpSpPr>
                <a:grpSpLocks/>
              </p:cNvGrpSpPr>
              <p:nvPr/>
            </p:nvGrpSpPr>
            <p:grpSpPr bwMode="auto">
              <a:xfrm>
                <a:off x="384" y="2448"/>
                <a:ext cx="96" cy="96"/>
                <a:chOff x="4080" y="720"/>
                <a:chExt cx="144" cy="96"/>
              </a:xfrm>
            </p:grpSpPr>
            <p:sp>
              <p:nvSpPr>
                <p:cNvPr id="161870" name="Line 78"/>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71" name="Line 79"/>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29" name="Group 80"/>
              <p:cNvGrpSpPr>
                <a:grpSpLocks/>
              </p:cNvGrpSpPr>
              <p:nvPr/>
            </p:nvGrpSpPr>
            <p:grpSpPr bwMode="auto">
              <a:xfrm>
                <a:off x="720" y="2448"/>
                <a:ext cx="96" cy="96"/>
                <a:chOff x="4080" y="720"/>
                <a:chExt cx="144" cy="96"/>
              </a:xfrm>
            </p:grpSpPr>
            <p:sp>
              <p:nvSpPr>
                <p:cNvPr id="161873" name="Line 81"/>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74" name="Line 82"/>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30" name="Group 83"/>
              <p:cNvGrpSpPr>
                <a:grpSpLocks/>
              </p:cNvGrpSpPr>
              <p:nvPr/>
            </p:nvGrpSpPr>
            <p:grpSpPr bwMode="auto">
              <a:xfrm>
                <a:off x="1056" y="2448"/>
                <a:ext cx="96" cy="96"/>
                <a:chOff x="4080" y="720"/>
                <a:chExt cx="144" cy="96"/>
              </a:xfrm>
            </p:grpSpPr>
            <p:sp>
              <p:nvSpPr>
                <p:cNvPr id="161876" name="Line 84"/>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77" name="Line 85"/>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31" name="Group 86"/>
              <p:cNvGrpSpPr>
                <a:grpSpLocks/>
              </p:cNvGrpSpPr>
              <p:nvPr/>
            </p:nvGrpSpPr>
            <p:grpSpPr bwMode="auto">
              <a:xfrm>
                <a:off x="1440" y="2448"/>
                <a:ext cx="96" cy="96"/>
                <a:chOff x="4080" y="720"/>
                <a:chExt cx="144" cy="96"/>
              </a:xfrm>
            </p:grpSpPr>
            <p:sp>
              <p:nvSpPr>
                <p:cNvPr id="161879" name="Line 87"/>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80" name="Line 88"/>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54" name="Group 89"/>
              <p:cNvGrpSpPr>
                <a:grpSpLocks/>
              </p:cNvGrpSpPr>
              <p:nvPr/>
            </p:nvGrpSpPr>
            <p:grpSpPr bwMode="auto">
              <a:xfrm>
                <a:off x="1824" y="2448"/>
                <a:ext cx="96" cy="96"/>
                <a:chOff x="4080" y="720"/>
                <a:chExt cx="144" cy="96"/>
              </a:xfrm>
            </p:grpSpPr>
            <p:sp>
              <p:nvSpPr>
                <p:cNvPr id="161882" name="Line 90"/>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83" name="Line 91"/>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57" name="Group 92"/>
              <p:cNvGrpSpPr>
                <a:grpSpLocks/>
              </p:cNvGrpSpPr>
              <p:nvPr/>
            </p:nvGrpSpPr>
            <p:grpSpPr bwMode="auto">
              <a:xfrm>
                <a:off x="2160" y="2448"/>
                <a:ext cx="96" cy="96"/>
                <a:chOff x="4080" y="720"/>
                <a:chExt cx="144" cy="96"/>
              </a:xfrm>
            </p:grpSpPr>
            <p:sp>
              <p:nvSpPr>
                <p:cNvPr id="161885" name="Line 93"/>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86" name="Line 94"/>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61" name="Group 95"/>
              <p:cNvGrpSpPr>
                <a:grpSpLocks/>
              </p:cNvGrpSpPr>
              <p:nvPr/>
            </p:nvGrpSpPr>
            <p:grpSpPr bwMode="auto">
              <a:xfrm>
                <a:off x="2592" y="1008"/>
                <a:ext cx="96" cy="96"/>
                <a:chOff x="4080" y="720"/>
                <a:chExt cx="144" cy="96"/>
              </a:xfrm>
            </p:grpSpPr>
            <p:sp>
              <p:nvSpPr>
                <p:cNvPr id="161888" name="Line 96"/>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89" name="Line 97"/>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64" name="Group 98"/>
              <p:cNvGrpSpPr>
                <a:grpSpLocks/>
              </p:cNvGrpSpPr>
              <p:nvPr/>
            </p:nvGrpSpPr>
            <p:grpSpPr bwMode="auto">
              <a:xfrm>
                <a:off x="2592" y="1344"/>
                <a:ext cx="96" cy="96"/>
                <a:chOff x="4080" y="720"/>
                <a:chExt cx="144" cy="96"/>
              </a:xfrm>
            </p:grpSpPr>
            <p:sp>
              <p:nvSpPr>
                <p:cNvPr id="161891" name="Line 99"/>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92" name="Line 100"/>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67" name="Group 101"/>
              <p:cNvGrpSpPr>
                <a:grpSpLocks/>
              </p:cNvGrpSpPr>
              <p:nvPr/>
            </p:nvGrpSpPr>
            <p:grpSpPr bwMode="auto">
              <a:xfrm>
                <a:off x="2592" y="1680"/>
                <a:ext cx="96" cy="96"/>
                <a:chOff x="4080" y="720"/>
                <a:chExt cx="144" cy="96"/>
              </a:xfrm>
            </p:grpSpPr>
            <p:sp>
              <p:nvSpPr>
                <p:cNvPr id="161894" name="Line 102"/>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95" name="Line 103"/>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70" name="Group 104"/>
              <p:cNvGrpSpPr>
                <a:grpSpLocks/>
              </p:cNvGrpSpPr>
              <p:nvPr/>
            </p:nvGrpSpPr>
            <p:grpSpPr bwMode="auto">
              <a:xfrm>
                <a:off x="2592" y="2064"/>
                <a:ext cx="96" cy="96"/>
                <a:chOff x="4080" y="720"/>
                <a:chExt cx="144" cy="96"/>
              </a:xfrm>
            </p:grpSpPr>
            <p:sp>
              <p:nvSpPr>
                <p:cNvPr id="161897" name="Line 105"/>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898" name="Line 106"/>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76" name="Group 107"/>
              <p:cNvGrpSpPr>
                <a:grpSpLocks/>
              </p:cNvGrpSpPr>
              <p:nvPr/>
            </p:nvGrpSpPr>
            <p:grpSpPr bwMode="auto">
              <a:xfrm>
                <a:off x="2592" y="2448"/>
                <a:ext cx="96" cy="96"/>
                <a:chOff x="4080" y="720"/>
                <a:chExt cx="144" cy="96"/>
              </a:xfrm>
            </p:grpSpPr>
            <p:sp>
              <p:nvSpPr>
                <p:cNvPr id="161900" name="Line 108"/>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01" name="Line 109"/>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77" name="Group 110"/>
              <p:cNvGrpSpPr>
                <a:grpSpLocks/>
              </p:cNvGrpSpPr>
              <p:nvPr/>
            </p:nvGrpSpPr>
            <p:grpSpPr bwMode="auto">
              <a:xfrm>
                <a:off x="384" y="2832"/>
                <a:ext cx="96" cy="96"/>
                <a:chOff x="4080" y="720"/>
                <a:chExt cx="144" cy="96"/>
              </a:xfrm>
            </p:grpSpPr>
            <p:sp>
              <p:nvSpPr>
                <p:cNvPr id="161903" name="Line 111"/>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04" name="Line 112"/>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78" name="Group 113"/>
              <p:cNvGrpSpPr>
                <a:grpSpLocks/>
              </p:cNvGrpSpPr>
              <p:nvPr/>
            </p:nvGrpSpPr>
            <p:grpSpPr bwMode="auto">
              <a:xfrm>
                <a:off x="720" y="2832"/>
                <a:ext cx="96" cy="96"/>
                <a:chOff x="4080" y="720"/>
                <a:chExt cx="144" cy="96"/>
              </a:xfrm>
            </p:grpSpPr>
            <p:sp>
              <p:nvSpPr>
                <p:cNvPr id="161906" name="Line 114"/>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07" name="Line 115"/>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79" name="Group 116"/>
              <p:cNvGrpSpPr>
                <a:grpSpLocks/>
              </p:cNvGrpSpPr>
              <p:nvPr/>
            </p:nvGrpSpPr>
            <p:grpSpPr bwMode="auto">
              <a:xfrm>
                <a:off x="1056" y="2832"/>
                <a:ext cx="96" cy="96"/>
                <a:chOff x="4080" y="720"/>
                <a:chExt cx="144" cy="96"/>
              </a:xfrm>
            </p:grpSpPr>
            <p:sp>
              <p:nvSpPr>
                <p:cNvPr id="161909" name="Line 117"/>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10" name="Line 118"/>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80" name="Group 119"/>
              <p:cNvGrpSpPr>
                <a:grpSpLocks/>
              </p:cNvGrpSpPr>
              <p:nvPr/>
            </p:nvGrpSpPr>
            <p:grpSpPr bwMode="auto">
              <a:xfrm>
                <a:off x="1440" y="2832"/>
                <a:ext cx="96" cy="96"/>
                <a:chOff x="4080" y="720"/>
                <a:chExt cx="144" cy="96"/>
              </a:xfrm>
            </p:grpSpPr>
            <p:sp>
              <p:nvSpPr>
                <p:cNvPr id="161912" name="Line 120"/>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13" name="Line 121"/>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81" name="Group 122"/>
              <p:cNvGrpSpPr>
                <a:grpSpLocks/>
              </p:cNvGrpSpPr>
              <p:nvPr/>
            </p:nvGrpSpPr>
            <p:grpSpPr bwMode="auto">
              <a:xfrm>
                <a:off x="1824" y="2832"/>
                <a:ext cx="96" cy="96"/>
                <a:chOff x="4080" y="720"/>
                <a:chExt cx="144" cy="96"/>
              </a:xfrm>
            </p:grpSpPr>
            <p:sp>
              <p:nvSpPr>
                <p:cNvPr id="161915" name="Line 123"/>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16" name="Line 124"/>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82" name="Group 125"/>
              <p:cNvGrpSpPr>
                <a:grpSpLocks/>
              </p:cNvGrpSpPr>
              <p:nvPr/>
            </p:nvGrpSpPr>
            <p:grpSpPr bwMode="auto">
              <a:xfrm>
                <a:off x="2160" y="2832"/>
                <a:ext cx="96" cy="96"/>
                <a:chOff x="4080" y="720"/>
                <a:chExt cx="144" cy="96"/>
              </a:xfrm>
            </p:grpSpPr>
            <p:sp>
              <p:nvSpPr>
                <p:cNvPr id="161918" name="Line 126"/>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19" name="Line 127"/>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nvGrpSpPr>
              <p:cNvPr id="161983" name="Group 128"/>
              <p:cNvGrpSpPr>
                <a:grpSpLocks/>
              </p:cNvGrpSpPr>
              <p:nvPr/>
            </p:nvGrpSpPr>
            <p:grpSpPr bwMode="auto">
              <a:xfrm>
                <a:off x="2592" y="2832"/>
                <a:ext cx="96" cy="96"/>
                <a:chOff x="4080" y="720"/>
                <a:chExt cx="144" cy="96"/>
              </a:xfrm>
            </p:grpSpPr>
            <p:sp>
              <p:nvSpPr>
                <p:cNvPr id="161921" name="Line 129"/>
                <p:cNvSpPr>
                  <a:spLocks noChangeShapeType="1"/>
                </p:cNvSpPr>
                <p:nvPr/>
              </p:nvSpPr>
              <p:spPr bwMode="auto">
                <a:xfrm flipH="1">
                  <a:off x="4080" y="720"/>
                  <a:ext cx="144" cy="96"/>
                </a:xfrm>
                <a:prstGeom prst="line">
                  <a:avLst/>
                </a:prstGeom>
                <a:noFill/>
                <a:ln w="19050">
                  <a:solidFill>
                    <a:srgbClr val="0099FF"/>
                  </a:solidFill>
                  <a:round/>
                  <a:headEnd/>
                  <a:tailEnd/>
                </a:ln>
                <a:effectLst/>
              </p:spPr>
              <p:txBody>
                <a:bodyPr wrap="none"/>
                <a:lstStyle/>
                <a:p>
                  <a:endParaRPr lang="zh-CN" altLang="en-US" sz="2800"/>
                </a:p>
              </p:txBody>
            </p:sp>
            <p:sp>
              <p:nvSpPr>
                <p:cNvPr id="161922" name="Line 130"/>
                <p:cNvSpPr>
                  <a:spLocks noChangeShapeType="1"/>
                </p:cNvSpPr>
                <p:nvPr/>
              </p:nvSpPr>
              <p:spPr bwMode="auto">
                <a:xfrm>
                  <a:off x="4080" y="720"/>
                  <a:ext cx="144" cy="96"/>
                </a:xfrm>
                <a:prstGeom prst="line">
                  <a:avLst/>
                </a:prstGeom>
                <a:noFill/>
                <a:ln w="19050">
                  <a:solidFill>
                    <a:srgbClr val="0099FF"/>
                  </a:solidFill>
                  <a:round/>
                  <a:headEnd/>
                  <a:tailEnd/>
                </a:ln>
                <a:effectLst/>
              </p:spPr>
              <p:txBody>
                <a:bodyPr wrap="none"/>
                <a:lstStyle/>
                <a:p>
                  <a:endParaRPr lang="zh-CN" altLang="en-US" sz="2800"/>
                </a:p>
              </p:txBody>
            </p:sp>
          </p:grpSp>
        </p:grpSp>
        <p:sp>
          <p:nvSpPr>
            <p:cNvPr id="161923" name="Line 131"/>
            <p:cNvSpPr>
              <a:spLocks noChangeShapeType="1"/>
            </p:cNvSpPr>
            <p:nvPr/>
          </p:nvSpPr>
          <p:spPr bwMode="auto">
            <a:xfrm>
              <a:off x="2890" y="3182"/>
              <a:ext cx="2606" cy="0"/>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61924" name="Line 132"/>
            <p:cNvSpPr>
              <a:spLocks noChangeShapeType="1"/>
            </p:cNvSpPr>
            <p:nvPr/>
          </p:nvSpPr>
          <p:spPr bwMode="auto">
            <a:xfrm flipH="1" flipV="1">
              <a:off x="4117" y="1591"/>
              <a:ext cx="0" cy="2027"/>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61925" name="Text Box 133"/>
            <p:cNvSpPr txBox="1">
              <a:spLocks noChangeArrowheads="1"/>
            </p:cNvSpPr>
            <p:nvPr/>
          </p:nvSpPr>
          <p:spPr bwMode="auto">
            <a:xfrm>
              <a:off x="4963" y="2705"/>
              <a:ext cx="701"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A</a:t>
              </a:r>
            </a:p>
          </p:txBody>
        </p:sp>
        <p:sp>
          <p:nvSpPr>
            <p:cNvPr id="161926" name="Text Box 134"/>
            <p:cNvSpPr txBox="1">
              <a:spLocks noChangeArrowheads="1"/>
            </p:cNvSpPr>
            <p:nvPr/>
          </p:nvSpPr>
          <p:spPr bwMode="auto">
            <a:xfrm>
              <a:off x="3032" y="2716"/>
              <a:ext cx="635"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B</a:t>
              </a:r>
            </a:p>
          </p:txBody>
        </p:sp>
        <p:sp>
          <p:nvSpPr>
            <p:cNvPr id="161927" name="Text Box 135"/>
            <p:cNvSpPr txBox="1">
              <a:spLocks noChangeArrowheads="1"/>
            </p:cNvSpPr>
            <p:nvPr/>
          </p:nvSpPr>
          <p:spPr bwMode="auto">
            <a:xfrm>
              <a:off x="4112" y="2064"/>
              <a:ext cx="803"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C</a:t>
              </a:r>
            </a:p>
          </p:txBody>
        </p:sp>
        <p:sp>
          <p:nvSpPr>
            <p:cNvPr id="161928" name="Text Box 136"/>
            <p:cNvSpPr txBox="1">
              <a:spLocks noChangeArrowheads="1"/>
            </p:cNvSpPr>
            <p:nvPr/>
          </p:nvSpPr>
          <p:spPr bwMode="auto">
            <a:xfrm>
              <a:off x="4019" y="3123"/>
              <a:ext cx="116" cy="327"/>
            </a:xfrm>
            <a:prstGeom prst="rect">
              <a:avLst/>
            </a:prstGeom>
            <a:noFill/>
            <a:ln w="9525">
              <a:noFill/>
              <a:miter lim="800000"/>
              <a:headEnd/>
              <a:tailEnd/>
            </a:ln>
            <a:effectLst/>
          </p:spPr>
          <p:txBody>
            <a:bodyPr wrap="none">
              <a:spAutoFit/>
            </a:bodyPr>
            <a:lstStyle/>
            <a:p>
              <a:pPr>
                <a:spcBef>
                  <a:spcPct val="50000"/>
                </a:spcBef>
              </a:pPr>
              <a:endParaRPr lang="zh-CN" altLang="en-US" sz="2800">
                <a:solidFill>
                  <a:schemeClr val="tx1"/>
                </a:solidFill>
              </a:endParaRPr>
            </a:p>
          </p:txBody>
        </p:sp>
        <p:sp>
          <p:nvSpPr>
            <p:cNvPr id="161929" name="Text Box 137"/>
            <p:cNvSpPr txBox="1">
              <a:spLocks noChangeArrowheads="1"/>
            </p:cNvSpPr>
            <p:nvPr/>
          </p:nvSpPr>
          <p:spPr bwMode="auto">
            <a:xfrm>
              <a:off x="3082" y="2555"/>
              <a:ext cx="116" cy="327"/>
            </a:xfrm>
            <a:prstGeom prst="rect">
              <a:avLst/>
            </a:prstGeom>
            <a:noFill/>
            <a:ln w="9525">
              <a:noFill/>
              <a:miter lim="800000"/>
              <a:headEnd/>
              <a:tailEnd/>
            </a:ln>
            <a:effectLst/>
          </p:spPr>
          <p:txBody>
            <a:bodyPr wrap="none">
              <a:spAutoFit/>
            </a:bodyPr>
            <a:lstStyle/>
            <a:p>
              <a:pPr>
                <a:spcBef>
                  <a:spcPct val="50000"/>
                </a:spcBef>
              </a:pPr>
              <a:endParaRPr lang="en-US" altLang="zh-CN" sz="2800">
                <a:solidFill>
                  <a:schemeClr val="tx1"/>
                </a:solidFill>
              </a:endParaRPr>
            </a:p>
          </p:txBody>
        </p:sp>
        <p:graphicFrame>
          <p:nvGraphicFramePr>
            <p:cNvPr id="161930" name="Object 138"/>
            <p:cNvGraphicFramePr>
              <a:graphicFrameLocks noChangeAspect="1"/>
            </p:cNvGraphicFramePr>
            <p:nvPr/>
          </p:nvGraphicFramePr>
          <p:xfrm>
            <a:off x="5324" y="3257"/>
            <a:ext cx="263" cy="214"/>
          </p:xfrm>
          <a:graphic>
            <a:graphicData uri="http://schemas.openxmlformats.org/presentationml/2006/ole">
              <p:oleObj spid="_x0000_s1089552" name="公式" r:id="rId3" imgW="177480" imgH="190440" progId="Equation.3">
                <p:embed/>
              </p:oleObj>
            </a:graphicData>
          </a:graphic>
        </p:graphicFrame>
        <p:graphicFrame>
          <p:nvGraphicFramePr>
            <p:cNvPr id="161931" name="Object 139"/>
            <p:cNvGraphicFramePr>
              <a:graphicFrameLocks noChangeAspect="1"/>
            </p:cNvGraphicFramePr>
            <p:nvPr/>
          </p:nvGraphicFramePr>
          <p:xfrm>
            <a:off x="4117" y="1628"/>
            <a:ext cx="281" cy="267"/>
          </p:xfrm>
          <a:graphic>
            <a:graphicData uri="http://schemas.openxmlformats.org/presentationml/2006/ole">
              <p:oleObj spid="_x0000_s1089553" name="公式" r:id="rId4" imgW="190440" imgH="241200" progId="Equation.3">
                <p:embed/>
              </p:oleObj>
            </a:graphicData>
          </a:graphic>
        </p:graphicFrame>
        <p:graphicFrame>
          <p:nvGraphicFramePr>
            <p:cNvPr id="161932" name="Object 140"/>
            <p:cNvGraphicFramePr>
              <a:graphicFrameLocks noChangeAspect="1"/>
            </p:cNvGraphicFramePr>
            <p:nvPr/>
          </p:nvGraphicFramePr>
          <p:xfrm>
            <a:off x="3133" y="2512"/>
            <a:ext cx="199" cy="231"/>
          </p:xfrm>
          <a:graphic>
            <a:graphicData uri="http://schemas.openxmlformats.org/presentationml/2006/ole">
              <p:oleObj spid="_x0000_s1089554" name="Equation" r:id="rId5" imgW="164880" imgH="228600" progId="Equation.3">
                <p:embed/>
              </p:oleObj>
            </a:graphicData>
          </a:graphic>
        </p:graphicFrame>
        <p:sp>
          <p:nvSpPr>
            <p:cNvPr id="161933" name="AutoShape 141"/>
            <p:cNvSpPr>
              <a:spLocks noChangeArrowheads="1"/>
            </p:cNvSpPr>
            <p:nvPr/>
          </p:nvSpPr>
          <p:spPr bwMode="auto">
            <a:xfrm>
              <a:off x="3248" y="2328"/>
              <a:ext cx="1715" cy="1380"/>
            </a:xfrm>
            <a:custGeom>
              <a:avLst/>
              <a:gdLst>
                <a:gd name="G0" fmla="+- 9829 0 0"/>
                <a:gd name="G1" fmla="+- -11319206 0 0"/>
                <a:gd name="G2" fmla="+- 0 0 -11319206"/>
                <a:gd name="T0" fmla="*/ 0 256 1"/>
                <a:gd name="T1" fmla="*/ 180 256 1"/>
                <a:gd name="G3" fmla="+- -11319206 T0 T1"/>
                <a:gd name="T2" fmla="*/ 0 256 1"/>
                <a:gd name="T3" fmla="*/ 90 256 1"/>
                <a:gd name="G4" fmla="+- -11319206 T2 T3"/>
                <a:gd name="G5" fmla="*/ G4 2 1"/>
                <a:gd name="T4" fmla="*/ 90 256 1"/>
                <a:gd name="T5" fmla="*/ 0 256 1"/>
                <a:gd name="G6" fmla="+- -11319206 T4 T5"/>
                <a:gd name="G7" fmla="*/ G6 2 1"/>
                <a:gd name="G8" fmla="abs -1131920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829"/>
                <a:gd name="G18" fmla="*/ 9829 1 2"/>
                <a:gd name="G19" fmla="+- G18 5400 0"/>
                <a:gd name="G20" fmla="cos G19 -11319206"/>
                <a:gd name="G21" fmla="sin G19 -11319206"/>
                <a:gd name="G22" fmla="+- G20 10800 0"/>
                <a:gd name="G23" fmla="+- G21 10800 0"/>
                <a:gd name="G24" fmla="+- 10800 0 G20"/>
                <a:gd name="G25" fmla="+- 9829 10800 0"/>
                <a:gd name="G26" fmla="?: G9 G17 G25"/>
                <a:gd name="G27" fmla="?: G9 0 21600"/>
                <a:gd name="G28" fmla="cos 10800 -11319206"/>
                <a:gd name="G29" fmla="sin 10800 -11319206"/>
                <a:gd name="G30" fmla="sin 9829 -11319206"/>
                <a:gd name="G31" fmla="+- G28 10800 0"/>
                <a:gd name="G32" fmla="+- G29 10800 0"/>
                <a:gd name="G33" fmla="+- G30 10800 0"/>
                <a:gd name="G34" fmla="?: G4 0 G31"/>
                <a:gd name="G35" fmla="?: -11319206 G34 0"/>
                <a:gd name="G36" fmla="?: G6 G35 G31"/>
                <a:gd name="G37" fmla="+- 21600 0 G36"/>
                <a:gd name="G38" fmla="?: G4 0 G33"/>
                <a:gd name="G39" fmla="?: -11319206 G38 G32"/>
                <a:gd name="G40" fmla="?: G6 G39 0"/>
                <a:gd name="G41" fmla="?: G4 G32 21600"/>
                <a:gd name="G42" fmla="?: G6 G41 G33"/>
                <a:gd name="T12" fmla="*/ 10800 w 21600"/>
                <a:gd name="T13" fmla="*/ 0 h 21600"/>
                <a:gd name="T14" fmla="*/ 568 w 21600"/>
                <a:gd name="T15" fmla="*/ 9492 h 21600"/>
                <a:gd name="T16" fmla="*/ 10800 w 21600"/>
                <a:gd name="T17" fmla="*/ 971 h 21600"/>
                <a:gd name="T18" fmla="*/ 21032 w 21600"/>
                <a:gd name="T19" fmla="*/ 9492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50" y="9554"/>
                  </a:moveTo>
                  <a:cubicBezTo>
                    <a:pt x="1677" y="4647"/>
                    <a:pt x="5853" y="970"/>
                    <a:pt x="10800" y="971"/>
                  </a:cubicBezTo>
                  <a:cubicBezTo>
                    <a:pt x="15746" y="971"/>
                    <a:pt x="19922" y="4647"/>
                    <a:pt x="20549" y="9554"/>
                  </a:cubicBezTo>
                  <a:lnTo>
                    <a:pt x="21512" y="9430"/>
                  </a:lnTo>
                  <a:cubicBezTo>
                    <a:pt x="20823" y="4039"/>
                    <a:pt x="16235" y="-1"/>
                    <a:pt x="10799" y="0"/>
                  </a:cubicBezTo>
                  <a:cubicBezTo>
                    <a:pt x="5364" y="0"/>
                    <a:pt x="776" y="4039"/>
                    <a:pt x="87" y="9430"/>
                  </a:cubicBezTo>
                  <a:close/>
                </a:path>
              </a:pathLst>
            </a:custGeom>
            <a:solidFill>
              <a:srgbClr val="CCECFF"/>
            </a:solidFill>
            <a:ln w="19050">
              <a:solidFill>
                <a:srgbClr val="0000FF"/>
              </a:solidFill>
              <a:miter lim="800000"/>
              <a:headEnd/>
              <a:tailEnd/>
            </a:ln>
            <a:effectLst/>
          </p:spPr>
          <p:txBody>
            <a:bodyPr wrap="none" anchor="ctr"/>
            <a:lstStyle/>
            <a:p>
              <a:endParaRPr lang="zh-CN" altLang="en-US" sz="2800"/>
            </a:p>
          </p:txBody>
        </p:sp>
        <p:sp>
          <p:nvSpPr>
            <p:cNvPr id="161934" name="Rectangle 142"/>
            <p:cNvSpPr>
              <a:spLocks noChangeArrowheads="1"/>
            </p:cNvSpPr>
            <p:nvPr/>
          </p:nvSpPr>
          <p:spPr bwMode="auto">
            <a:xfrm>
              <a:off x="3253" y="2935"/>
              <a:ext cx="126" cy="53"/>
            </a:xfrm>
            <a:prstGeom prst="rect">
              <a:avLst/>
            </a:prstGeom>
            <a:solidFill>
              <a:schemeClr val="bg1"/>
            </a:solidFill>
            <a:ln w="9525">
              <a:noFill/>
              <a:miter lim="800000"/>
              <a:headEnd/>
              <a:tailEnd/>
            </a:ln>
            <a:effectLst/>
          </p:spPr>
          <p:txBody>
            <a:bodyPr wrap="none" anchor="ctr"/>
            <a:lstStyle/>
            <a:p>
              <a:endParaRPr lang="zh-CN" altLang="en-US" sz="2800"/>
            </a:p>
          </p:txBody>
        </p:sp>
        <p:sp>
          <p:nvSpPr>
            <p:cNvPr id="161935" name="Rectangle 143"/>
            <p:cNvSpPr>
              <a:spLocks noChangeArrowheads="1"/>
            </p:cNvSpPr>
            <p:nvPr/>
          </p:nvSpPr>
          <p:spPr bwMode="auto">
            <a:xfrm>
              <a:off x="4840" y="2935"/>
              <a:ext cx="128" cy="53"/>
            </a:xfrm>
            <a:prstGeom prst="rect">
              <a:avLst/>
            </a:prstGeom>
            <a:solidFill>
              <a:schemeClr val="bg1"/>
            </a:solidFill>
            <a:ln w="9525">
              <a:noFill/>
              <a:miter lim="800000"/>
              <a:headEnd/>
              <a:tailEnd/>
            </a:ln>
            <a:effectLst/>
          </p:spPr>
          <p:txBody>
            <a:bodyPr wrap="none" anchor="ctr"/>
            <a:lstStyle/>
            <a:p>
              <a:endParaRPr lang="zh-CN" altLang="en-US" sz="2800"/>
            </a:p>
          </p:txBody>
        </p:sp>
        <p:sp>
          <p:nvSpPr>
            <p:cNvPr id="161936" name="Line 144"/>
            <p:cNvSpPr>
              <a:spLocks noChangeShapeType="1"/>
            </p:cNvSpPr>
            <p:nvPr/>
          </p:nvSpPr>
          <p:spPr bwMode="auto">
            <a:xfrm>
              <a:off x="3253" y="2918"/>
              <a:ext cx="1715" cy="0"/>
            </a:xfrm>
            <a:prstGeom prst="line">
              <a:avLst/>
            </a:prstGeom>
            <a:noFill/>
            <a:ln w="38100">
              <a:solidFill>
                <a:srgbClr val="0000FF"/>
              </a:solidFill>
              <a:round/>
              <a:headEnd/>
              <a:tailEnd type="none" w="sm" len="lg"/>
            </a:ln>
            <a:effectLst/>
          </p:spPr>
          <p:txBody>
            <a:bodyPr wrap="none" anchor="ctr"/>
            <a:lstStyle/>
            <a:p>
              <a:endParaRPr lang="zh-CN" altLang="en-US" sz="2800"/>
            </a:p>
          </p:txBody>
        </p:sp>
        <p:sp>
          <p:nvSpPr>
            <p:cNvPr id="161937" name="Line 145"/>
            <p:cNvSpPr>
              <a:spLocks noChangeShapeType="1"/>
            </p:cNvSpPr>
            <p:nvPr/>
          </p:nvSpPr>
          <p:spPr bwMode="auto">
            <a:xfrm flipH="1">
              <a:off x="4174" y="2918"/>
              <a:ext cx="190" cy="0"/>
            </a:xfrm>
            <a:prstGeom prst="line">
              <a:avLst/>
            </a:prstGeom>
            <a:noFill/>
            <a:ln w="57150">
              <a:solidFill>
                <a:srgbClr val="0000FF"/>
              </a:solidFill>
              <a:round/>
              <a:headEnd/>
              <a:tailEnd type="triangle" w="sm" len="lg"/>
            </a:ln>
            <a:effectLst/>
          </p:spPr>
          <p:txBody>
            <a:bodyPr wrap="none" anchor="ctr"/>
            <a:lstStyle/>
            <a:p>
              <a:endParaRPr lang="zh-CN" altLang="en-US" sz="2800"/>
            </a:p>
          </p:txBody>
        </p:sp>
        <p:graphicFrame>
          <p:nvGraphicFramePr>
            <p:cNvPr id="161938" name="Object 146"/>
            <p:cNvGraphicFramePr>
              <a:graphicFrameLocks noChangeAspect="1"/>
            </p:cNvGraphicFramePr>
            <p:nvPr/>
          </p:nvGraphicFramePr>
          <p:xfrm>
            <a:off x="4623" y="2952"/>
            <a:ext cx="265" cy="313"/>
          </p:xfrm>
          <a:graphic>
            <a:graphicData uri="http://schemas.openxmlformats.org/presentationml/2006/ole">
              <p:oleObj spid="_x0000_s1089555" name="公式" r:id="rId6" imgW="164880" imgH="228600" progId="Equation.3">
                <p:embed/>
              </p:oleObj>
            </a:graphicData>
          </a:graphic>
        </p:graphicFrame>
        <p:graphicFrame>
          <p:nvGraphicFramePr>
            <p:cNvPr id="161939" name="Object 147"/>
            <p:cNvGraphicFramePr>
              <a:graphicFrameLocks noChangeAspect="1"/>
            </p:cNvGraphicFramePr>
            <p:nvPr/>
          </p:nvGraphicFramePr>
          <p:xfrm>
            <a:off x="3256" y="2927"/>
            <a:ext cx="263" cy="313"/>
          </p:xfrm>
          <a:graphic>
            <a:graphicData uri="http://schemas.openxmlformats.org/presentationml/2006/ole">
              <p:oleObj spid="_x0000_s1089556" name="公式" r:id="rId7" imgW="164880" imgH="228600" progId="Equation.3">
                <p:embed/>
              </p:oleObj>
            </a:graphicData>
          </a:graphic>
        </p:graphicFrame>
        <p:graphicFrame>
          <p:nvGraphicFramePr>
            <p:cNvPr id="161940" name="Object 148"/>
            <p:cNvGraphicFramePr>
              <a:graphicFrameLocks noChangeAspect="1"/>
            </p:cNvGraphicFramePr>
            <p:nvPr/>
          </p:nvGraphicFramePr>
          <p:xfrm>
            <a:off x="4992" y="1536"/>
            <a:ext cx="324" cy="336"/>
          </p:xfrm>
          <a:graphic>
            <a:graphicData uri="http://schemas.openxmlformats.org/presentationml/2006/ole">
              <p:oleObj spid="_x0000_s1089557" name="Equation" r:id="rId8" imgW="215640" imgH="266400" progId="Equation.3">
                <p:embed/>
              </p:oleObj>
            </a:graphicData>
          </a:graphic>
        </p:graphicFrame>
        <p:sp>
          <p:nvSpPr>
            <p:cNvPr id="161941" name="Line 149"/>
            <p:cNvSpPr>
              <a:spLocks noChangeShapeType="1"/>
            </p:cNvSpPr>
            <p:nvPr/>
          </p:nvSpPr>
          <p:spPr bwMode="auto">
            <a:xfrm flipH="1" flipV="1">
              <a:off x="3253" y="2918"/>
              <a:ext cx="846" cy="250"/>
            </a:xfrm>
            <a:prstGeom prst="line">
              <a:avLst/>
            </a:prstGeom>
            <a:noFill/>
            <a:ln w="12700">
              <a:solidFill>
                <a:schemeClr val="tx1"/>
              </a:solidFill>
              <a:prstDash val="dash"/>
              <a:round/>
              <a:headEnd/>
              <a:tailEnd type="none" w="sm" len="lg"/>
            </a:ln>
            <a:effectLst/>
          </p:spPr>
          <p:txBody>
            <a:bodyPr wrap="none" anchor="ctr"/>
            <a:lstStyle/>
            <a:p>
              <a:endParaRPr lang="zh-CN" altLang="en-US" sz="2800"/>
            </a:p>
          </p:txBody>
        </p:sp>
        <p:sp>
          <p:nvSpPr>
            <p:cNvPr id="161942" name="Line 150"/>
            <p:cNvSpPr>
              <a:spLocks noChangeShapeType="1"/>
            </p:cNvSpPr>
            <p:nvPr/>
          </p:nvSpPr>
          <p:spPr bwMode="auto">
            <a:xfrm flipV="1">
              <a:off x="4099" y="2927"/>
              <a:ext cx="827" cy="241"/>
            </a:xfrm>
            <a:prstGeom prst="line">
              <a:avLst/>
            </a:prstGeom>
            <a:noFill/>
            <a:ln w="12700">
              <a:solidFill>
                <a:schemeClr val="tx1"/>
              </a:solidFill>
              <a:prstDash val="dash"/>
              <a:round/>
              <a:headEnd/>
              <a:tailEnd type="none" w="sm" len="lg"/>
            </a:ln>
            <a:effectLst/>
          </p:spPr>
          <p:txBody>
            <a:bodyPr wrap="none" anchor="ctr"/>
            <a:lstStyle/>
            <a:p>
              <a:endParaRPr lang="zh-CN" altLang="en-US" sz="2800"/>
            </a:p>
          </p:txBody>
        </p:sp>
        <p:sp>
          <p:nvSpPr>
            <p:cNvPr id="161943" name="Text Box 151"/>
            <p:cNvSpPr txBox="1">
              <a:spLocks noChangeArrowheads="1"/>
            </p:cNvSpPr>
            <p:nvPr/>
          </p:nvSpPr>
          <p:spPr bwMode="auto">
            <a:xfrm>
              <a:off x="4117" y="3065"/>
              <a:ext cx="346" cy="330"/>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1C1C1C"/>
                  </a:solidFill>
                </a:rPr>
                <a:t>o</a:t>
              </a:r>
            </a:p>
          </p:txBody>
        </p:sp>
      </p:grpSp>
      <p:sp>
        <p:nvSpPr>
          <p:cNvPr id="161944" name="Text Box 152"/>
          <p:cNvSpPr txBox="1">
            <a:spLocks noChangeArrowheads="1"/>
          </p:cNvSpPr>
          <p:nvPr/>
        </p:nvSpPr>
        <p:spPr bwMode="auto">
          <a:xfrm>
            <a:off x="276225" y="3200400"/>
            <a:ext cx="3457575" cy="519113"/>
          </a:xfrm>
          <a:prstGeom prst="rect">
            <a:avLst/>
          </a:prstGeom>
          <a:noFill/>
          <a:ln w="9525">
            <a:noFill/>
            <a:miter lim="800000"/>
            <a:headEnd/>
            <a:tailEnd/>
          </a:ln>
          <a:effectLst/>
        </p:spPr>
        <p:txBody>
          <a:bodyPr>
            <a:spAutoFit/>
          </a:bodyPr>
          <a:lstStyle/>
          <a:p>
            <a:pPr>
              <a:spcBef>
                <a:spcPct val="50000"/>
              </a:spcBef>
            </a:pPr>
            <a:r>
              <a:rPr lang="zh-CN" altLang="en-US" sz="2800">
                <a:solidFill>
                  <a:schemeClr val="tx1"/>
                </a:solidFill>
              </a:rPr>
              <a:t>根据对称性分析</a:t>
            </a:r>
          </a:p>
        </p:txBody>
      </p:sp>
      <p:graphicFrame>
        <p:nvGraphicFramePr>
          <p:cNvPr id="161945" name="Object 153"/>
          <p:cNvGraphicFramePr>
            <a:graphicFrameLocks noChangeAspect="1"/>
          </p:cNvGraphicFramePr>
          <p:nvPr/>
        </p:nvGraphicFramePr>
        <p:xfrm>
          <a:off x="1068388" y="4743450"/>
          <a:ext cx="1903412" cy="706438"/>
        </p:xfrm>
        <a:graphic>
          <a:graphicData uri="http://schemas.openxmlformats.org/presentationml/2006/ole">
            <p:oleObj spid="_x0000_s1089538" name="Equation" r:id="rId9" imgW="634680" imgH="253800" progId="Equation.3">
              <p:embed/>
            </p:oleObj>
          </a:graphicData>
        </a:graphic>
      </p:graphicFrame>
      <p:graphicFrame>
        <p:nvGraphicFramePr>
          <p:cNvPr id="161946" name="Object 154"/>
          <p:cNvGraphicFramePr>
            <a:graphicFrameLocks noChangeAspect="1"/>
          </p:cNvGraphicFramePr>
          <p:nvPr/>
        </p:nvGraphicFramePr>
        <p:xfrm>
          <a:off x="1258888" y="3962400"/>
          <a:ext cx="1331912" cy="687388"/>
        </p:xfrm>
        <a:graphic>
          <a:graphicData uri="http://schemas.openxmlformats.org/presentationml/2006/ole">
            <p:oleObj spid="_x0000_s1089539" name="Equation" r:id="rId10" imgW="469800" imgH="228600" progId="Equation.3">
              <p:embed/>
            </p:oleObj>
          </a:graphicData>
        </a:graphic>
      </p:graphicFrame>
      <p:grpSp>
        <p:nvGrpSpPr>
          <p:cNvPr id="161792" name="Group 155"/>
          <p:cNvGrpSpPr>
            <a:grpSpLocks/>
          </p:cNvGrpSpPr>
          <p:nvPr/>
        </p:nvGrpSpPr>
        <p:grpSpPr bwMode="auto">
          <a:xfrm>
            <a:off x="914400" y="2362200"/>
            <a:ext cx="2819400" cy="685800"/>
            <a:chOff x="576" y="1488"/>
            <a:chExt cx="1776" cy="432"/>
          </a:xfrm>
        </p:grpSpPr>
        <p:graphicFrame>
          <p:nvGraphicFramePr>
            <p:cNvPr id="161948" name="Object 156"/>
            <p:cNvGraphicFramePr>
              <a:graphicFrameLocks noChangeAspect="1"/>
            </p:cNvGraphicFramePr>
            <p:nvPr/>
          </p:nvGraphicFramePr>
          <p:xfrm>
            <a:off x="897" y="1488"/>
            <a:ext cx="1455" cy="432"/>
          </p:xfrm>
          <a:graphic>
            <a:graphicData uri="http://schemas.openxmlformats.org/presentationml/2006/ole">
              <p:oleObj spid="_x0000_s1089551" name="Equation" r:id="rId11" imgW="850680" imgH="241200" progId="Equation.3">
                <p:embed/>
              </p:oleObj>
            </a:graphicData>
          </a:graphic>
        </p:graphicFrame>
        <p:sp>
          <p:nvSpPr>
            <p:cNvPr id="161949" name="Text Box 157"/>
            <p:cNvSpPr txBox="1">
              <a:spLocks noChangeArrowheads="1"/>
            </p:cNvSpPr>
            <p:nvPr/>
          </p:nvSpPr>
          <p:spPr bwMode="auto">
            <a:xfrm>
              <a:off x="576" y="1536"/>
              <a:ext cx="871"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EC0000"/>
                  </a:solidFill>
                </a:rPr>
                <a:t>解</a:t>
              </a:r>
              <a:endParaRPr lang="zh-CN" altLang="en-US" sz="2800">
                <a:solidFill>
                  <a:schemeClr val="tx1"/>
                </a:solidFill>
              </a:endParaRPr>
            </a:p>
          </p:txBody>
        </p:sp>
      </p:grpSp>
      <p:graphicFrame>
        <p:nvGraphicFramePr>
          <p:cNvPr id="161950" name="Object 158"/>
          <p:cNvGraphicFramePr>
            <a:graphicFrameLocks noChangeAspect="1"/>
          </p:cNvGraphicFramePr>
          <p:nvPr/>
        </p:nvGraphicFramePr>
        <p:xfrm>
          <a:off x="457200" y="5500688"/>
          <a:ext cx="3733800" cy="747712"/>
        </p:xfrm>
        <a:graphic>
          <a:graphicData uri="http://schemas.openxmlformats.org/presentationml/2006/ole">
            <p:oleObj spid="_x0000_s1089540" name="Equation" r:id="rId12" imgW="1485720" imgH="279360" progId="Equation.3">
              <p:embed/>
            </p:oleObj>
          </a:graphicData>
        </a:graphic>
      </p:graphicFrame>
      <p:grpSp>
        <p:nvGrpSpPr>
          <p:cNvPr id="161793" name="Group 159"/>
          <p:cNvGrpSpPr>
            <a:grpSpLocks/>
          </p:cNvGrpSpPr>
          <p:nvPr/>
        </p:nvGrpSpPr>
        <p:grpSpPr bwMode="auto">
          <a:xfrm>
            <a:off x="5792788" y="4646613"/>
            <a:ext cx="712787" cy="1154112"/>
            <a:chOff x="3649" y="2927"/>
            <a:chExt cx="449" cy="727"/>
          </a:xfrm>
        </p:grpSpPr>
        <p:sp>
          <p:nvSpPr>
            <p:cNvPr id="161952" name="Line 160"/>
            <p:cNvSpPr>
              <a:spLocks noChangeShapeType="1"/>
            </p:cNvSpPr>
            <p:nvPr/>
          </p:nvSpPr>
          <p:spPr bwMode="auto">
            <a:xfrm>
              <a:off x="4098" y="2927"/>
              <a:ext cx="0" cy="657"/>
            </a:xfrm>
            <a:prstGeom prst="line">
              <a:avLst/>
            </a:prstGeom>
            <a:noFill/>
            <a:ln w="38100">
              <a:solidFill>
                <a:srgbClr val="FF0066"/>
              </a:solidFill>
              <a:round/>
              <a:headEnd/>
              <a:tailEnd type="triangle" w="sm" len="lg"/>
            </a:ln>
            <a:effectLst/>
          </p:spPr>
          <p:txBody>
            <a:bodyPr wrap="none" anchor="ctr"/>
            <a:lstStyle/>
            <a:p>
              <a:endParaRPr lang="zh-CN" altLang="en-US" sz="2800"/>
            </a:p>
          </p:txBody>
        </p:sp>
        <p:graphicFrame>
          <p:nvGraphicFramePr>
            <p:cNvPr id="161953" name="Object 161"/>
            <p:cNvGraphicFramePr>
              <a:graphicFrameLocks noChangeAspect="1"/>
            </p:cNvGraphicFramePr>
            <p:nvPr/>
          </p:nvGraphicFramePr>
          <p:xfrm>
            <a:off x="3649" y="3260"/>
            <a:ext cx="376" cy="394"/>
          </p:xfrm>
          <a:graphic>
            <a:graphicData uri="http://schemas.openxmlformats.org/presentationml/2006/ole">
              <p:oleObj spid="_x0000_s1089550" name="Equation" r:id="rId13" imgW="164880" imgH="228600" progId="Equation.3">
                <p:embed/>
              </p:oleObj>
            </a:graphicData>
          </a:graphic>
        </p:graphicFrame>
      </p:grpSp>
      <p:grpSp>
        <p:nvGrpSpPr>
          <p:cNvPr id="161794" name="Group 162"/>
          <p:cNvGrpSpPr>
            <a:grpSpLocks/>
          </p:cNvGrpSpPr>
          <p:nvPr/>
        </p:nvGrpSpPr>
        <p:grpSpPr bwMode="auto">
          <a:xfrm>
            <a:off x="4303713" y="2971800"/>
            <a:ext cx="1182687" cy="1143000"/>
            <a:chOff x="2711" y="1872"/>
            <a:chExt cx="745" cy="720"/>
          </a:xfrm>
        </p:grpSpPr>
        <p:sp>
          <p:nvSpPr>
            <p:cNvPr id="161955" name="Line 163"/>
            <p:cNvSpPr>
              <a:spLocks noChangeShapeType="1"/>
            </p:cNvSpPr>
            <p:nvPr/>
          </p:nvSpPr>
          <p:spPr bwMode="auto">
            <a:xfrm flipH="1" flipV="1">
              <a:off x="3056" y="2190"/>
              <a:ext cx="400" cy="402"/>
            </a:xfrm>
            <a:prstGeom prst="line">
              <a:avLst/>
            </a:prstGeom>
            <a:noFill/>
            <a:ln w="44450">
              <a:solidFill>
                <a:srgbClr val="FF0000"/>
              </a:solidFill>
              <a:round/>
              <a:headEnd/>
              <a:tailEnd type="triangle" w="sm" len="lg"/>
            </a:ln>
            <a:effectLst/>
          </p:spPr>
          <p:txBody>
            <a:bodyPr wrap="none" anchor="ctr"/>
            <a:lstStyle/>
            <a:p>
              <a:endParaRPr lang="zh-CN" altLang="en-US" sz="2800"/>
            </a:p>
          </p:txBody>
        </p:sp>
        <p:graphicFrame>
          <p:nvGraphicFramePr>
            <p:cNvPr id="161956" name="Object 164"/>
            <p:cNvGraphicFramePr>
              <a:graphicFrameLocks noChangeAspect="1"/>
            </p:cNvGraphicFramePr>
            <p:nvPr/>
          </p:nvGraphicFramePr>
          <p:xfrm>
            <a:off x="2711" y="1872"/>
            <a:ext cx="457" cy="353"/>
          </p:xfrm>
          <a:graphic>
            <a:graphicData uri="http://schemas.openxmlformats.org/presentationml/2006/ole">
              <p:oleObj spid="_x0000_s1089549" name="Equation" r:id="rId14" imgW="253800" imgH="228600" progId="Equation.3">
                <p:embed/>
              </p:oleObj>
            </a:graphicData>
          </a:graphic>
        </p:graphicFrame>
      </p:grpSp>
      <p:grpSp>
        <p:nvGrpSpPr>
          <p:cNvPr id="161796" name="Group 165"/>
          <p:cNvGrpSpPr>
            <a:grpSpLocks/>
          </p:cNvGrpSpPr>
          <p:nvPr/>
        </p:nvGrpSpPr>
        <p:grpSpPr bwMode="auto">
          <a:xfrm>
            <a:off x="5346700" y="3473450"/>
            <a:ext cx="1166813" cy="1555750"/>
            <a:chOff x="3345" y="2188"/>
            <a:chExt cx="735" cy="980"/>
          </a:xfrm>
        </p:grpSpPr>
        <p:graphicFrame>
          <p:nvGraphicFramePr>
            <p:cNvPr id="161958" name="Object 166"/>
            <p:cNvGraphicFramePr>
              <a:graphicFrameLocks noChangeAspect="1"/>
            </p:cNvGraphicFramePr>
            <p:nvPr/>
          </p:nvGraphicFramePr>
          <p:xfrm>
            <a:off x="3719" y="2541"/>
            <a:ext cx="191" cy="195"/>
          </p:xfrm>
          <a:graphic>
            <a:graphicData uri="http://schemas.openxmlformats.org/presentationml/2006/ole">
              <p:oleObj spid="_x0000_s1089547" name="公式" r:id="rId15" imgW="152280" imgH="177480" progId="Equation.3">
                <p:embed/>
              </p:oleObj>
            </a:graphicData>
          </a:graphic>
        </p:graphicFrame>
        <p:sp>
          <p:nvSpPr>
            <p:cNvPr id="161959" name="Line 167"/>
            <p:cNvSpPr>
              <a:spLocks noChangeShapeType="1"/>
            </p:cNvSpPr>
            <p:nvPr/>
          </p:nvSpPr>
          <p:spPr bwMode="auto">
            <a:xfrm flipH="1" flipV="1">
              <a:off x="3400" y="2689"/>
              <a:ext cx="660" cy="471"/>
            </a:xfrm>
            <a:prstGeom prst="line">
              <a:avLst/>
            </a:prstGeom>
            <a:noFill/>
            <a:ln w="19050">
              <a:solidFill>
                <a:schemeClr val="tx1"/>
              </a:solidFill>
              <a:prstDash val="dash"/>
              <a:round/>
              <a:headEnd/>
              <a:tailEnd type="none" w="sm" len="lg"/>
            </a:ln>
            <a:effectLst/>
          </p:spPr>
          <p:txBody>
            <a:bodyPr wrap="none" anchor="ctr"/>
            <a:lstStyle/>
            <a:p>
              <a:endParaRPr lang="zh-CN" altLang="en-US" sz="2800"/>
            </a:p>
          </p:txBody>
        </p:sp>
        <p:sp>
          <p:nvSpPr>
            <p:cNvPr id="161960" name="Line 168"/>
            <p:cNvSpPr>
              <a:spLocks noChangeShapeType="1"/>
            </p:cNvSpPr>
            <p:nvPr/>
          </p:nvSpPr>
          <p:spPr bwMode="auto">
            <a:xfrm flipH="1" flipV="1">
              <a:off x="3564" y="2507"/>
              <a:ext cx="516" cy="661"/>
            </a:xfrm>
            <a:prstGeom prst="line">
              <a:avLst/>
            </a:prstGeom>
            <a:noFill/>
            <a:ln w="19050">
              <a:solidFill>
                <a:schemeClr val="tx1"/>
              </a:solidFill>
              <a:prstDash val="dash"/>
              <a:round/>
              <a:headEnd/>
              <a:tailEnd type="none" w="sm" len="lg"/>
            </a:ln>
            <a:effectLst/>
          </p:spPr>
          <p:txBody>
            <a:bodyPr wrap="none" anchor="ctr"/>
            <a:lstStyle/>
            <a:p>
              <a:endParaRPr lang="zh-CN" altLang="en-US" sz="2800"/>
            </a:p>
          </p:txBody>
        </p:sp>
        <p:grpSp>
          <p:nvGrpSpPr>
            <p:cNvPr id="161797" name="Group 169"/>
            <p:cNvGrpSpPr>
              <a:grpSpLocks/>
            </p:cNvGrpSpPr>
            <p:nvPr/>
          </p:nvGrpSpPr>
          <p:grpSpPr bwMode="auto">
            <a:xfrm>
              <a:off x="3345" y="2188"/>
              <a:ext cx="332" cy="511"/>
              <a:chOff x="3345" y="2188"/>
              <a:chExt cx="351" cy="519"/>
            </a:xfrm>
          </p:grpSpPr>
          <p:sp>
            <p:nvSpPr>
              <p:cNvPr id="161962" name="AutoShape 170"/>
              <p:cNvSpPr>
                <a:spLocks noChangeArrowheads="1"/>
              </p:cNvSpPr>
              <p:nvPr/>
            </p:nvSpPr>
            <p:spPr bwMode="auto">
              <a:xfrm rot="2449263">
                <a:off x="3403" y="2466"/>
                <a:ext cx="135" cy="241"/>
              </a:xfrm>
              <a:prstGeom prst="upArrow">
                <a:avLst>
                  <a:gd name="adj1" fmla="val 50000"/>
                  <a:gd name="adj2" fmla="val 92053"/>
                </a:avLst>
              </a:prstGeom>
              <a:solidFill>
                <a:srgbClr val="F8ECFE"/>
              </a:solidFill>
              <a:ln w="28575">
                <a:solidFill>
                  <a:srgbClr val="CC00CC"/>
                </a:solidFill>
                <a:miter lim="800000"/>
                <a:headEnd/>
                <a:tailEnd/>
              </a:ln>
              <a:effectLst/>
            </p:spPr>
            <p:txBody>
              <a:bodyPr vert="eaVert" wrap="none" anchor="ctr"/>
              <a:lstStyle/>
              <a:p>
                <a:endParaRPr lang="zh-CN" altLang="en-US" sz="2800"/>
              </a:p>
            </p:txBody>
          </p:sp>
          <p:graphicFrame>
            <p:nvGraphicFramePr>
              <p:cNvPr id="161963" name="Object 171"/>
              <p:cNvGraphicFramePr>
                <a:graphicFrameLocks noChangeAspect="1"/>
              </p:cNvGraphicFramePr>
              <p:nvPr/>
            </p:nvGraphicFramePr>
            <p:xfrm>
              <a:off x="3345" y="2188"/>
              <a:ext cx="351" cy="278"/>
            </p:xfrm>
            <a:graphic>
              <a:graphicData uri="http://schemas.openxmlformats.org/presentationml/2006/ole">
                <p:oleObj spid="_x0000_s1089548" name="Equation" r:id="rId16" imgW="393480" imgH="291960" progId="Equation.3">
                  <p:embed/>
                </p:oleObj>
              </a:graphicData>
            </a:graphic>
          </p:graphicFrame>
        </p:grpSp>
      </p:grpSp>
      <p:grpSp>
        <p:nvGrpSpPr>
          <p:cNvPr id="161800" name="Group 172"/>
          <p:cNvGrpSpPr>
            <a:grpSpLocks/>
          </p:cNvGrpSpPr>
          <p:nvPr/>
        </p:nvGrpSpPr>
        <p:grpSpPr bwMode="auto">
          <a:xfrm>
            <a:off x="7391400" y="3048000"/>
            <a:ext cx="1411288" cy="990600"/>
            <a:chOff x="4656" y="1920"/>
            <a:chExt cx="889" cy="624"/>
          </a:xfrm>
        </p:grpSpPr>
        <p:sp>
          <p:nvSpPr>
            <p:cNvPr id="161965" name="Line 173"/>
            <p:cNvSpPr>
              <a:spLocks noChangeShapeType="1"/>
            </p:cNvSpPr>
            <p:nvPr/>
          </p:nvSpPr>
          <p:spPr bwMode="auto">
            <a:xfrm flipV="1">
              <a:off x="4656" y="2112"/>
              <a:ext cx="432" cy="432"/>
            </a:xfrm>
            <a:prstGeom prst="line">
              <a:avLst/>
            </a:prstGeom>
            <a:noFill/>
            <a:ln w="44450">
              <a:solidFill>
                <a:srgbClr val="FF0000"/>
              </a:solidFill>
              <a:round/>
              <a:headEnd/>
              <a:tailEnd type="triangle" w="sm" len="lg"/>
            </a:ln>
            <a:effectLst/>
          </p:spPr>
          <p:txBody>
            <a:bodyPr wrap="none" anchor="ctr"/>
            <a:lstStyle/>
            <a:p>
              <a:endParaRPr lang="zh-CN" altLang="en-US" sz="2800"/>
            </a:p>
          </p:txBody>
        </p:sp>
        <p:graphicFrame>
          <p:nvGraphicFramePr>
            <p:cNvPr id="161966" name="Object 174"/>
            <p:cNvGraphicFramePr>
              <a:graphicFrameLocks noChangeAspect="1"/>
            </p:cNvGraphicFramePr>
            <p:nvPr/>
          </p:nvGraphicFramePr>
          <p:xfrm>
            <a:off x="5088" y="1920"/>
            <a:ext cx="457" cy="352"/>
          </p:xfrm>
          <a:graphic>
            <a:graphicData uri="http://schemas.openxmlformats.org/presentationml/2006/ole">
              <p:oleObj spid="_x0000_s1089546" name="Equation" r:id="rId17" imgW="253800" imgH="228600" progId="Equation.3">
                <p:embed/>
              </p:oleObj>
            </a:graphicData>
          </a:graphic>
        </p:graphicFrame>
      </p:grpSp>
      <p:grpSp>
        <p:nvGrpSpPr>
          <p:cNvPr id="161803" name="Group 175"/>
          <p:cNvGrpSpPr>
            <a:grpSpLocks/>
          </p:cNvGrpSpPr>
          <p:nvPr/>
        </p:nvGrpSpPr>
        <p:grpSpPr bwMode="auto">
          <a:xfrm>
            <a:off x="6823075" y="3984625"/>
            <a:ext cx="830263" cy="501650"/>
            <a:chOff x="4288" y="2510"/>
            <a:chExt cx="523" cy="316"/>
          </a:xfrm>
        </p:grpSpPr>
        <p:graphicFrame>
          <p:nvGraphicFramePr>
            <p:cNvPr id="161968" name="Object 176"/>
            <p:cNvGraphicFramePr>
              <a:graphicFrameLocks noChangeAspect="1"/>
            </p:cNvGraphicFramePr>
            <p:nvPr/>
          </p:nvGraphicFramePr>
          <p:xfrm>
            <a:off x="4288" y="2574"/>
            <a:ext cx="400" cy="252"/>
          </p:xfrm>
          <a:graphic>
            <a:graphicData uri="http://schemas.openxmlformats.org/presentationml/2006/ole">
              <p:oleObj spid="_x0000_s1089545" name="Equation" r:id="rId18" imgW="393480" imgH="291960" progId="Equation.3">
                <p:embed/>
              </p:oleObj>
            </a:graphicData>
          </a:graphic>
        </p:graphicFrame>
        <p:sp>
          <p:nvSpPr>
            <p:cNvPr id="161969" name="AutoShape 177"/>
            <p:cNvSpPr>
              <a:spLocks noChangeArrowheads="1"/>
            </p:cNvSpPr>
            <p:nvPr/>
          </p:nvSpPr>
          <p:spPr bwMode="auto">
            <a:xfrm rot="-13954201">
              <a:off x="4623" y="2459"/>
              <a:ext cx="137" cy="239"/>
            </a:xfrm>
            <a:prstGeom prst="upArrow">
              <a:avLst>
                <a:gd name="adj1" fmla="val 50000"/>
                <a:gd name="adj2" fmla="val 89956"/>
              </a:avLst>
            </a:prstGeom>
            <a:solidFill>
              <a:srgbClr val="F8ECFE"/>
            </a:solidFill>
            <a:ln w="28575">
              <a:solidFill>
                <a:srgbClr val="CC00CC"/>
              </a:solidFill>
              <a:miter lim="800000"/>
              <a:headEnd/>
              <a:tailEnd/>
            </a:ln>
            <a:effectLst/>
          </p:spPr>
          <p:txBody>
            <a:bodyPr vert="eaVert" wrap="none" anchor="ctr"/>
            <a:lstStyle/>
            <a:p>
              <a:endParaRPr lang="zh-CN" altLang="en-US" sz="2800"/>
            </a:p>
          </p:txBody>
        </p:sp>
      </p:grpSp>
      <p:grpSp>
        <p:nvGrpSpPr>
          <p:cNvPr id="161806" name="Group 178"/>
          <p:cNvGrpSpPr>
            <a:grpSpLocks/>
          </p:cNvGrpSpPr>
          <p:nvPr/>
        </p:nvGrpSpPr>
        <p:grpSpPr bwMode="auto">
          <a:xfrm>
            <a:off x="152400" y="457200"/>
            <a:ext cx="8763000" cy="1800225"/>
            <a:chOff x="96" y="432"/>
            <a:chExt cx="5520" cy="1134"/>
          </a:xfrm>
        </p:grpSpPr>
        <p:sp>
          <p:nvSpPr>
            <p:cNvPr id="161971" name="Text Box 179"/>
            <p:cNvSpPr txBox="1">
              <a:spLocks noChangeArrowheads="1"/>
            </p:cNvSpPr>
            <p:nvPr/>
          </p:nvSpPr>
          <p:spPr bwMode="auto">
            <a:xfrm>
              <a:off x="96" y="432"/>
              <a:ext cx="5520" cy="1134"/>
            </a:xfrm>
            <a:prstGeom prst="rect">
              <a:avLst/>
            </a:prstGeom>
            <a:noFill/>
            <a:ln w="9525">
              <a:noFill/>
              <a:miter lim="800000"/>
              <a:headEnd/>
              <a:tailEnd/>
            </a:ln>
            <a:effectLst/>
          </p:spPr>
          <p:txBody>
            <a:bodyPr>
              <a:spAutoFit/>
            </a:bodyPr>
            <a:lstStyle/>
            <a:p>
              <a:pPr>
                <a:spcBef>
                  <a:spcPct val="50000"/>
                </a:spcBef>
              </a:pPr>
              <a:r>
                <a:rPr lang="zh-CN" altLang="en-US" sz="2800">
                  <a:solidFill>
                    <a:srgbClr val="EC0000"/>
                  </a:solidFill>
                </a:rPr>
                <a:t>        </a:t>
              </a:r>
              <a:r>
                <a:rPr lang="zh-CN" altLang="en-US" sz="2800">
                  <a:solidFill>
                    <a:srgbClr val="CC0000"/>
                  </a:solidFill>
                </a:rPr>
                <a:t>例 2</a:t>
              </a:r>
              <a:r>
                <a:rPr lang="zh-CN" altLang="en-US" sz="2800">
                  <a:solidFill>
                    <a:schemeClr val="tx1"/>
                  </a:solidFill>
                </a:rPr>
                <a:t> </a:t>
              </a:r>
              <a:r>
                <a:rPr lang="zh-CN" altLang="en-US" sz="2800">
                  <a:solidFill>
                    <a:srgbClr val="EC0000"/>
                  </a:solidFill>
                </a:rPr>
                <a:t> </a:t>
              </a:r>
              <a:r>
                <a:rPr lang="zh-CN" altLang="en-US" sz="2800">
                  <a:solidFill>
                    <a:schemeClr val="tx1"/>
                  </a:solidFill>
                </a:rPr>
                <a:t> 如图一通有电流     的闭合回路放在磁感应强度为     的均匀磁场中，回路平面与磁感强度       垂直 .回路由直导线  </a:t>
              </a:r>
              <a:r>
                <a:rPr lang="en-US" altLang="zh-CN" sz="2800" b="0" i="1">
                  <a:solidFill>
                    <a:schemeClr val="tx1"/>
                  </a:solidFill>
                </a:rPr>
                <a:t>AB </a:t>
              </a:r>
              <a:r>
                <a:rPr lang="zh-CN" altLang="en-US" sz="2800">
                  <a:solidFill>
                    <a:schemeClr val="tx1"/>
                  </a:solidFill>
                </a:rPr>
                <a:t>和半径为      的圆弧导线 </a:t>
              </a:r>
              <a:r>
                <a:rPr lang="en-US" altLang="zh-CN" sz="2800" b="0" i="1">
                  <a:solidFill>
                    <a:schemeClr val="tx1"/>
                  </a:solidFill>
                </a:rPr>
                <a:t>BCA </a:t>
              </a:r>
              <a:r>
                <a:rPr lang="zh-CN" altLang="en-US" sz="2800">
                  <a:solidFill>
                    <a:schemeClr val="tx1"/>
                  </a:solidFill>
                </a:rPr>
                <a:t>组成 ，电流为顺时针方向,  求磁场作用于闭合导线的力.</a:t>
              </a:r>
            </a:p>
          </p:txBody>
        </p:sp>
        <p:graphicFrame>
          <p:nvGraphicFramePr>
            <p:cNvPr id="161972" name="Object 180"/>
            <p:cNvGraphicFramePr>
              <a:graphicFrameLocks noChangeAspect="1"/>
            </p:cNvGraphicFramePr>
            <p:nvPr/>
          </p:nvGraphicFramePr>
          <p:xfrm>
            <a:off x="2688" y="432"/>
            <a:ext cx="196" cy="256"/>
          </p:xfrm>
          <a:graphic>
            <a:graphicData uri="http://schemas.openxmlformats.org/presentationml/2006/ole">
              <p:oleObj spid="_x0000_s1089541" name="Equation" r:id="rId19" imgW="126720" imgH="164880" progId="Equation.3">
                <p:embed/>
              </p:oleObj>
            </a:graphicData>
          </a:graphic>
        </p:graphicFrame>
        <p:graphicFrame>
          <p:nvGraphicFramePr>
            <p:cNvPr id="161973" name="Object 181"/>
            <p:cNvGraphicFramePr>
              <a:graphicFrameLocks noChangeAspect="1"/>
            </p:cNvGraphicFramePr>
            <p:nvPr/>
          </p:nvGraphicFramePr>
          <p:xfrm>
            <a:off x="624" y="720"/>
            <a:ext cx="214" cy="264"/>
          </p:xfrm>
          <a:graphic>
            <a:graphicData uri="http://schemas.openxmlformats.org/presentationml/2006/ole">
              <p:oleObj spid="_x0000_s1089542" name="Equation" r:id="rId20" imgW="215640" imgH="266400" progId="Equation.3">
                <p:embed/>
              </p:oleObj>
            </a:graphicData>
          </a:graphic>
        </p:graphicFrame>
        <p:graphicFrame>
          <p:nvGraphicFramePr>
            <p:cNvPr id="161974" name="Object 182"/>
            <p:cNvGraphicFramePr>
              <a:graphicFrameLocks noChangeAspect="1"/>
            </p:cNvGraphicFramePr>
            <p:nvPr/>
          </p:nvGraphicFramePr>
          <p:xfrm>
            <a:off x="2935" y="1008"/>
            <a:ext cx="205" cy="240"/>
          </p:xfrm>
          <a:graphic>
            <a:graphicData uri="http://schemas.openxmlformats.org/presentationml/2006/ole">
              <p:oleObj spid="_x0000_s1089543" name="Equation" r:id="rId21" imgW="152280" imgH="177480" progId="Equation.3">
                <p:embed/>
              </p:oleObj>
            </a:graphicData>
          </a:graphic>
        </p:graphicFrame>
        <p:graphicFrame>
          <p:nvGraphicFramePr>
            <p:cNvPr id="161975" name="Object 183"/>
            <p:cNvGraphicFramePr>
              <a:graphicFrameLocks noChangeAspect="1"/>
            </p:cNvGraphicFramePr>
            <p:nvPr/>
          </p:nvGraphicFramePr>
          <p:xfrm>
            <a:off x="4608" y="720"/>
            <a:ext cx="214" cy="264"/>
          </p:xfrm>
          <a:graphic>
            <a:graphicData uri="http://schemas.openxmlformats.org/presentationml/2006/ole">
              <p:oleObj spid="_x0000_s1089544" name="Equation" r:id="rId22" imgW="215640" imgH="2664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61793"/>
                                        </p:tgtEl>
                                        <p:attrNameLst>
                                          <p:attrName>style.visibility</p:attrName>
                                        </p:attrNameLst>
                                      </p:cBhvr>
                                      <p:to>
                                        <p:strVal val="visible"/>
                                      </p:to>
                                    </p:set>
                                    <p:animEffect transition="in" filter="strips(downLeft)">
                                      <p:cBhvr>
                                        <p:cTn id="7" dur="500"/>
                                        <p:tgtEl>
                                          <p:spTgt spid="1617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1792"/>
                                        </p:tgtEl>
                                        <p:attrNameLst>
                                          <p:attrName>style.visibility</p:attrName>
                                        </p:attrNameLst>
                                      </p:cBhvr>
                                      <p:to>
                                        <p:strVal val="visible"/>
                                      </p:to>
                                    </p:set>
                                    <p:animEffect transition="in" filter="blinds(horizontal)">
                                      <p:cBhvr>
                                        <p:cTn id="12" dur="500"/>
                                        <p:tgtEl>
                                          <p:spTgt spid="1617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61944"/>
                                        </p:tgtEl>
                                        <p:attrNameLst>
                                          <p:attrName>style.visibility</p:attrName>
                                        </p:attrNameLst>
                                      </p:cBhvr>
                                      <p:to>
                                        <p:strVal val="visible"/>
                                      </p:to>
                                    </p:set>
                                    <p:animEffect transition="in" filter="blinds(vertical)">
                                      <p:cBhvr>
                                        <p:cTn id="17" dur="500"/>
                                        <p:tgtEl>
                                          <p:spTgt spid="161944"/>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2" fill="hold" nodeType="clickEffect">
                                  <p:stCondLst>
                                    <p:cond delay="0"/>
                                  </p:stCondLst>
                                  <p:childTnLst>
                                    <p:set>
                                      <p:cBhvr>
                                        <p:cTn id="21" dur="1" fill="hold">
                                          <p:stCondLst>
                                            <p:cond delay="0"/>
                                          </p:stCondLst>
                                        </p:cTn>
                                        <p:tgtEl>
                                          <p:spTgt spid="161796"/>
                                        </p:tgtEl>
                                        <p:attrNameLst>
                                          <p:attrName>style.visibility</p:attrName>
                                        </p:attrNameLst>
                                      </p:cBhvr>
                                      <p:to>
                                        <p:strVal val="visible"/>
                                      </p:to>
                                    </p:set>
                                    <p:anim calcmode="lin" valueType="num">
                                      <p:cBhvr>
                                        <p:cTn id="22" dur="500" fill="hold"/>
                                        <p:tgtEl>
                                          <p:spTgt spid="161796"/>
                                        </p:tgtEl>
                                        <p:attrNameLst>
                                          <p:attrName>ppt_x</p:attrName>
                                        </p:attrNameLst>
                                      </p:cBhvr>
                                      <p:tavLst>
                                        <p:tav tm="0">
                                          <p:val>
                                            <p:strVal val="#ppt_x+#ppt_w/2"/>
                                          </p:val>
                                        </p:tav>
                                        <p:tav tm="100000">
                                          <p:val>
                                            <p:strVal val="#ppt_x"/>
                                          </p:val>
                                        </p:tav>
                                      </p:tavLst>
                                    </p:anim>
                                    <p:anim calcmode="lin" valueType="num">
                                      <p:cBhvr>
                                        <p:cTn id="23" dur="500" fill="hold"/>
                                        <p:tgtEl>
                                          <p:spTgt spid="161796"/>
                                        </p:tgtEl>
                                        <p:attrNameLst>
                                          <p:attrName>ppt_y</p:attrName>
                                        </p:attrNameLst>
                                      </p:cBhvr>
                                      <p:tavLst>
                                        <p:tav tm="0">
                                          <p:val>
                                            <p:strVal val="#ppt_y"/>
                                          </p:val>
                                        </p:tav>
                                        <p:tav tm="100000">
                                          <p:val>
                                            <p:strVal val="#ppt_y"/>
                                          </p:val>
                                        </p:tav>
                                      </p:tavLst>
                                    </p:anim>
                                    <p:anim calcmode="lin" valueType="num">
                                      <p:cBhvr>
                                        <p:cTn id="24" dur="500" fill="hold"/>
                                        <p:tgtEl>
                                          <p:spTgt spid="161796"/>
                                        </p:tgtEl>
                                        <p:attrNameLst>
                                          <p:attrName>ppt_w</p:attrName>
                                        </p:attrNameLst>
                                      </p:cBhvr>
                                      <p:tavLst>
                                        <p:tav tm="0">
                                          <p:val>
                                            <p:fltVal val="0"/>
                                          </p:val>
                                        </p:tav>
                                        <p:tav tm="100000">
                                          <p:val>
                                            <p:strVal val="#ppt_w"/>
                                          </p:val>
                                        </p:tav>
                                      </p:tavLst>
                                    </p:anim>
                                    <p:anim calcmode="lin" valueType="num">
                                      <p:cBhvr>
                                        <p:cTn id="25" dur="500" fill="hold"/>
                                        <p:tgtEl>
                                          <p:spTgt spid="161796"/>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8" presetClass="entr" presetSubtype="9" fill="hold" nodeType="clickEffect">
                                  <p:stCondLst>
                                    <p:cond delay="0"/>
                                  </p:stCondLst>
                                  <p:childTnLst>
                                    <p:set>
                                      <p:cBhvr>
                                        <p:cTn id="29" dur="1" fill="hold">
                                          <p:stCondLst>
                                            <p:cond delay="0"/>
                                          </p:stCondLst>
                                        </p:cTn>
                                        <p:tgtEl>
                                          <p:spTgt spid="161794"/>
                                        </p:tgtEl>
                                        <p:attrNameLst>
                                          <p:attrName>style.visibility</p:attrName>
                                        </p:attrNameLst>
                                      </p:cBhvr>
                                      <p:to>
                                        <p:strVal val="visible"/>
                                      </p:to>
                                    </p:set>
                                    <p:animEffect transition="in" filter="strips(upLeft)">
                                      <p:cBhvr>
                                        <p:cTn id="30" dur="500"/>
                                        <p:tgtEl>
                                          <p:spTgt spid="16179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61803"/>
                                        </p:tgtEl>
                                        <p:attrNameLst>
                                          <p:attrName>style.visibility</p:attrName>
                                        </p:attrNameLst>
                                      </p:cBhvr>
                                      <p:to>
                                        <p:strVal val="visible"/>
                                      </p:to>
                                    </p:set>
                                    <p:animEffect transition="in" filter="blinds(horizontal)">
                                      <p:cBhvr>
                                        <p:cTn id="35" dur="500"/>
                                        <p:tgtEl>
                                          <p:spTgt spid="161803"/>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3" fill="hold" nodeType="clickEffect">
                                  <p:stCondLst>
                                    <p:cond delay="0"/>
                                  </p:stCondLst>
                                  <p:childTnLst>
                                    <p:set>
                                      <p:cBhvr>
                                        <p:cTn id="39" dur="1" fill="hold">
                                          <p:stCondLst>
                                            <p:cond delay="0"/>
                                          </p:stCondLst>
                                        </p:cTn>
                                        <p:tgtEl>
                                          <p:spTgt spid="161800"/>
                                        </p:tgtEl>
                                        <p:attrNameLst>
                                          <p:attrName>style.visibility</p:attrName>
                                        </p:attrNameLst>
                                      </p:cBhvr>
                                      <p:to>
                                        <p:strVal val="visible"/>
                                      </p:to>
                                    </p:set>
                                    <p:animEffect transition="in" filter="strips(upRight)">
                                      <p:cBhvr>
                                        <p:cTn id="40" dur="500"/>
                                        <p:tgtEl>
                                          <p:spTgt spid="161800"/>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5" fill="hold" nodeType="clickEffect">
                                  <p:stCondLst>
                                    <p:cond delay="0"/>
                                  </p:stCondLst>
                                  <p:childTnLst>
                                    <p:set>
                                      <p:cBhvr>
                                        <p:cTn id="44" dur="1" fill="hold">
                                          <p:stCondLst>
                                            <p:cond delay="0"/>
                                          </p:stCondLst>
                                        </p:cTn>
                                        <p:tgtEl>
                                          <p:spTgt spid="161946"/>
                                        </p:tgtEl>
                                        <p:attrNameLst>
                                          <p:attrName>style.visibility</p:attrName>
                                        </p:attrNameLst>
                                      </p:cBhvr>
                                      <p:to>
                                        <p:strVal val="visible"/>
                                      </p:to>
                                    </p:set>
                                    <p:animEffect transition="in" filter="blinds(vertical)">
                                      <p:cBhvr>
                                        <p:cTn id="45" dur="500"/>
                                        <p:tgtEl>
                                          <p:spTgt spid="16194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5" fill="hold" nodeType="clickEffect">
                                  <p:stCondLst>
                                    <p:cond delay="0"/>
                                  </p:stCondLst>
                                  <p:childTnLst>
                                    <p:set>
                                      <p:cBhvr>
                                        <p:cTn id="49" dur="1" fill="hold">
                                          <p:stCondLst>
                                            <p:cond delay="0"/>
                                          </p:stCondLst>
                                        </p:cTn>
                                        <p:tgtEl>
                                          <p:spTgt spid="161945"/>
                                        </p:tgtEl>
                                        <p:attrNameLst>
                                          <p:attrName>style.visibility</p:attrName>
                                        </p:attrNameLst>
                                      </p:cBhvr>
                                      <p:to>
                                        <p:strVal val="visible"/>
                                      </p:to>
                                    </p:set>
                                    <p:animEffect transition="in" filter="blinds(vertical)">
                                      <p:cBhvr>
                                        <p:cTn id="50" dur="500"/>
                                        <p:tgtEl>
                                          <p:spTgt spid="161945"/>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nodeType="clickEffect">
                                  <p:stCondLst>
                                    <p:cond delay="0"/>
                                  </p:stCondLst>
                                  <p:childTnLst>
                                    <p:set>
                                      <p:cBhvr>
                                        <p:cTn id="54" dur="1" fill="hold">
                                          <p:stCondLst>
                                            <p:cond delay="0"/>
                                          </p:stCondLst>
                                        </p:cTn>
                                        <p:tgtEl>
                                          <p:spTgt spid="161950"/>
                                        </p:tgtEl>
                                        <p:attrNameLst>
                                          <p:attrName>style.visibility</p:attrName>
                                        </p:attrNameLst>
                                      </p:cBhvr>
                                      <p:to>
                                        <p:strVal val="visible"/>
                                      </p:to>
                                    </p:set>
                                    <p:animEffect transition="in" filter="box(in)">
                                      <p:cBhvr>
                                        <p:cTn id="55" dur="500"/>
                                        <p:tgtEl>
                                          <p:spTgt spid="161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944"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8"/>
          <p:cNvGrpSpPr>
            <a:grpSpLocks/>
          </p:cNvGrpSpPr>
          <p:nvPr/>
        </p:nvGrpSpPr>
        <p:grpSpPr bwMode="auto">
          <a:xfrm>
            <a:off x="914400" y="381000"/>
            <a:ext cx="7239000" cy="822325"/>
            <a:chOff x="576" y="385"/>
            <a:chExt cx="4560" cy="518"/>
          </a:xfrm>
        </p:grpSpPr>
        <p:graphicFrame>
          <p:nvGraphicFramePr>
            <p:cNvPr id="179202" name="Object 2"/>
            <p:cNvGraphicFramePr>
              <a:graphicFrameLocks noChangeAspect="1"/>
            </p:cNvGraphicFramePr>
            <p:nvPr/>
          </p:nvGraphicFramePr>
          <p:xfrm>
            <a:off x="576" y="385"/>
            <a:ext cx="2640" cy="518"/>
          </p:xfrm>
          <a:graphic>
            <a:graphicData uri="http://schemas.openxmlformats.org/presentationml/2006/ole">
              <p:oleObj spid="_x0000_s1090580" name="Equation" r:id="rId3" imgW="1485720" imgH="279360" progId="Equation.3">
                <p:embed/>
              </p:oleObj>
            </a:graphicData>
          </a:graphic>
        </p:graphicFrame>
        <p:graphicFrame>
          <p:nvGraphicFramePr>
            <p:cNvPr id="179203" name="Object 3"/>
            <p:cNvGraphicFramePr>
              <a:graphicFrameLocks noChangeAspect="1"/>
            </p:cNvGraphicFramePr>
            <p:nvPr/>
          </p:nvGraphicFramePr>
          <p:xfrm>
            <a:off x="3216" y="432"/>
            <a:ext cx="1920" cy="367"/>
          </p:xfrm>
          <a:graphic>
            <a:graphicData uri="http://schemas.openxmlformats.org/presentationml/2006/ole">
              <p:oleObj spid="_x0000_s1090581" name="Equation" r:id="rId4" imgW="1307880" imgH="304560" progId="Equation.3">
                <p:embed/>
              </p:oleObj>
            </a:graphicData>
          </a:graphic>
        </p:graphicFrame>
      </p:grpSp>
      <p:graphicFrame>
        <p:nvGraphicFramePr>
          <p:cNvPr id="179204" name="Object 4"/>
          <p:cNvGraphicFramePr>
            <a:graphicFrameLocks noChangeAspect="1"/>
          </p:cNvGraphicFramePr>
          <p:nvPr/>
        </p:nvGraphicFramePr>
        <p:xfrm>
          <a:off x="4191000" y="989012"/>
          <a:ext cx="4648200" cy="1068388"/>
        </p:xfrm>
        <a:graphic>
          <a:graphicData uri="http://schemas.openxmlformats.org/presentationml/2006/ole">
            <p:oleObj spid="_x0000_s1090562" name="Equation" r:id="rId5" imgW="1346040" imgH="355320" progId="Equation.3">
              <p:embed/>
            </p:oleObj>
          </a:graphicData>
        </a:graphic>
      </p:graphicFrame>
      <p:grpSp>
        <p:nvGrpSpPr>
          <p:cNvPr id="3" name="Group 5"/>
          <p:cNvGrpSpPr>
            <a:grpSpLocks/>
          </p:cNvGrpSpPr>
          <p:nvPr/>
        </p:nvGrpSpPr>
        <p:grpSpPr bwMode="auto">
          <a:xfrm>
            <a:off x="838200" y="1231900"/>
            <a:ext cx="2286000" cy="519112"/>
            <a:chOff x="3072" y="1728"/>
            <a:chExt cx="1440" cy="327"/>
          </a:xfrm>
        </p:grpSpPr>
        <p:graphicFrame>
          <p:nvGraphicFramePr>
            <p:cNvPr id="179206" name="Object 6"/>
            <p:cNvGraphicFramePr>
              <a:graphicFrameLocks noChangeAspect="1"/>
            </p:cNvGraphicFramePr>
            <p:nvPr/>
          </p:nvGraphicFramePr>
          <p:xfrm>
            <a:off x="3475" y="1752"/>
            <a:ext cx="1037" cy="264"/>
          </p:xfrm>
          <a:graphic>
            <a:graphicData uri="http://schemas.openxmlformats.org/presentationml/2006/ole">
              <p:oleObj spid="_x0000_s1090579" name="Equation" r:id="rId6" imgW="901440" imgH="253800" progId="Equation.3">
                <p:embed/>
              </p:oleObj>
            </a:graphicData>
          </a:graphic>
        </p:graphicFrame>
        <p:sp>
          <p:nvSpPr>
            <p:cNvPr id="179207" name="Text Box 7"/>
            <p:cNvSpPr txBox="1">
              <a:spLocks noChangeArrowheads="1"/>
            </p:cNvSpPr>
            <p:nvPr/>
          </p:nvSpPr>
          <p:spPr bwMode="auto">
            <a:xfrm>
              <a:off x="3072" y="1728"/>
              <a:ext cx="730" cy="327"/>
            </a:xfrm>
            <a:prstGeom prst="rect">
              <a:avLst/>
            </a:prstGeom>
            <a:noFill/>
            <a:ln w="9525">
              <a:noFill/>
              <a:miter lim="800000"/>
              <a:headEnd/>
              <a:tailEnd/>
            </a:ln>
            <a:effectLst/>
          </p:spPr>
          <p:txBody>
            <a:bodyPr>
              <a:spAutoFit/>
            </a:bodyPr>
            <a:lstStyle/>
            <a:p>
              <a:r>
                <a:rPr lang="zh-CN" altLang="en-US" sz="2800">
                  <a:solidFill>
                    <a:srgbClr val="CC0000"/>
                  </a:solidFill>
                </a:rPr>
                <a:t>因</a:t>
              </a:r>
            </a:p>
          </p:txBody>
        </p:sp>
      </p:grpSp>
      <p:graphicFrame>
        <p:nvGraphicFramePr>
          <p:cNvPr id="179208" name="Object 8"/>
          <p:cNvGraphicFramePr>
            <a:graphicFrameLocks noChangeAspect="1"/>
          </p:cNvGraphicFramePr>
          <p:nvPr/>
        </p:nvGraphicFramePr>
        <p:xfrm>
          <a:off x="381000" y="1827212"/>
          <a:ext cx="5410200" cy="579438"/>
        </p:xfrm>
        <a:graphic>
          <a:graphicData uri="http://schemas.openxmlformats.org/presentationml/2006/ole">
            <p:oleObj spid="_x0000_s1090563" name="Equation" r:id="rId7" imgW="3606480" imgH="406080" progId="Equation.3">
              <p:embed/>
            </p:oleObj>
          </a:graphicData>
        </a:graphic>
      </p:graphicFrame>
      <p:grpSp>
        <p:nvGrpSpPr>
          <p:cNvPr id="4" name="Group 9"/>
          <p:cNvGrpSpPr>
            <a:grpSpLocks/>
          </p:cNvGrpSpPr>
          <p:nvPr/>
        </p:nvGrpSpPr>
        <p:grpSpPr bwMode="auto">
          <a:xfrm>
            <a:off x="4837113" y="2741612"/>
            <a:ext cx="4230687" cy="3505200"/>
            <a:chOff x="372" y="624"/>
            <a:chExt cx="2665" cy="2208"/>
          </a:xfrm>
        </p:grpSpPr>
        <p:sp>
          <p:nvSpPr>
            <p:cNvPr id="179210" name="Rectangle 10"/>
            <p:cNvSpPr>
              <a:spLocks noChangeArrowheads="1"/>
            </p:cNvSpPr>
            <p:nvPr/>
          </p:nvSpPr>
          <p:spPr bwMode="auto">
            <a:xfrm>
              <a:off x="372" y="624"/>
              <a:ext cx="2504" cy="2208"/>
            </a:xfrm>
            <a:prstGeom prst="rect">
              <a:avLst/>
            </a:prstGeom>
            <a:solidFill>
              <a:srgbClr val="FFFFFF"/>
            </a:solidFill>
            <a:ln w="9525">
              <a:solidFill>
                <a:schemeClr val="tx2"/>
              </a:solidFill>
              <a:miter lim="800000"/>
              <a:headEnd/>
              <a:tailEnd/>
            </a:ln>
            <a:effectLst/>
          </p:spPr>
          <p:txBody>
            <a:bodyPr wrap="none" anchor="ctr"/>
            <a:lstStyle/>
            <a:p>
              <a:endParaRPr lang="zh-CN" altLang="en-US" sz="2800"/>
            </a:p>
          </p:txBody>
        </p:sp>
        <p:grpSp>
          <p:nvGrpSpPr>
            <p:cNvPr id="5" name="Group 11"/>
            <p:cNvGrpSpPr>
              <a:grpSpLocks/>
            </p:cNvGrpSpPr>
            <p:nvPr/>
          </p:nvGrpSpPr>
          <p:grpSpPr bwMode="auto">
            <a:xfrm>
              <a:off x="788" y="1339"/>
              <a:ext cx="1773" cy="1406"/>
              <a:chOff x="788" y="1387"/>
              <a:chExt cx="1773" cy="1406"/>
            </a:xfrm>
          </p:grpSpPr>
          <p:sp>
            <p:nvSpPr>
              <p:cNvPr id="179212" name="AutoShape 12"/>
              <p:cNvSpPr>
                <a:spLocks noChangeArrowheads="1"/>
              </p:cNvSpPr>
              <p:nvPr/>
            </p:nvSpPr>
            <p:spPr bwMode="auto">
              <a:xfrm>
                <a:off x="788" y="1387"/>
                <a:ext cx="1768" cy="1406"/>
              </a:xfrm>
              <a:custGeom>
                <a:avLst/>
                <a:gdLst>
                  <a:gd name="G0" fmla="+- 9829 0 0"/>
                  <a:gd name="G1" fmla="+- -11319206 0 0"/>
                  <a:gd name="G2" fmla="+- 0 0 -11319206"/>
                  <a:gd name="T0" fmla="*/ 0 256 1"/>
                  <a:gd name="T1" fmla="*/ 180 256 1"/>
                  <a:gd name="G3" fmla="+- -11319206 T0 T1"/>
                  <a:gd name="T2" fmla="*/ 0 256 1"/>
                  <a:gd name="T3" fmla="*/ 90 256 1"/>
                  <a:gd name="G4" fmla="+- -11319206 T2 T3"/>
                  <a:gd name="G5" fmla="*/ G4 2 1"/>
                  <a:gd name="T4" fmla="*/ 90 256 1"/>
                  <a:gd name="T5" fmla="*/ 0 256 1"/>
                  <a:gd name="G6" fmla="+- -11319206 T4 T5"/>
                  <a:gd name="G7" fmla="*/ G6 2 1"/>
                  <a:gd name="G8" fmla="abs -1131920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829"/>
                  <a:gd name="G18" fmla="*/ 9829 1 2"/>
                  <a:gd name="G19" fmla="+- G18 5400 0"/>
                  <a:gd name="G20" fmla="cos G19 -11319206"/>
                  <a:gd name="G21" fmla="sin G19 -11319206"/>
                  <a:gd name="G22" fmla="+- G20 10800 0"/>
                  <a:gd name="G23" fmla="+- G21 10800 0"/>
                  <a:gd name="G24" fmla="+- 10800 0 G20"/>
                  <a:gd name="G25" fmla="+- 9829 10800 0"/>
                  <a:gd name="G26" fmla="?: G9 G17 G25"/>
                  <a:gd name="G27" fmla="?: G9 0 21600"/>
                  <a:gd name="G28" fmla="cos 10800 -11319206"/>
                  <a:gd name="G29" fmla="sin 10800 -11319206"/>
                  <a:gd name="G30" fmla="sin 9829 -11319206"/>
                  <a:gd name="G31" fmla="+- G28 10800 0"/>
                  <a:gd name="G32" fmla="+- G29 10800 0"/>
                  <a:gd name="G33" fmla="+- G30 10800 0"/>
                  <a:gd name="G34" fmla="?: G4 0 G31"/>
                  <a:gd name="G35" fmla="?: -11319206 G34 0"/>
                  <a:gd name="G36" fmla="?: G6 G35 G31"/>
                  <a:gd name="G37" fmla="+- 21600 0 G36"/>
                  <a:gd name="G38" fmla="?: G4 0 G33"/>
                  <a:gd name="G39" fmla="?: -11319206 G38 G32"/>
                  <a:gd name="G40" fmla="?: G6 G39 0"/>
                  <a:gd name="G41" fmla="?: G4 G32 21600"/>
                  <a:gd name="G42" fmla="?: G6 G41 G33"/>
                  <a:gd name="T12" fmla="*/ 10800 w 21600"/>
                  <a:gd name="T13" fmla="*/ 0 h 21600"/>
                  <a:gd name="T14" fmla="*/ 568 w 21600"/>
                  <a:gd name="T15" fmla="*/ 9492 h 21600"/>
                  <a:gd name="T16" fmla="*/ 10800 w 21600"/>
                  <a:gd name="T17" fmla="*/ 971 h 21600"/>
                  <a:gd name="T18" fmla="*/ 21032 w 21600"/>
                  <a:gd name="T19" fmla="*/ 9492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50" y="9554"/>
                    </a:moveTo>
                    <a:cubicBezTo>
                      <a:pt x="1677" y="4647"/>
                      <a:pt x="5853" y="970"/>
                      <a:pt x="10800" y="971"/>
                    </a:cubicBezTo>
                    <a:cubicBezTo>
                      <a:pt x="15746" y="971"/>
                      <a:pt x="19922" y="4647"/>
                      <a:pt x="20549" y="9554"/>
                    </a:cubicBezTo>
                    <a:lnTo>
                      <a:pt x="21512" y="9430"/>
                    </a:lnTo>
                    <a:cubicBezTo>
                      <a:pt x="20823" y="4039"/>
                      <a:pt x="16235" y="-1"/>
                      <a:pt x="10799" y="0"/>
                    </a:cubicBezTo>
                    <a:cubicBezTo>
                      <a:pt x="5364" y="0"/>
                      <a:pt x="776" y="4039"/>
                      <a:pt x="87" y="9430"/>
                    </a:cubicBezTo>
                    <a:close/>
                  </a:path>
                </a:pathLst>
              </a:custGeom>
              <a:solidFill>
                <a:srgbClr val="CCECFF"/>
              </a:solidFill>
              <a:ln w="19050">
                <a:solidFill>
                  <a:srgbClr val="0000FF"/>
                </a:solidFill>
                <a:miter lim="800000"/>
                <a:headEnd/>
                <a:tailEnd/>
              </a:ln>
              <a:effectLst/>
            </p:spPr>
            <p:txBody>
              <a:bodyPr wrap="none" anchor="ctr"/>
              <a:lstStyle/>
              <a:p>
                <a:endParaRPr lang="zh-CN" altLang="en-US" sz="2800"/>
              </a:p>
            </p:txBody>
          </p:sp>
          <p:sp>
            <p:nvSpPr>
              <p:cNvPr id="179213" name="Line 13"/>
              <p:cNvSpPr>
                <a:spLocks noChangeShapeType="1"/>
              </p:cNvSpPr>
              <p:nvPr/>
            </p:nvSpPr>
            <p:spPr bwMode="auto">
              <a:xfrm>
                <a:off x="793" y="1988"/>
                <a:ext cx="1768" cy="0"/>
              </a:xfrm>
              <a:prstGeom prst="line">
                <a:avLst/>
              </a:prstGeom>
              <a:noFill/>
              <a:ln w="38100">
                <a:solidFill>
                  <a:srgbClr val="0000FF"/>
                </a:solidFill>
                <a:round/>
                <a:headEnd/>
                <a:tailEnd type="none" w="sm" len="lg"/>
              </a:ln>
              <a:effectLst/>
            </p:spPr>
            <p:txBody>
              <a:bodyPr wrap="none" anchor="ctr"/>
              <a:lstStyle/>
              <a:p>
                <a:endParaRPr lang="zh-CN" altLang="en-US" sz="2800"/>
              </a:p>
            </p:txBody>
          </p:sp>
          <p:sp>
            <p:nvSpPr>
              <p:cNvPr id="179214" name="Line 14"/>
              <p:cNvSpPr>
                <a:spLocks noChangeShapeType="1"/>
              </p:cNvSpPr>
              <p:nvPr/>
            </p:nvSpPr>
            <p:spPr bwMode="auto">
              <a:xfrm flipH="1">
                <a:off x="1742" y="1988"/>
                <a:ext cx="196" cy="0"/>
              </a:xfrm>
              <a:prstGeom prst="line">
                <a:avLst/>
              </a:prstGeom>
              <a:noFill/>
              <a:ln w="57150">
                <a:solidFill>
                  <a:srgbClr val="0000FF"/>
                </a:solidFill>
                <a:round/>
                <a:headEnd/>
                <a:tailEnd type="triangle" w="sm" len="lg"/>
              </a:ln>
              <a:effectLst/>
            </p:spPr>
            <p:txBody>
              <a:bodyPr wrap="none" anchor="ctr"/>
              <a:lstStyle/>
              <a:p>
                <a:endParaRPr lang="zh-CN" altLang="en-US" sz="2800"/>
              </a:p>
            </p:txBody>
          </p:sp>
        </p:grpSp>
        <p:grpSp>
          <p:nvGrpSpPr>
            <p:cNvPr id="6" name="Group 15"/>
            <p:cNvGrpSpPr>
              <a:grpSpLocks/>
            </p:cNvGrpSpPr>
            <p:nvPr/>
          </p:nvGrpSpPr>
          <p:grpSpPr bwMode="auto">
            <a:xfrm>
              <a:off x="419" y="720"/>
              <a:ext cx="2365" cy="2064"/>
              <a:chOff x="384" y="1008"/>
              <a:chExt cx="2304" cy="1920"/>
            </a:xfrm>
          </p:grpSpPr>
          <p:grpSp>
            <p:nvGrpSpPr>
              <p:cNvPr id="7" name="Group 16"/>
              <p:cNvGrpSpPr>
                <a:grpSpLocks/>
              </p:cNvGrpSpPr>
              <p:nvPr/>
            </p:nvGrpSpPr>
            <p:grpSpPr bwMode="auto">
              <a:xfrm>
                <a:off x="2160" y="1008"/>
                <a:ext cx="96" cy="96"/>
                <a:chOff x="4080" y="720"/>
                <a:chExt cx="144" cy="96"/>
              </a:xfrm>
            </p:grpSpPr>
            <p:sp>
              <p:nvSpPr>
                <p:cNvPr id="179217" name="Line 17"/>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18" name="Line 18"/>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8" name="Group 19"/>
              <p:cNvGrpSpPr>
                <a:grpSpLocks/>
              </p:cNvGrpSpPr>
              <p:nvPr/>
            </p:nvGrpSpPr>
            <p:grpSpPr bwMode="auto">
              <a:xfrm>
                <a:off x="2160" y="1344"/>
                <a:ext cx="96" cy="96"/>
                <a:chOff x="4080" y="720"/>
                <a:chExt cx="144" cy="96"/>
              </a:xfrm>
            </p:grpSpPr>
            <p:sp>
              <p:nvSpPr>
                <p:cNvPr id="179220" name="Line 20"/>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21" name="Line 21"/>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9" name="Group 22"/>
              <p:cNvGrpSpPr>
                <a:grpSpLocks/>
              </p:cNvGrpSpPr>
              <p:nvPr/>
            </p:nvGrpSpPr>
            <p:grpSpPr bwMode="auto">
              <a:xfrm>
                <a:off x="2160" y="1680"/>
                <a:ext cx="96" cy="96"/>
                <a:chOff x="4080" y="720"/>
                <a:chExt cx="144" cy="96"/>
              </a:xfrm>
            </p:grpSpPr>
            <p:sp>
              <p:nvSpPr>
                <p:cNvPr id="179223" name="Line 23"/>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24" name="Line 24"/>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0" name="Group 25"/>
              <p:cNvGrpSpPr>
                <a:grpSpLocks/>
              </p:cNvGrpSpPr>
              <p:nvPr/>
            </p:nvGrpSpPr>
            <p:grpSpPr bwMode="auto">
              <a:xfrm>
                <a:off x="384" y="1008"/>
                <a:ext cx="96" cy="96"/>
                <a:chOff x="4080" y="720"/>
                <a:chExt cx="144" cy="96"/>
              </a:xfrm>
            </p:grpSpPr>
            <p:sp>
              <p:nvSpPr>
                <p:cNvPr id="179226" name="Line 26"/>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27" name="Line 27"/>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1" name="Group 28"/>
              <p:cNvGrpSpPr>
                <a:grpSpLocks/>
              </p:cNvGrpSpPr>
              <p:nvPr/>
            </p:nvGrpSpPr>
            <p:grpSpPr bwMode="auto">
              <a:xfrm>
                <a:off x="720" y="1008"/>
                <a:ext cx="96" cy="96"/>
                <a:chOff x="4080" y="720"/>
                <a:chExt cx="144" cy="96"/>
              </a:xfrm>
            </p:grpSpPr>
            <p:sp>
              <p:nvSpPr>
                <p:cNvPr id="179229" name="Line 29"/>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30" name="Line 30"/>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2" name="Group 31"/>
              <p:cNvGrpSpPr>
                <a:grpSpLocks/>
              </p:cNvGrpSpPr>
              <p:nvPr/>
            </p:nvGrpSpPr>
            <p:grpSpPr bwMode="auto">
              <a:xfrm>
                <a:off x="1056" y="1008"/>
                <a:ext cx="96" cy="96"/>
                <a:chOff x="4080" y="720"/>
                <a:chExt cx="144" cy="96"/>
              </a:xfrm>
            </p:grpSpPr>
            <p:sp>
              <p:nvSpPr>
                <p:cNvPr id="179232" name="Line 32"/>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33" name="Line 33"/>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3" name="Group 34"/>
              <p:cNvGrpSpPr>
                <a:grpSpLocks/>
              </p:cNvGrpSpPr>
              <p:nvPr/>
            </p:nvGrpSpPr>
            <p:grpSpPr bwMode="auto">
              <a:xfrm>
                <a:off x="384" y="1344"/>
                <a:ext cx="96" cy="96"/>
                <a:chOff x="4080" y="720"/>
                <a:chExt cx="144" cy="96"/>
              </a:xfrm>
            </p:grpSpPr>
            <p:sp>
              <p:nvSpPr>
                <p:cNvPr id="179235" name="Line 35"/>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36" name="Line 36"/>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4" name="Group 37"/>
              <p:cNvGrpSpPr>
                <a:grpSpLocks/>
              </p:cNvGrpSpPr>
              <p:nvPr/>
            </p:nvGrpSpPr>
            <p:grpSpPr bwMode="auto">
              <a:xfrm>
                <a:off x="720" y="1344"/>
                <a:ext cx="96" cy="96"/>
                <a:chOff x="4080" y="720"/>
                <a:chExt cx="144" cy="96"/>
              </a:xfrm>
            </p:grpSpPr>
            <p:sp>
              <p:nvSpPr>
                <p:cNvPr id="179238" name="Line 38"/>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39" name="Line 39"/>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5" name="Group 40"/>
              <p:cNvGrpSpPr>
                <a:grpSpLocks/>
              </p:cNvGrpSpPr>
              <p:nvPr/>
            </p:nvGrpSpPr>
            <p:grpSpPr bwMode="auto">
              <a:xfrm>
                <a:off x="1056" y="1344"/>
                <a:ext cx="96" cy="96"/>
                <a:chOff x="4080" y="720"/>
                <a:chExt cx="144" cy="96"/>
              </a:xfrm>
            </p:grpSpPr>
            <p:sp>
              <p:nvSpPr>
                <p:cNvPr id="179241" name="Line 41"/>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42" name="Line 42"/>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6" name="Group 43"/>
              <p:cNvGrpSpPr>
                <a:grpSpLocks/>
              </p:cNvGrpSpPr>
              <p:nvPr/>
            </p:nvGrpSpPr>
            <p:grpSpPr bwMode="auto">
              <a:xfrm>
                <a:off x="384" y="1680"/>
                <a:ext cx="96" cy="96"/>
                <a:chOff x="4080" y="720"/>
                <a:chExt cx="144" cy="96"/>
              </a:xfrm>
            </p:grpSpPr>
            <p:sp>
              <p:nvSpPr>
                <p:cNvPr id="179244" name="Line 44"/>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45" name="Line 45"/>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 name="Group 46"/>
              <p:cNvGrpSpPr>
                <a:grpSpLocks/>
              </p:cNvGrpSpPr>
              <p:nvPr/>
            </p:nvGrpSpPr>
            <p:grpSpPr bwMode="auto">
              <a:xfrm>
                <a:off x="720" y="1680"/>
                <a:ext cx="96" cy="96"/>
                <a:chOff x="4080" y="720"/>
                <a:chExt cx="144" cy="96"/>
              </a:xfrm>
            </p:grpSpPr>
            <p:sp>
              <p:nvSpPr>
                <p:cNvPr id="179247" name="Line 47"/>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48" name="Line 48"/>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8" name="Group 49"/>
              <p:cNvGrpSpPr>
                <a:grpSpLocks/>
              </p:cNvGrpSpPr>
              <p:nvPr/>
            </p:nvGrpSpPr>
            <p:grpSpPr bwMode="auto">
              <a:xfrm>
                <a:off x="1056" y="1680"/>
                <a:ext cx="96" cy="96"/>
                <a:chOff x="4080" y="720"/>
                <a:chExt cx="144" cy="96"/>
              </a:xfrm>
            </p:grpSpPr>
            <p:sp>
              <p:nvSpPr>
                <p:cNvPr id="179250" name="Line 50"/>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51" name="Line 51"/>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9" name="Group 52"/>
              <p:cNvGrpSpPr>
                <a:grpSpLocks/>
              </p:cNvGrpSpPr>
              <p:nvPr/>
            </p:nvGrpSpPr>
            <p:grpSpPr bwMode="auto">
              <a:xfrm>
                <a:off x="384" y="2064"/>
                <a:ext cx="96" cy="96"/>
                <a:chOff x="4080" y="720"/>
                <a:chExt cx="144" cy="96"/>
              </a:xfrm>
            </p:grpSpPr>
            <p:sp>
              <p:nvSpPr>
                <p:cNvPr id="179253" name="Line 53"/>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54" name="Line 54"/>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0" name="Group 55"/>
              <p:cNvGrpSpPr>
                <a:grpSpLocks/>
              </p:cNvGrpSpPr>
              <p:nvPr/>
            </p:nvGrpSpPr>
            <p:grpSpPr bwMode="auto">
              <a:xfrm>
                <a:off x="720" y="2064"/>
                <a:ext cx="96" cy="96"/>
                <a:chOff x="4080" y="720"/>
                <a:chExt cx="144" cy="96"/>
              </a:xfrm>
            </p:grpSpPr>
            <p:sp>
              <p:nvSpPr>
                <p:cNvPr id="179256" name="Line 56"/>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57" name="Line 57"/>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1" name="Group 58"/>
              <p:cNvGrpSpPr>
                <a:grpSpLocks/>
              </p:cNvGrpSpPr>
              <p:nvPr/>
            </p:nvGrpSpPr>
            <p:grpSpPr bwMode="auto">
              <a:xfrm>
                <a:off x="1056" y="2064"/>
                <a:ext cx="96" cy="96"/>
                <a:chOff x="4080" y="720"/>
                <a:chExt cx="144" cy="96"/>
              </a:xfrm>
            </p:grpSpPr>
            <p:sp>
              <p:nvSpPr>
                <p:cNvPr id="179259" name="Line 59"/>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60" name="Line 60"/>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2" name="Group 61"/>
              <p:cNvGrpSpPr>
                <a:grpSpLocks/>
              </p:cNvGrpSpPr>
              <p:nvPr/>
            </p:nvGrpSpPr>
            <p:grpSpPr bwMode="auto">
              <a:xfrm>
                <a:off x="1440" y="1008"/>
                <a:ext cx="96" cy="96"/>
                <a:chOff x="4080" y="720"/>
                <a:chExt cx="144" cy="96"/>
              </a:xfrm>
            </p:grpSpPr>
            <p:sp>
              <p:nvSpPr>
                <p:cNvPr id="179262" name="Line 62"/>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63" name="Line 63"/>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3" name="Group 64"/>
              <p:cNvGrpSpPr>
                <a:grpSpLocks/>
              </p:cNvGrpSpPr>
              <p:nvPr/>
            </p:nvGrpSpPr>
            <p:grpSpPr bwMode="auto">
              <a:xfrm>
                <a:off x="1824" y="1008"/>
                <a:ext cx="96" cy="96"/>
                <a:chOff x="4080" y="720"/>
                <a:chExt cx="144" cy="96"/>
              </a:xfrm>
            </p:grpSpPr>
            <p:sp>
              <p:nvSpPr>
                <p:cNvPr id="179265" name="Line 65"/>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66" name="Line 66"/>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4" name="Group 67"/>
              <p:cNvGrpSpPr>
                <a:grpSpLocks/>
              </p:cNvGrpSpPr>
              <p:nvPr/>
            </p:nvGrpSpPr>
            <p:grpSpPr bwMode="auto">
              <a:xfrm>
                <a:off x="1440" y="1344"/>
                <a:ext cx="96" cy="96"/>
                <a:chOff x="4080" y="720"/>
                <a:chExt cx="144" cy="96"/>
              </a:xfrm>
            </p:grpSpPr>
            <p:sp>
              <p:nvSpPr>
                <p:cNvPr id="179268" name="Line 68"/>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69" name="Line 69"/>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5" name="Group 70"/>
              <p:cNvGrpSpPr>
                <a:grpSpLocks/>
              </p:cNvGrpSpPr>
              <p:nvPr/>
            </p:nvGrpSpPr>
            <p:grpSpPr bwMode="auto">
              <a:xfrm>
                <a:off x="1824" y="1344"/>
                <a:ext cx="96" cy="96"/>
                <a:chOff x="4080" y="720"/>
                <a:chExt cx="144" cy="96"/>
              </a:xfrm>
            </p:grpSpPr>
            <p:sp>
              <p:nvSpPr>
                <p:cNvPr id="179271" name="Line 71"/>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72" name="Line 72"/>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6" name="Group 73"/>
              <p:cNvGrpSpPr>
                <a:grpSpLocks/>
              </p:cNvGrpSpPr>
              <p:nvPr/>
            </p:nvGrpSpPr>
            <p:grpSpPr bwMode="auto">
              <a:xfrm>
                <a:off x="1440" y="1680"/>
                <a:ext cx="96" cy="96"/>
                <a:chOff x="4080" y="720"/>
                <a:chExt cx="144" cy="96"/>
              </a:xfrm>
            </p:grpSpPr>
            <p:sp>
              <p:nvSpPr>
                <p:cNvPr id="179274" name="Line 74"/>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75" name="Line 75"/>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7" name="Group 76"/>
              <p:cNvGrpSpPr>
                <a:grpSpLocks/>
              </p:cNvGrpSpPr>
              <p:nvPr/>
            </p:nvGrpSpPr>
            <p:grpSpPr bwMode="auto">
              <a:xfrm>
                <a:off x="1824" y="1680"/>
                <a:ext cx="96" cy="96"/>
                <a:chOff x="4080" y="720"/>
                <a:chExt cx="144" cy="96"/>
              </a:xfrm>
            </p:grpSpPr>
            <p:sp>
              <p:nvSpPr>
                <p:cNvPr id="179277" name="Line 77"/>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78" name="Line 78"/>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8" name="Group 79"/>
              <p:cNvGrpSpPr>
                <a:grpSpLocks/>
              </p:cNvGrpSpPr>
              <p:nvPr/>
            </p:nvGrpSpPr>
            <p:grpSpPr bwMode="auto">
              <a:xfrm>
                <a:off x="1440" y="2064"/>
                <a:ext cx="96" cy="96"/>
                <a:chOff x="4080" y="720"/>
                <a:chExt cx="144" cy="96"/>
              </a:xfrm>
            </p:grpSpPr>
            <p:sp>
              <p:nvSpPr>
                <p:cNvPr id="179280" name="Line 80"/>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81" name="Line 81"/>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29" name="Group 82"/>
              <p:cNvGrpSpPr>
                <a:grpSpLocks/>
              </p:cNvGrpSpPr>
              <p:nvPr/>
            </p:nvGrpSpPr>
            <p:grpSpPr bwMode="auto">
              <a:xfrm>
                <a:off x="1824" y="2064"/>
                <a:ext cx="96" cy="96"/>
                <a:chOff x="4080" y="720"/>
                <a:chExt cx="144" cy="96"/>
              </a:xfrm>
            </p:grpSpPr>
            <p:sp>
              <p:nvSpPr>
                <p:cNvPr id="179283" name="Line 83"/>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84" name="Line 84"/>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30" name="Group 85"/>
              <p:cNvGrpSpPr>
                <a:grpSpLocks/>
              </p:cNvGrpSpPr>
              <p:nvPr/>
            </p:nvGrpSpPr>
            <p:grpSpPr bwMode="auto">
              <a:xfrm>
                <a:off x="2160" y="2064"/>
                <a:ext cx="96" cy="96"/>
                <a:chOff x="4080" y="720"/>
                <a:chExt cx="144" cy="96"/>
              </a:xfrm>
            </p:grpSpPr>
            <p:sp>
              <p:nvSpPr>
                <p:cNvPr id="179286" name="Line 86"/>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87" name="Line 87"/>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31" name="Group 88"/>
              <p:cNvGrpSpPr>
                <a:grpSpLocks/>
              </p:cNvGrpSpPr>
              <p:nvPr/>
            </p:nvGrpSpPr>
            <p:grpSpPr bwMode="auto">
              <a:xfrm>
                <a:off x="384" y="2448"/>
                <a:ext cx="96" cy="96"/>
                <a:chOff x="4080" y="720"/>
                <a:chExt cx="144" cy="96"/>
              </a:xfrm>
            </p:grpSpPr>
            <p:sp>
              <p:nvSpPr>
                <p:cNvPr id="179289" name="Line 89"/>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90" name="Line 90"/>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00" name="Group 91"/>
              <p:cNvGrpSpPr>
                <a:grpSpLocks/>
              </p:cNvGrpSpPr>
              <p:nvPr/>
            </p:nvGrpSpPr>
            <p:grpSpPr bwMode="auto">
              <a:xfrm>
                <a:off x="720" y="2448"/>
                <a:ext cx="96" cy="96"/>
                <a:chOff x="4080" y="720"/>
                <a:chExt cx="144" cy="96"/>
              </a:xfrm>
            </p:grpSpPr>
            <p:sp>
              <p:nvSpPr>
                <p:cNvPr id="179292" name="Line 92"/>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93" name="Line 93"/>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01" name="Group 94"/>
              <p:cNvGrpSpPr>
                <a:grpSpLocks/>
              </p:cNvGrpSpPr>
              <p:nvPr/>
            </p:nvGrpSpPr>
            <p:grpSpPr bwMode="auto">
              <a:xfrm>
                <a:off x="1056" y="2448"/>
                <a:ext cx="96" cy="96"/>
                <a:chOff x="4080" y="720"/>
                <a:chExt cx="144" cy="96"/>
              </a:xfrm>
            </p:grpSpPr>
            <p:sp>
              <p:nvSpPr>
                <p:cNvPr id="179295" name="Line 95"/>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96" name="Line 96"/>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05" name="Group 97"/>
              <p:cNvGrpSpPr>
                <a:grpSpLocks/>
              </p:cNvGrpSpPr>
              <p:nvPr/>
            </p:nvGrpSpPr>
            <p:grpSpPr bwMode="auto">
              <a:xfrm>
                <a:off x="1440" y="2448"/>
                <a:ext cx="96" cy="96"/>
                <a:chOff x="4080" y="720"/>
                <a:chExt cx="144" cy="96"/>
              </a:xfrm>
            </p:grpSpPr>
            <p:sp>
              <p:nvSpPr>
                <p:cNvPr id="179298" name="Line 98"/>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299" name="Line 99"/>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09" name="Group 100"/>
              <p:cNvGrpSpPr>
                <a:grpSpLocks/>
              </p:cNvGrpSpPr>
              <p:nvPr/>
            </p:nvGrpSpPr>
            <p:grpSpPr bwMode="auto">
              <a:xfrm>
                <a:off x="1824" y="2448"/>
                <a:ext cx="96" cy="96"/>
                <a:chOff x="4080" y="720"/>
                <a:chExt cx="144" cy="96"/>
              </a:xfrm>
            </p:grpSpPr>
            <p:sp>
              <p:nvSpPr>
                <p:cNvPr id="179301" name="Line 101"/>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02" name="Line 102"/>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11" name="Group 103"/>
              <p:cNvGrpSpPr>
                <a:grpSpLocks/>
              </p:cNvGrpSpPr>
              <p:nvPr/>
            </p:nvGrpSpPr>
            <p:grpSpPr bwMode="auto">
              <a:xfrm>
                <a:off x="2160" y="2448"/>
                <a:ext cx="96" cy="96"/>
                <a:chOff x="4080" y="720"/>
                <a:chExt cx="144" cy="96"/>
              </a:xfrm>
            </p:grpSpPr>
            <p:sp>
              <p:nvSpPr>
                <p:cNvPr id="179304" name="Line 104"/>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05" name="Line 105"/>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15" name="Group 106"/>
              <p:cNvGrpSpPr>
                <a:grpSpLocks/>
              </p:cNvGrpSpPr>
              <p:nvPr/>
            </p:nvGrpSpPr>
            <p:grpSpPr bwMode="auto">
              <a:xfrm>
                <a:off x="2592" y="1008"/>
                <a:ext cx="96" cy="96"/>
                <a:chOff x="4080" y="720"/>
                <a:chExt cx="144" cy="96"/>
              </a:xfrm>
            </p:grpSpPr>
            <p:sp>
              <p:nvSpPr>
                <p:cNvPr id="179307" name="Line 107"/>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08" name="Line 108"/>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16" name="Group 109"/>
              <p:cNvGrpSpPr>
                <a:grpSpLocks/>
              </p:cNvGrpSpPr>
              <p:nvPr/>
            </p:nvGrpSpPr>
            <p:grpSpPr bwMode="auto">
              <a:xfrm>
                <a:off x="2592" y="1344"/>
                <a:ext cx="96" cy="96"/>
                <a:chOff x="4080" y="720"/>
                <a:chExt cx="144" cy="96"/>
              </a:xfrm>
            </p:grpSpPr>
            <p:sp>
              <p:nvSpPr>
                <p:cNvPr id="179310" name="Line 110"/>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11" name="Line 111"/>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19" name="Group 112"/>
              <p:cNvGrpSpPr>
                <a:grpSpLocks/>
              </p:cNvGrpSpPr>
              <p:nvPr/>
            </p:nvGrpSpPr>
            <p:grpSpPr bwMode="auto">
              <a:xfrm>
                <a:off x="2592" y="1680"/>
                <a:ext cx="96" cy="96"/>
                <a:chOff x="4080" y="720"/>
                <a:chExt cx="144" cy="96"/>
              </a:xfrm>
            </p:grpSpPr>
            <p:sp>
              <p:nvSpPr>
                <p:cNvPr id="179313" name="Line 113"/>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14" name="Line 114"/>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22" name="Group 115"/>
              <p:cNvGrpSpPr>
                <a:grpSpLocks/>
              </p:cNvGrpSpPr>
              <p:nvPr/>
            </p:nvGrpSpPr>
            <p:grpSpPr bwMode="auto">
              <a:xfrm>
                <a:off x="2592" y="2064"/>
                <a:ext cx="96" cy="96"/>
                <a:chOff x="4080" y="720"/>
                <a:chExt cx="144" cy="96"/>
              </a:xfrm>
            </p:grpSpPr>
            <p:sp>
              <p:nvSpPr>
                <p:cNvPr id="179316" name="Line 116"/>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17" name="Line 117"/>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25" name="Group 118"/>
              <p:cNvGrpSpPr>
                <a:grpSpLocks/>
              </p:cNvGrpSpPr>
              <p:nvPr/>
            </p:nvGrpSpPr>
            <p:grpSpPr bwMode="auto">
              <a:xfrm>
                <a:off x="2592" y="2448"/>
                <a:ext cx="96" cy="96"/>
                <a:chOff x="4080" y="720"/>
                <a:chExt cx="144" cy="96"/>
              </a:xfrm>
            </p:grpSpPr>
            <p:sp>
              <p:nvSpPr>
                <p:cNvPr id="179319" name="Line 119"/>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20" name="Line 120"/>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28" name="Group 121"/>
              <p:cNvGrpSpPr>
                <a:grpSpLocks/>
              </p:cNvGrpSpPr>
              <p:nvPr/>
            </p:nvGrpSpPr>
            <p:grpSpPr bwMode="auto">
              <a:xfrm>
                <a:off x="384" y="2832"/>
                <a:ext cx="96" cy="96"/>
                <a:chOff x="4080" y="720"/>
                <a:chExt cx="144" cy="96"/>
              </a:xfrm>
            </p:grpSpPr>
            <p:sp>
              <p:nvSpPr>
                <p:cNvPr id="179322" name="Line 122"/>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23" name="Line 123"/>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31" name="Group 124"/>
              <p:cNvGrpSpPr>
                <a:grpSpLocks/>
              </p:cNvGrpSpPr>
              <p:nvPr/>
            </p:nvGrpSpPr>
            <p:grpSpPr bwMode="auto">
              <a:xfrm>
                <a:off x="720" y="2832"/>
                <a:ext cx="96" cy="96"/>
                <a:chOff x="4080" y="720"/>
                <a:chExt cx="144" cy="96"/>
              </a:xfrm>
            </p:grpSpPr>
            <p:sp>
              <p:nvSpPr>
                <p:cNvPr id="179325" name="Line 125"/>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26" name="Line 126"/>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34" name="Group 127"/>
              <p:cNvGrpSpPr>
                <a:grpSpLocks/>
              </p:cNvGrpSpPr>
              <p:nvPr/>
            </p:nvGrpSpPr>
            <p:grpSpPr bwMode="auto">
              <a:xfrm>
                <a:off x="1056" y="2832"/>
                <a:ext cx="96" cy="96"/>
                <a:chOff x="4080" y="720"/>
                <a:chExt cx="144" cy="96"/>
              </a:xfrm>
            </p:grpSpPr>
            <p:sp>
              <p:nvSpPr>
                <p:cNvPr id="179328" name="Line 128"/>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29" name="Line 129"/>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37" name="Group 130"/>
              <p:cNvGrpSpPr>
                <a:grpSpLocks/>
              </p:cNvGrpSpPr>
              <p:nvPr/>
            </p:nvGrpSpPr>
            <p:grpSpPr bwMode="auto">
              <a:xfrm>
                <a:off x="1440" y="2832"/>
                <a:ext cx="96" cy="96"/>
                <a:chOff x="4080" y="720"/>
                <a:chExt cx="144" cy="96"/>
              </a:xfrm>
            </p:grpSpPr>
            <p:sp>
              <p:nvSpPr>
                <p:cNvPr id="179331" name="Line 131"/>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32" name="Line 132"/>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40" name="Group 133"/>
              <p:cNvGrpSpPr>
                <a:grpSpLocks/>
              </p:cNvGrpSpPr>
              <p:nvPr/>
            </p:nvGrpSpPr>
            <p:grpSpPr bwMode="auto">
              <a:xfrm>
                <a:off x="1824" y="2832"/>
                <a:ext cx="96" cy="96"/>
                <a:chOff x="4080" y="720"/>
                <a:chExt cx="144" cy="96"/>
              </a:xfrm>
            </p:grpSpPr>
            <p:sp>
              <p:nvSpPr>
                <p:cNvPr id="179334" name="Line 134"/>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35" name="Line 135"/>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43" name="Group 136"/>
              <p:cNvGrpSpPr>
                <a:grpSpLocks/>
              </p:cNvGrpSpPr>
              <p:nvPr/>
            </p:nvGrpSpPr>
            <p:grpSpPr bwMode="auto">
              <a:xfrm>
                <a:off x="2160" y="2832"/>
                <a:ext cx="96" cy="96"/>
                <a:chOff x="4080" y="720"/>
                <a:chExt cx="144" cy="96"/>
              </a:xfrm>
            </p:grpSpPr>
            <p:sp>
              <p:nvSpPr>
                <p:cNvPr id="179337" name="Line 137"/>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38" name="Line 138"/>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nvGrpSpPr>
              <p:cNvPr id="179246" name="Group 139"/>
              <p:cNvGrpSpPr>
                <a:grpSpLocks/>
              </p:cNvGrpSpPr>
              <p:nvPr/>
            </p:nvGrpSpPr>
            <p:grpSpPr bwMode="auto">
              <a:xfrm>
                <a:off x="2592" y="2832"/>
                <a:ext cx="96" cy="96"/>
                <a:chOff x="4080" y="720"/>
                <a:chExt cx="144" cy="96"/>
              </a:xfrm>
            </p:grpSpPr>
            <p:sp>
              <p:nvSpPr>
                <p:cNvPr id="179340" name="Line 140"/>
                <p:cNvSpPr>
                  <a:spLocks noChangeShapeType="1"/>
                </p:cNvSpPr>
                <p:nvPr/>
              </p:nvSpPr>
              <p:spPr bwMode="auto">
                <a:xfrm flipH="1">
                  <a:off x="4080" y="720"/>
                  <a:ext cx="144" cy="96"/>
                </a:xfrm>
                <a:prstGeom prst="line">
                  <a:avLst/>
                </a:prstGeom>
                <a:noFill/>
                <a:ln w="25400">
                  <a:solidFill>
                    <a:srgbClr val="99CCFF"/>
                  </a:solidFill>
                  <a:round/>
                  <a:headEnd/>
                  <a:tailEnd/>
                </a:ln>
                <a:effectLst/>
              </p:spPr>
              <p:txBody>
                <a:bodyPr wrap="none"/>
                <a:lstStyle/>
                <a:p>
                  <a:endParaRPr lang="zh-CN" altLang="en-US" sz="2800"/>
                </a:p>
              </p:txBody>
            </p:sp>
            <p:sp>
              <p:nvSpPr>
                <p:cNvPr id="179341" name="Line 141"/>
                <p:cNvSpPr>
                  <a:spLocks noChangeShapeType="1"/>
                </p:cNvSpPr>
                <p:nvPr/>
              </p:nvSpPr>
              <p:spPr bwMode="auto">
                <a:xfrm>
                  <a:off x="4080" y="720"/>
                  <a:ext cx="144" cy="96"/>
                </a:xfrm>
                <a:prstGeom prst="line">
                  <a:avLst/>
                </a:prstGeom>
                <a:noFill/>
                <a:ln w="25400">
                  <a:solidFill>
                    <a:srgbClr val="99CCFF"/>
                  </a:solidFill>
                  <a:round/>
                  <a:headEnd/>
                  <a:tailEnd/>
                </a:ln>
                <a:effectLst/>
              </p:spPr>
              <p:txBody>
                <a:bodyPr wrap="none"/>
                <a:lstStyle/>
                <a:p>
                  <a:endParaRPr lang="zh-CN" altLang="en-US" sz="2800"/>
                </a:p>
              </p:txBody>
            </p:sp>
          </p:grpSp>
        </p:grpSp>
        <p:sp>
          <p:nvSpPr>
            <p:cNvPr id="179342" name="Line 142"/>
            <p:cNvSpPr>
              <a:spLocks noChangeShapeType="1"/>
            </p:cNvSpPr>
            <p:nvPr/>
          </p:nvSpPr>
          <p:spPr bwMode="auto">
            <a:xfrm>
              <a:off x="419" y="2222"/>
              <a:ext cx="2356" cy="0"/>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79343" name="Line 143"/>
            <p:cNvSpPr>
              <a:spLocks noChangeShapeType="1"/>
            </p:cNvSpPr>
            <p:nvPr/>
          </p:nvSpPr>
          <p:spPr bwMode="auto">
            <a:xfrm flipH="1" flipV="1">
              <a:off x="1680" y="672"/>
              <a:ext cx="3" cy="1981"/>
            </a:xfrm>
            <a:prstGeom prst="line">
              <a:avLst/>
            </a:prstGeom>
            <a:noFill/>
            <a:ln w="19050">
              <a:solidFill>
                <a:schemeClr val="tx1"/>
              </a:solidFill>
              <a:round/>
              <a:headEnd/>
              <a:tailEnd type="triangle" w="sm" len="lg"/>
            </a:ln>
            <a:effectLst/>
          </p:spPr>
          <p:txBody>
            <a:bodyPr wrap="none" anchor="ctr"/>
            <a:lstStyle/>
            <a:p>
              <a:endParaRPr lang="zh-CN" altLang="en-US" sz="2800"/>
            </a:p>
          </p:txBody>
        </p:sp>
        <p:sp>
          <p:nvSpPr>
            <p:cNvPr id="179344" name="Text Box 144"/>
            <p:cNvSpPr txBox="1">
              <a:spLocks noChangeArrowheads="1"/>
            </p:cNvSpPr>
            <p:nvPr/>
          </p:nvSpPr>
          <p:spPr bwMode="auto">
            <a:xfrm>
              <a:off x="2592" y="1770"/>
              <a:ext cx="445"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A</a:t>
              </a:r>
            </a:p>
          </p:txBody>
        </p:sp>
        <p:sp>
          <p:nvSpPr>
            <p:cNvPr id="179345" name="Text Box 145"/>
            <p:cNvSpPr txBox="1">
              <a:spLocks noChangeArrowheads="1"/>
            </p:cNvSpPr>
            <p:nvPr/>
          </p:nvSpPr>
          <p:spPr bwMode="auto">
            <a:xfrm>
              <a:off x="1678" y="1065"/>
              <a:ext cx="482"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C</a:t>
              </a:r>
            </a:p>
          </p:txBody>
        </p:sp>
        <p:sp>
          <p:nvSpPr>
            <p:cNvPr id="179346" name="Text Box 146"/>
            <p:cNvSpPr txBox="1">
              <a:spLocks noChangeArrowheads="1"/>
            </p:cNvSpPr>
            <p:nvPr/>
          </p:nvSpPr>
          <p:spPr bwMode="auto">
            <a:xfrm>
              <a:off x="1585" y="2149"/>
              <a:ext cx="116" cy="327"/>
            </a:xfrm>
            <a:prstGeom prst="rect">
              <a:avLst/>
            </a:prstGeom>
            <a:noFill/>
            <a:ln w="9525">
              <a:noFill/>
              <a:miter lim="800000"/>
              <a:headEnd/>
              <a:tailEnd/>
            </a:ln>
            <a:effectLst/>
          </p:spPr>
          <p:txBody>
            <a:bodyPr wrap="none">
              <a:spAutoFit/>
            </a:bodyPr>
            <a:lstStyle/>
            <a:p>
              <a:pPr>
                <a:spcBef>
                  <a:spcPct val="50000"/>
                </a:spcBef>
              </a:pPr>
              <a:endParaRPr lang="zh-CN" altLang="en-US" sz="2800">
                <a:solidFill>
                  <a:schemeClr val="tx1"/>
                </a:solidFill>
              </a:endParaRPr>
            </a:p>
          </p:txBody>
        </p:sp>
        <p:sp>
          <p:nvSpPr>
            <p:cNvPr id="179347" name="Text Box 147"/>
            <p:cNvSpPr txBox="1">
              <a:spLocks noChangeArrowheads="1"/>
            </p:cNvSpPr>
            <p:nvPr/>
          </p:nvSpPr>
          <p:spPr bwMode="auto">
            <a:xfrm>
              <a:off x="618" y="1570"/>
              <a:ext cx="116" cy="327"/>
            </a:xfrm>
            <a:prstGeom prst="rect">
              <a:avLst/>
            </a:prstGeom>
            <a:noFill/>
            <a:ln w="9525">
              <a:noFill/>
              <a:miter lim="800000"/>
              <a:headEnd/>
              <a:tailEnd/>
            </a:ln>
            <a:effectLst/>
          </p:spPr>
          <p:txBody>
            <a:bodyPr wrap="none">
              <a:spAutoFit/>
            </a:bodyPr>
            <a:lstStyle/>
            <a:p>
              <a:pPr>
                <a:spcBef>
                  <a:spcPct val="50000"/>
                </a:spcBef>
              </a:pPr>
              <a:endParaRPr lang="zh-CN" altLang="en-US" sz="2800">
                <a:solidFill>
                  <a:schemeClr val="tx1"/>
                </a:solidFill>
              </a:endParaRPr>
            </a:p>
          </p:txBody>
        </p:sp>
        <p:graphicFrame>
          <p:nvGraphicFramePr>
            <p:cNvPr id="179348" name="Object 148"/>
            <p:cNvGraphicFramePr>
              <a:graphicFrameLocks noChangeAspect="1"/>
            </p:cNvGraphicFramePr>
            <p:nvPr/>
          </p:nvGraphicFramePr>
          <p:xfrm>
            <a:off x="2609" y="2256"/>
            <a:ext cx="271" cy="218"/>
          </p:xfrm>
          <a:graphic>
            <a:graphicData uri="http://schemas.openxmlformats.org/presentationml/2006/ole">
              <p:oleObj spid="_x0000_s1090568" name="公式" r:id="rId8" imgW="177480" imgH="190440" progId="Equation.3">
                <p:embed/>
              </p:oleObj>
            </a:graphicData>
          </a:graphic>
        </p:graphicFrame>
        <p:graphicFrame>
          <p:nvGraphicFramePr>
            <p:cNvPr id="179349" name="Object 149"/>
            <p:cNvGraphicFramePr>
              <a:graphicFrameLocks noChangeAspect="1"/>
            </p:cNvGraphicFramePr>
            <p:nvPr/>
          </p:nvGraphicFramePr>
          <p:xfrm>
            <a:off x="1437" y="672"/>
            <a:ext cx="291" cy="272"/>
          </p:xfrm>
          <a:graphic>
            <a:graphicData uri="http://schemas.openxmlformats.org/presentationml/2006/ole">
              <p:oleObj spid="_x0000_s1090569" name="公式" r:id="rId9" imgW="190440" imgH="241200" progId="Equation.3">
                <p:embed/>
              </p:oleObj>
            </a:graphicData>
          </a:graphic>
        </p:graphicFrame>
        <p:graphicFrame>
          <p:nvGraphicFramePr>
            <p:cNvPr id="179350" name="Object 150"/>
            <p:cNvGraphicFramePr>
              <a:graphicFrameLocks noChangeAspect="1"/>
            </p:cNvGraphicFramePr>
            <p:nvPr/>
          </p:nvGraphicFramePr>
          <p:xfrm>
            <a:off x="1704" y="1940"/>
            <a:ext cx="216" cy="210"/>
          </p:xfrm>
          <a:graphic>
            <a:graphicData uri="http://schemas.openxmlformats.org/presentationml/2006/ole">
              <p:oleObj spid="_x0000_s1090570" name="公式" r:id="rId10" imgW="152280" imgH="177480" progId="Equation.3">
                <p:embed/>
              </p:oleObj>
            </a:graphicData>
          </a:graphic>
        </p:graphicFrame>
        <p:graphicFrame>
          <p:nvGraphicFramePr>
            <p:cNvPr id="179351" name="Object 151"/>
            <p:cNvGraphicFramePr>
              <a:graphicFrameLocks noChangeAspect="1"/>
            </p:cNvGraphicFramePr>
            <p:nvPr/>
          </p:nvGraphicFramePr>
          <p:xfrm>
            <a:off x="669" y="1527"/>
            <a:ext cx="206" cy="234"/>
          </p:xfrm>
          <a:graphic>
            <a:graphicData uri="http://schemas.openxmlformats.org/presentationml/2006/ole">
              <p:oleObj spid="_x0000_s1090571" name="Equation" r:id="rId11" imgW="164880" imgH="228600" progId="Equation.3">
                <p:embed/>
              </p:oleObj>
            </a:graphicData>
          </a:graphic>
        </p:graphicFrame>
        <p:grpSp>
          <p:nvGrpSpPr>
            <p:cNvPr id="179249" name="Group 152"/>
            <p:cNvGrpSpPr>
              <a:grpSpLocks/>
            </p:cNvGrpSpPr>
            <p:nvPr/>
          </p:nvGrpSpPr>
          <p:grpSpPr bwMode="auto">
            <a:xfrm>
              <a:off x="1368" y="1949"/>
              <a:ext cx="360" cy="739"/>
              <a:chOff x="1368" y="1997"/>
              <a:chExt cx="353" cy="693"/>
            </a:xfrm>
          </p:grpSpPr>
          <p:sp>
            <p:nvSpPr>
              <p:cNvPr id="179353" name="Line 153"/>
              <p:cNvSpPr>
                <a:spLocks noChangeShapeType="1"/>
              </p:cNvSpPr>
              <p:nvPr/>
            </p:nvSpPr>
            <p:spPr bwMode="auto">
              <a:xfrm>
                <a:off x="1683" y="1997"/>
                <a:ext cx="0" cy="669"/>
              </a:xfrm>
              <a:prstGeom prst="line">
                <a:avLst/>
              </a:prstGeom>
              <a:noFill/>
              <a:ln w="38100">
                <a:solidFill>
                  <a:srgbClr val="FF0066"/>
                </a:solidFill>
                <a:round/>
                <a:headEnd/>
                <a:tailEnd type="triangle" w="sm" len="lg"/>
              </a:ln>
              <a:effectLst/>
            </p:spPr>
            <p:txBody>
              <a:bodyPr wrap="none" anchor="ctr"/>
              <a:lstStyle/>
              <a:p>
                <a:endParaRPr lang="zh-CN" altLang="en-US" sz="2800"/>
              </a:p>
            </p:txBody>
          </p:sp>
          <p:graphicFrame>
            <p:nvGraphicFramePr>
              <p:cNvPr id="179354" name="Object 154"/>
              <p:cNvGraphicFramePr>
                <a:graphicFrameLocks noChangeAspect="1"/>
              </p:cNvGraphicFramePr>
              <p:nvPr/>
            </p:nvGraphicFramePr>
            <p:xfrm>
              <a:off x="1368" y="2373"/>
              <a:ext cx="353" cy="317"/>
            </p:xfrm>
            <a:graphic>
              <a:graphicData uri="http://schemas.openxmlformats.org/presentationml/2006/ole">
                <p:oleObj spid="_x0000_s1090578" name="Equation" r:id="rId12" imgW="164880" imgH="228600" progId="Equation.3">
                  <p:embed/>
                </p:oleObj>
              </a:graphicData>
            </a:graphic>
          </p:graphicFrame>
        </p:grpSp>
        <p:graphicFrame>
          <p:nvGraphicFramePr>
            <p:cNvPr id="179355" name="Object 155"/>
            <p:cNvGraphicFramePr>
              <a:graphicFrameLocks noChangeAspect="1"/>
            </p:cNvGraphicFramePr>
            <p:nvPr/>
          </p:nvGraphicFramePr>
          <p:xfrm>
            <a:off x="1880" y="1589"/>
            <a:ext cx="412" cy="257"/>
          </p:xfrm>
          <a:graphic>
            <a:graphicData uri="http://schemas.openxmlformats.org/presentationml/2006/ole">
              <p:oleObj spid="_x0000_s1090572" name="Equation" r:id="rId13" imgW="393480" imgH="291960" progId="Equation.3">
                <p:embed/>
              </p:oleObj>
            </a:graphicData>
          </a:graphic>
        </p:graphicFrame>
        <p:sp>
          <p:nvSpPr>
            <p:cNvPr id="179356" name="Rectangle 156"/>
            <p:cNvSpPr>
              <a:spLocks noChangeArrowheads="1"/>
            </p:cNvSpPr>
            <p:nvPr/>
          </p:nvSpPr>
          <p:spPr bwMode="auto">
            <a:xfrm>
              <a:off x="793" y="1957"/>
              <a:ext cx="131" cy="54"/>
            </a:xfrm>
            <a:prstGeom prst="rect">
              <a:avLst/>
            </a:prstGeom>
            <a:solidFill>
              <a:schemeClr val="bg1"/>
            </a:solidFill>
            <a:ln w="9525">
              <a:noFill/>
              <a:miter lim="800000"/>
              <a:headEnd/>
              <a:tailEnd/>
            </a:ln>
            <a:effectLst/>
          </p:spPr>
          <p:txBody>
            <a:bodyPr wrap="none" anchor="ctr"/>
            <a:lstStyle/>
            <a:p>
              <a:endParaRPr lang="zh-CN" altLang="en-US" sz="2800"/>
            </a:p>
          </p:txBody>
        </p:sp>
        <p:sp>
          <p:nvSpPr>
            <p:cNvPr id="179357" name="Rectangle 157"/>
            <p:cNvSpPr>
              <a:spLocks noChangeArrowheads="1"/>
            </p:cNvSpPr>
            <p:nvPr/>
          </p:nvSpPr>
          <p:spPr bwMode="auto">
            <a:xfrm>
              <a:off x="2429" y="1957"/>
              <a:ext cx="132" cy="54"/>
            </a:xfrm>
            <a:prstGeom prst="rect">
              <a:avLst/>
            </a:prstGeom>
            <a:solidFill>
              <a:schemeClr val="bg1"/>
            </a:solidFill>
            <a:ln w="9525">
              <a:noFill/>
              <a:miter lim="800000"/>
              <a:headEnd/>
              <a:tailEnd/>
            </a:ln>
            <a:effectLst/>
          </p:spPr>
          <p:txBody>
            <a:bodyPr wrap="none" anchor="ctr"/>
            <a:lstStyle/>
            <a:p>
              <a:endParaRPr lang="zh-CN" altLang="en-US" sz="2800"/>
            </a:p>
          </p:txBody>
        </p:sp>
        <p:sp>
          <p:nvSpPr>
            <p:cNvPr id="179358" name="Line 158"/>
            <p:cNvSpPr>
              <a:spLocks noChangeShapeType="1"/>
            </p:cNvSpPr>
            <p:nvPr/>
          </p:nvSpPr>
          <p:spPr bwMode="auto">
            <a:xfrm flipH="1" flipV="1">
              <a:off x="624" y="1200"/>
              <a:ext cx="384" cy="384"/>
            </a:xfrm>
            <a:prstGeom prst="line">
              <a:avLst/>
            </a:prstGeom>
            <a:noFill/>
            <a:ln w="44450">
              <a:solidFill>
                <a:srgbClr val="FF0000"/>
              </a:solidFill>
              <a:round/>
              <a:headEnd/>
              <a:tailEnd type="triangle" w="sm" len="lg"/>
            </a:ln>
            <a:effectLst/>
          </p:spPr>
          <p:txBody>
            <a:bodyPr wrap="none" anchor="ctr"/>
            <a:lstStyle/>
            <a:p>
              <a:endParaRPr lang="zh-CN" altLang="en-US" sz="2800"/>
            </a:p>
          </p:txBody>
        </p:sp>
        <p:graphicFrame>
          <p:nvGraphicFramePr>
            <p:cNvPr id="179359" name="Object 159"/>
            <p:cNvGraphicFramePr>
              <a:graphicFrameLocks noChangeAspect="1"/>
            </p:cNvGraphicFramePr>
            <p:nvPr/>
          </p:nvGraphicFramePr>
          <p:xfrm>
            <a:off x="2258" y="1949"/>
            <a:ext cx="273" cy="319"/>
          </p:xfrm>
          <a:graphic>
            <a:graphicData uri="http://schemas.openxmlformats.org/presentationml/2006/ole">
              <p:oleObj spid="_x0000_s1090573" name="公式" r:id="rId14" imgW="164880" imgH="228600" progId="Equation.3">
                <p:embed/>
              </p:oleObj>
            </a:graphicData>
          </a:graphic>
        </p:graphicFrame>
        <p:graphicFrame>
          <p:nvGraphicFramePr>
            <p:cNvPr id="179360" name="Object 160"/>
            <p:cNvGraphicFramePr>
              <a:graphicFrameLocks noChangeAspect="1"/>
            </p:cNvGraphicFramePr>
            <p:nvPr/>
          </p:nvGraphicFramePr>
          <p:xfrm>
            <a:off x="2400" y="624"/>
            <a:ext cx="301" cy="308"/>
          </p:xfrm>
          <a:graphic>
            <a:graphicData uri="http://schemas.openxmlformats.org/presentationml/2006/ole">
              <p:oleObj spid="_x0000_s1090574" name="Equation" r:id="rId15" imgW="215640" imgH="266400" progId="Equation.3">
                <p:embed/>
              </p:oleObj>
            </a:graphicData>
          </a:graphic>
        </p:graphicFrame>
        <p:sp>
          <p:nvSpPr>
            <p:cNvPr id="179361" name="Line 161"/>
            <p:cNvSpPr>
              <a:spLocks noChangeShapeType="1"/>
            </p:cNvSpPr>
            <p:nvPr/>
          </p:nvSpPr>
          <p:spPr bwMode="auto">
            <a:xfrm flipH="1" flipV="1">
              <a:off x="968" y="1714"/>
              <a:ext cx="720" cy="487"/>
            </a:xfrm>
            <a:prstGeom prst="line">
              <a:avLst/>
            </a:prstGeom>
            <a:noFill/>
            <a:ln w="19050">
              <a:solidFill>
                <a:schemeClr val="tx1"/>
              </a:solidFill>
              <a:prstDash val="dash"/>
              <a:round/>
              <a:headEnd/>
              <a:tailEnd type="none" w="sm" len="lg"/>
            </a:ln>
            <a:effectLst/>
          </p:spPr>
          <p:txBody>
            <a:bodyPr wrap="none" anchor="ctr"/>
            <a:lstStyle/>
            <a:p>
              <a:endParaRPr lang="zh-CN" altLang="en-US" sz="2800"/>
            </a:p>
          </p:txBody>
        </p:sp>
        <p:sp>
          <p:nvSpPr>
            <p:cNvPr id="179362" name="Line 162"/>
            <p:cNvSpPr>
              <a:spLocks noChangeShapeType="1"/>
            </p:cNvSpPr>
            <p:nvPr/>
          </p:nvSpPr>
          <p:spPr bwMode="auto">
            <a:xfrm flipH="1" flipV="1">
              <a:off x="1146" y="1527"/>
              <a:ext cx="564" cy="683"/>
            </a:xfrm>
            <a:prstGeom prst="line">
              <a:avLst/>
            </a:prstGeom>
            <a:noFill/>
            <a:ln w="19050">
              <a:solidFill>
                <a:schemeClr val="tx1"/>
              </a:solidFill>
              <a:prstDash val="dash"/>
              <a:round/>
              <a:headEnd/>
              <a:tailEnd type="none" w="sm" len="lg"/>
            </a:ln>
            <a:effectLst/>
          </p:spPr>
          <p:txBody>
            <a:bodyPr wrap="none" anchor="ctr"/>
            <a:lstStyle/>
            <a:p>
              <a:endParaRPr lang="zh-CN" altLang="en-US" sz="2800"/>
            </a:p>
          </p:txBody>
        </p:sp>
        <p:sp>
          <p:nvSpPr>
            <p:cNvPr id="179363" name="Line 163"/>
            <p:cNvSpPr>
              <a:spLocks noChangeShapeType="1"/>
            </p:cNvSpPr>
            <p:nvPr/>
          </p:nvSpPr>
          <p:spPr bwMode="auto">
            <a:xfrm flipH="1" flipV="1">
              <a:off x="793" y="1940"/>
              <a:ext cx="917" cy="270"/>
            </a:xfrm>
            <a:prstGeom prst="line">
              <a:avLst/>
            </a:prstGeom>
            <a:noFill/>
            <a:ln w="12700">
              <a:solidFill>
                <a:schemeClr val="tx1"/>
              </a:solidFill>
              <a:prstDash val="dash"/>
              <a:round/>
              <a:headEnd/>
              <a:tailEnd type="none" w="sm" len="lg"/>
            </a:ln>
            <a:effectLst/>
          </p:spPr>
          <p:txBody>
            <a:bodyPr wrap="none" anchor="ctr"/>
            <a:lstStyle/>
            <a:p>
              <a:endParaRPr lang="zh-CN" altLang="en-US" sz="2800"/>
            </a:p>
          </p:txBody>
        </p:sp>
        <p:sp>
          <p:nvSpPr>
            <p:cNvPr id="179364" name="Line 164"/>
            <p:cNvSpPr>
              <a:spLocks noChangeShapeType="1"/>
            </p:cNvSpPr>
            <p:nvPr/>
          </p:nvSpPr>
          <p:spPr bwMode="auto">
            <a:xfrm flipV="1">
              <a:off x="1724" y="1949"/>
              <a:ext cx="794" cy="258"/>
            </a:xfrm>
            <a:prstGeom prst="line">
              <a:avLst/>
            </a:prstGeom>
            <a:noFill/>
            <a:ln w="12700">
              <a:solidFill>
                <a:schemeClr val="tx1"/>
              </a:solidFill>
              <a:prstDash val="dash"/>
              <a:round/>
              <a:headEnd/>
              <a:tailEnd type="none" w="sm" len="lg"/>
            </a:ln>
            <a:effectLst/>
          </p:spPr>
          <p:txBody>
            <a:bodyPr wrap="none" anchor="ctr"/>
            <a:lstStyle/>
            <a:p>
              <a:endParaRPr lang="zh-CN" altLang="en-US" sz="2800"/>
            </a:p>
          </p:txBody>
        </p:sp>
        <p:graphicFrame>
          <p:nvGraphicFramePr>
            <p:cNvPr id="179365" name="Object 165"/>
            <p:cNvGraphicFramePr>
              <a:graphicFrameLocks noChangeAspect="1"/>
            </p:cNvGraphicFramePr>
            <p:nvPr/>
          </p:nvGraphicFramePr>
          <p:xfrm>
            <a:off x="466" y="849"/>
            <a:ext cx="446" cy="340"/>
          </p:xfrm>
          <a:graphic>
            <a:graphicData uri="http://schemas.openxmlformats.org/presentationml/2006/ole">
              <p:oleObj spid="_x0000_s1090575" name="Equation" r:id="rId16" imgW="253800" imgH="228600" progId="Equation.3">
                <p:embed/>
              </p:oleObj>
            </a:graphicData>
          </a:graphic>
        </p:graphicFrame>
        <p:graphicFrame>
          <p:nvGraphicFramePr>
            <p:cNvPr id="179366" name="Object 166"/>
            <p:cNvGraphicFramePr>
              <a:graphicFrameLocks noChangeAspect="1"/>
            </p:cNvGraphicFramePr>
            <p:nvPr/>
          </p:nvGraphicFramePr>
          <p:xfrm>
            <a:off x="908" y="1212"/>
            <a:ext cx="436" cy="268"/>
          </p:xfrm>
          <a:graphic>
            <a:graphicData uri="http://schemas.openxmlformats.org/presentationml/2006/ole">
              <p:oleObj spid="_x0000_s1090576" name="Equation" r:id="rId17" imgW="393480" imgH="291960" progId="Equation.3">
                <p:embed/>
              </p:oleObj>
            </a:graphicData>
          </a:graphic>
        </p:graphicFrame>
        <p:sp>
          <p:nvSpPr>
            <p:cNvPr id="179367" name="Text Box 167"/>
            <p:cNvSpPr txBox="1">
              <a:spLocks noChangeArrowheads="1"/>
            </p:cNvSpPr>
            <p:nvPr/>
          </p:nvSpPr>
          <p:spPr bwMode="auto">
            <a:xfrm>
              <a:off x="1683" y="2090"/>
              <a:ext cx="358" cy="330"/>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1C1C1C"/>
                  </a:solidFill>
                </a:rPr>
                <a:t>o</a:t>
              </a:r>
            </a:p>
          </p:txBody>
        </p:sp>
        <p:grpSp>
          <p:nvGrpSpPr>
            <p:cNvPr id="179252" name="Group 168"/>
            <p:cNvGrpSpPr>
              <a:grpSpLocks/>
            </p:cNvGrpSpPr>
            <p:nvPr/>
          </p:nvGrpSpPr>
          <p:grpSpPr bwMode="auto">
            <a:xfrm>
              <a:off x="796" y="1949"/>
              <a:ext cx="283" cy="319"/>
              <a:chOff x="1104" y="2793"/>
              <a:chExt cx="288" cy="326"/>
            </a:xfrm>
          </p:grpSpPr>
          <p:graphicFrame>
            <p:nvGraphicFramePr>
              <p:cNvPr id="179369" name="Object 169"/>
              <p:cNvGraphicFramePr>
                <a:graphicFrameLocks noChangeAspect="1"/>
              </p:cNvGraphicFramePr>
              <p:nvPr/>
            </p:nvGraphicFramePr>
            <p:xfrm>
              <a:off x="1104" y="2793"/>
              <a:ext cx="277" cy="326"/>
            </p:xfrm>
            <a:graphic>
              <a:graphicData uri="http://schemas.openxmlformats.org/presentationml/2006/ole">
                <p:oleObj spid="_x0000_s1090577" name="公式" r:id="rId18" imgW="164880" imgH="228600" progId="Equation.3">
                  <p:embed/>
                </p:oleObj>
              </a:graphicData>
            </a:graphic>
          </p:graphicFrame>
          <p:sp>
            <p:nvSpPr>
              <p:cNvPr id="179370" name="Freeform 170"/>
              <p:cNvSpPr>
                <a:spLocks/>
              </p:cNvSpPr>
              <p:nvPr/>
            </p:nvSpPr>
            <p:spPr bwMode="auto">
              <a:xfrm>
                <a:off x="1344" y="2880"/>
                <a:ext cx="48" cy="192"/>
              </a:xfrm>
              <a:custGeom>
                <a:avLst/>
                <a:gdLst/>
                <a:ahLst/>
                <a:cxnLst>
                  <a:cxn ang="0">
                    <a:pos x="70" y="0"/>
                  </a:cxn>
                  <a:cxn ang="0">
                    <a:pos x="10" y="72"/>
                  </a:cxn>
                  <a:cxn ang="0">
                    <a:pos x="10" y="168"/>
                  </a:cxn>
                </a:cxnLst>
                <a:rect l="0" t="0" r="r" b="b"/>
                <a:pathLst>
                  <a:path w="70" h="168">
                    <a:moveTo>
                      <a:pt x="70" y="0"/>
                    </a:moveTo>
                    <a:cubicBezTo>
                      <a:pt x="60" y="12"/>
                      <a:pt x="20" y="44"/>
                      <a:pt x="10" y="72"/>
                    </a:cubicBezTo>
                    <a:cubicBezTo>
                      <a:pt x="0" y="100"/>
                      <a:pt x="10" y="148"/>
                      <a:pt x="10" y="168"/>
                    </a:cubicBezTo>
                  </a:path>
                </a:pathLst>
              </a:custGeom>
              <a:noFill/>
              <a:ln w="28575" cmpd="sng">
                <a:solidFill>
                  <a:srgbClr val="FF0000"/>
                </a:solidFill>
                <a:round/>
                <a:headEnd/>
                <a:tailEnd/>
              </a:ln>
              <a:effectLst/>
            </p:spPr>
            <p:txBody>
              <a:bodyPr wrap="none"/>
              <a:lstStyle/>
              <a:p>
                <a:endParaRPr lang="zh-CN" altLang="en-US" sz="2800"/>
              </a:p>
            </p:txBody>
          </p:sp>
        </p:grpSp>
        <p:sp>
          <p:nvSpPr>
            <p:cNvPr id="179371" name="Text Box 171"/>
            <p:cNvSpPr txBox="1">
              <a:spLocks noChangeArrowheads="1"/>
            </p:cNvSpPr>
            <p:nvPr/>
          </p:nvSpPr>
          <p:spPr bwMode="auto">
            <a:xfrm>
              <a:off x="554" y="1770"/>
              <a:ext cx="694"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B</a:t>
              </a:r>
            </a:p>
          </p:txBody>
        </p:sp>
        <p:sp>
          <p:nvSpPr>
            <p:cNvPr id="179372" name="AutoShape 172"/>
            <p:cNvSpPr>
              <a:spLocks noChangeArrowheads="1"/>
            </p:cNvSpPr>
            <p:nvPr/>
          </p:nvSpPr>
          <p:spPr bwMode="auto">
            <a:xfrm rot="2449263">
              <a:off x="968" y="1473"/>
              <a:ext cx="138" cy="245"/>
            </a:xfrm>
            <a:prstGeom prst="upArrow">
              <a:avLst>
                <a:gd name="adj1" fmla="val 50000"/>
                <a:gd name="adj2" fmla="val 91546"/>
              </a:avLst>
            </a:prstGeom>
            <a:solidFill>
              <a:srgbClr val="F8ECFE"/>
            </a:solidFill>
            <a:ln w="28575">
              <a:solidFill>
                <a:srgbClr val="CC00CC"/>
              </a:solidFill>
              <a:miter lim="800000"/>
              <a:headEnd/>
              <a:tailEnd/>
            </a:ln>
            <a:effectLst/>
          </p:spPr>
          <p:txBody>
            <a:bodyPr vert="eaVert" wrap="none" anchor="ctr"/>
            <a:lstStyle/>
            <a:p>
              <a:endParaRPr lang="zh-CN" altLang="en-US" sz="2800"/>
            </a:p>
          </p:txBody>
        </p:sp>
      </p:grpSp>
      <p:grpSp>
        <p:nvGrpSpPr>
          <p:cNvPr id="179255" name="Group 173"/>
          <p:cNvGrpSpPr>
            <a:grpSpLocks/>
          </p:cNvGrpSpPr>
          <p:nvPr/>
        </p:nvGrpSpPr>
        <p:grpSpPr bwMode="auto">
          <a:xfrm>
            <a:off x="6238875" y="4113212"/>
            <a:ext cx="598488" cy="642938"/>
            <a:chOff x="1255" y="1536"/>
            <a:chExt cx="377" cy="405"/>
          </a:xfrm>
        </p:grpSpPr>
        <p:sp>
          <p:nvSpPr>
            <p:cNvPr id="179374" name="Freeform 174"/>
            <p:cNvSpPr>
              <a:spLocks/>
            </p:cNvSpPr>
            <p:nvPr/>
          </p:nvSpPr>
          <p:spPr bwMode="auto">
            <a:xfrm>
              <a:off x="1255" y="1842"/>
              <a:ext cx="106" cy="99"/>
            </a:xfrm>
            <a:custGeom>
              <a:avLst/>
              <a:gdLst/>
              <a:ahLst/>
              <a:cxnLst>
                <a:cxn ang="0">
                  <a:pos x="108" y="0"/>
                </a:cxn>
                <a:cxn ang="0">
                  <a:pos x="48" y="18"/>
                </a:cxn>
                <a:cxn ang="0">
                  <a:pos x="12" y="48"/>
                </a:cxn>
                <a:cxn ang="0">
                  <a:pos x="0" y="102"/>
                </a:cxn>
              </a:cxnLst>
              <a:rect l="0" t="0" r="r" b="b"/>
              <a:pathLst>
                <a:path w="108" h="102">
                  <a:moveTo>
                    <a:pt x="108" y="0"/>
                  </a:moveTo>
                  <a:cubicBezTo>
                    <a:pt x="98" y="3"/>
                    <a:pt x="64" y="10"/>
                    <a:pt x="48" y="18"/>
                  </a:cubicBezTo>
                  <a:cubicBezTo>
                    <a:pt x="32" y="26"/>
                    <a:pt x="20" y="34"/>
                    <a:pt x="12" y="48"/>
                  </a:cubicBezTo>
                  <a:cubicBezTo>
                    <a:pt x="4" y="62"/>
                    <a:pt x="2" y="91"/>
                    <a:pt x="0" y="102"/>
                  </a:cubicBezTo>
                </a:path>
              </a:pathLst>
            </a:custGeom>
            <a:noFill/>
            <a:ln w="31750" cmpd="sng">
              <a:solidFill>
                <a:srgbClr val="9933FF"/>
              </a:solidFill>
              <a:round/>
              <a:headEnd/>
              <a:tailEnd/>
            </a:ln>
            <a:effectLst/>
          </p:spPr>
          <p:txBody>
            <a:bodyPr wrap="none"/>
            <a:lstStyle/>
            <a:p>
              <a:endParaRPr lang="zh-CN" altLang="en-US" sz="2800"/>
            </a:p>
          </p:txBody>
        </p:sp>
        <p:grpSp>
          <p:nvGrpSpPr>
            <p:cNvPr id="179258" name="Group 175"/>
            <p:cNvGrpSpPr>
              <a:grpSpLocks/>
            </p:cNvGrpSpPr>
            <p:nvPr/>
          </p:nvGrpSpPr>
          <p:grpSpPr bwMode="auto">
            <a:xfrm>
              <a:off x="1344" y="1536"/>
              <a:ext cx="288" cy="256"/>
              <a:chOff x="1344" y="1536"/>
              <a:chExt cx="288" cy="256"/>
            </a:xfrm>
          </p:grpSpPr>
          <p:sp>
            <p:nvSpPr>
              <p:cNvPr id="179376" name="AutoShape 176"/>
              <p:cNvSpPr>
                <a:spLocks noChangeArrowheads="1"/>
              </p:cNvSpPr>
              <p:nvPr/>
            </p:nvSpPr>
            <p:spPr bwMode="auto">
              <a:xfrm>
                <a:off x="1344" y="1536"/>
                <a:ext cx="288" cy="235"/>
              </a:xfrm>
              <a:prstGeom prst="wedgeRectCallout">
                <a:avLst>
                  <a:gd name="adj1" fmla="val -47222"/>
                  <a:gd name="adj2" fmla="val 102764"/>
                </a:avLst>
              </a:prstGeom>
              <a:gradFill rotWithShape="0">
                <a:gsLst>
                  <a:gs pos="0">
                    <a:schemeClr val="accent1"/>
                  </a:gs>
                  <a:gs pos="100000">
                    <a:srgbClr val="FFFFFF"/>
                  </a:gs>
                </a:gsLst>
                <a:lin ang="5400000" scaled="1"/>
              </a:gradFill>
              <a:ln w="12700">
                <a:solidFill>
                  <a:srgbClr val="33CC33"/>
                </a:solidFill>
                <a:miter lim="800000"/>
                <a:headEnd/>
                <a:tailEnd/>
              </a:ln>
              <a:effectLst/>
            </p:spPr>
            <p:txBody>
              <a:bodyPr/>
              <a:lstStyle/>
              <a:p>
                <a:pPr algn="ctr"/>
                <a:endParaRPr lang="zh-CN" altLang="en-US" sz="2800">
                  <a:solidFill>
                    <a:srgbClr val="1C1C1C"/>
                  </a:solidFill>
                </a:endParaRPr>
              </a:p>
            </p:txBody>
          </p:sp>
          <p:graphicFrame>
            <p:nvGraphicFramePr>
              <p:cNvPr id="179377" name="Object 177"/>
              <p:cNvGraphicFramePr>
                <a:graphicFrameLocks noChangeAspect="1"/>
              </p:cNvGraphicFramePr>
              <p:nvPr/>
            </p:nvGraphicFramePr>
            <p:xfrm>
              <a:off x="1344" y="1536"/>
              <a:ext cx="288" cy="256"/>
            </p:xfrm>
            <a:graphic>
              <a:graphicData uri="http://schemas.openxmlformats.org/presentationml/2006/ole">
                <p:oleObj spid="_x0000_s1090567" name="公式" r:id="rId19" imgW="228600" imgH="177480" progId="Equation.3">
                  <p:embed/>
                </p:oleObj>
              </a:graphicData>
            </a:graphic>
          </p:graphicFrame>
        </p:grpSp>
      </p:grpSp>
      <p:grpSp>
        <p:nvGrpSpPr>
          <p:cNvPr id="179261" name="Group 178"/>
          <p:cNvGrpSpPr>
            <a:grpSpLocks/>
          </p:cNvGrpSpPr>
          <p:nvPr/>
        </p:nvGrpSpPr>
        <p:grpSpPr bwMode="auto">
          <a:xfrm>
            <a:off x="5694363" y="4532312"/>
            <a:ext cx="552450" cy="723900"/>
            <a:chOff x="912" y="1800"/>
            <a:chExt cx="348" cy="456"/>
          </a:xfrm>
        </p:grpSpPr>
        <p:graphicFrame>
          <p:nvGraphicFramePr>
            <p:cNvPr id="179379" name="Object 179"/>
            <p:cNvGraphicFramePr>
              <a:graphicFrameLocks noChangeAspect="1"/>
            </p:cNvGraphicFramePr>
            <p:nvPr/>
          </p:nvGraphicFramePr>
          <p:xfrm>
            <a:off x="912" y="1800"/>
            <a:ext cx="186" cy="264"/>
          </p:xfrm>
          <a:graphic>
            <a:graphicData uri="http://schemas.openxmlformats.org/presentationml/2006/ole">
              <p:oleObj spid="_x0000_s1090566" name="Equation" r:id="rId20" imgW="126720" imgH="177480" progId="Equation.3">
                <p:embed/>
              </p:oleObj>
            </a:graphicData>
          </a:graphic>
        </p:graphicFrame>
        <p:sp>
          <p:nvSpPr>
            <p:cNvPr id="179380" name="Freeform 180"/>
            <p:cNvSpPr>
              <a:spLocks/>
            </p:cNvSpPr>
            <p:nvPr/>
          </p:nvSpPr>
          <p:spPr bwMode="auto">
            <a:xfrm>
              <a:off x="1152" y="1968"/>
              <a:ext cx="108" cy="288"/>
            </a:xfrm>
            <a:custGeom>
              <a:avLst/>
              <a:gdLst/>
              <a:ahLst/>
              <a:cxnLst>
                <a:cxn ang="0">
                  <a:pos x="110" y="0"/>
                </a:cxn>
                <a:cxn ang="0">
                  <a:pos x="34" y="43"/>
                </a:cxn>
                <a:cxn ang="0">
                  <a:pos x="2" y="109"/>
                </a:cxn>
                <a:cxn ang="0">
                  <a:pos x="24" y="282"/>
                </a:cxn>
              </a:cxnLst>
              <a:rect l="0" t="0" r="r" b="b"/>
              <a:pathLst>
                <a:path w="110" h="282">
                  <a:moveTo>
                    <a:pt x="110" y="0"/>
                  </a:moveTo>
                  <a:cubicBezTo>
                    <a:pt x="99" y="7"/>
                    <a:pt x="52" y="25"/>
                    <a:pt x="34" y="43"/>
                  </a:cubicBezTo>
                  <a:cubicBezTo>
                    <a:pt x="16" y="61"/>
                    <a:pt x="4" y="69"/>
                    <a:pt x="2" y="109"/>
                  </a:cubicBezTo>
                  <a:cubicBezTo>
                    <a:pt x="0" y="149"/>
                    <a:pt x="20" y="246"/>
                    <a:pt x="24" y="282"/>
                  </a:cubicBezTo>
                </a:path>
              </a:pathLst>
            </a:custGeom>
            <a:noFill/>
            <a:ln w="31750">
              <a:solidFill>
                <a:srgbClr val="FF00FF"/>
              </a:solidFill>
              <a:round/>
              <a:headEnd/>
              <a:tailEnd/>
            </a:ln>
            <a:effectLst/>
          </p:spPr>
          <p:txBody>
            <a:bodyPr wrap="none"/>
            <a:lstStyle/>
            <a:p>
              <a:endParaRPr lang="zh-CN" altLang="en-US" sz="2800"/>
            </a:p>
          </p:txBody>
        </p:sp>
      </p:grpSp>
      <p:grpSp>
        <p:nvGrpSpPr>
          <p:cNvPr id="179264" name="Group 181"/>
          <p:cNvGrpSpPr>
            <a:grpSpLocks/>
          </p:cNvGrpSpPr>
          <p:nvPr/>
        </p:nvGrpSpPr>
        <p:grpSpPr bwMode="auto">
          <a:xfrm>
            <a:off x="457200" y="2513012"/>
            <a:ext cx="3840163" cy="587375"/>
            <a:chOff x="336" y="3600"/>
            <a:chExt cx="2419" cy="370"/>
          </a:xfrm>
        </p:grpSpPr>
        <p:graphicFrame>
          <p:nvGraphicFramePr>
            <p:cNvPr id="179382" name="Object 182"/>
            <p:cNvGraphicFramePr>
              <a:graphicFrameLocks noChangeAspect="1"/>
            </p:cNvGraphicFramePr>
            <p:nvPr/>
          </p:nvGraphicFramePr>
          <p:xfrm>
            <a:off x="1008" y="3600"/>
            <a:ext cx="1747" cy="370"/>
          </p:xfrm>
          <a:graphic>
            <a:graphicData uri="http://schemas.openxmlformats.org/presentationml/2006/ole">
              <p:oleObj spid="_x0000_s1090565" name="Equation" r:id="rId21" imgW="1688760" imgH="393480" progId="Equation.3">
                <p:embed/>
              </p:oleObj>
            </a:graphicData>
          </a:graphic>
        </p:graphicFrame>
        <p:sp>
          <p:nvSpPr>
            <p:cNvPr id="179383" name="Text Box 183"/>
            <p:cNvSpPr txBox="1">
              <a:spLocks noChangeArrowheads="1"/>
            </p:cNvSpPr>
            <p:nvPr/>
          </p:nvSpPr>
          <p:spPr bwMode="auto">
            <a:xfrm>
              <a:off x="336" y="3609"/>
              <a:ext cx="1162" cy="327"/>
            </a:xfrm>
            <a:prstGeom prst="rect">
              <a:avLst/>
            </a:prstGeom>
            <a:noFill/>
            <a:ln w="9525">
              <a:noFill/>
              <a:miter lim="800000"/>
              <a:headEnd/>
              <a:tailEnd/>
            </a:ln>
            <a:effectLst/>
          </p:spPr>
          <p:txBody>
            <a:bodyPr>
              <a:spAutoFit/>
            </a:bodyPr>
            <a:lstStyle/>
            <a:p>
              <a:r>
                <a:rPr lang="zh-CN" altLang="en-US" sz="2800">
                  <a:solidFill>
                    <a:srgbClr val="CC0000"/>
                  </a:solidFill>
                </a:rPr>
                <a:t>由于</a:t>
              </a:r>
            </a:p>
          </p:txBody>
        </p:sp>
      </p:grpSp>
      <p:grpSp>
        <p:nvGrpSpPr>
          <p:cNvPr id="179267" name="Group 184"/>
          <p:cNvGrpSpPr>
            <a:grpSpLocks/>
          </p:cNvGrpSpPr>
          <p:nvPr/>
        </p:nvGrpSpPr>
        <p:grpSpPr bwMode="auto">
          <a:xfrm>
            <a:off x="898525" y="3198812"/>
            <a:ext cx="3140075" cy="663575"/>
            <a:chOff x="3014" y="3566"/>
            <a:chExt cx="1978" cy="418"/>
          </a:xfrm>
        </p:grpSpPr>
        <p:graphicFrame>
          <p:nvGraphicFramePr>
            <p:cNvPr id="179385" name="Object 185"/>
            <p:cNvGraphicFramePr>
              <a:graphicFrameLocks noChangeAspect="1"/>
            </p:cNvGraphicFramePr>
            <p:nvPr/>
          </p:nvGraphicFramePr>
          <p:xfrm>
            <a:off x="3483" y="3566"/>
            <a:ext cx="1509" cy="418"/>
          </p:xfrm>
          <a:graphic>
            <a:graphicData uri="http://schemas.openxmlformats.org/presentationml/2006/ole">
              <p:oleObj spid="_x0000_s1090564" name="Equation" r:id="rId22" imgW="952200" imgH="228600" progId="Equation.3">
                <p:embed/>
              </p:oleObj>
            </a:graphicData>
          </a:graphic>
        </p:graphicFrame>
        <p:sp>
          <p:nvSpPr>
            <p:cNvPr id="179386" name="Text Box 186"/>
            <p:cNvSpPr txBox="1">
              <a:spLocks noChangeArrowheads="1"/>
            </p:cNvSpPr>
            <p:nvPr/>
          </p:nvSpPr>
          <p:spPr bwMode="auto">
            <a:xfrm>
              <a:off x="3014" y="3600"/>
              <a:ext cx="1210" cy="327"/>
            </a:xfrm>
            <a:prstGeom prst="rect">
              <a:avLst/>
            </a:prstGeom>
            <a:noFill/>
            <a:ln w="9525">
              <a:noFill/>
              <a:miter lim="800000"/>
              <a:headEnd/>
              <a:tailEnd/>
            </a:ln>
            <a:effectLst/>
          </p:spPr>
          <p:txBody>
            <a:bodyPr>
              <a:spAutoFit/>
            </a:bodyPr>
            <a:lstStyle/>
            <a:p>
              <a:r>
                <a:rPr lang="zh-CN" altLang="en-US" sz="2800">
                  <a:solidFill>
                    <a:srgbClr val="CC0000"/>
                  </a:solidFill>
                </a:rPr>
                <a:t>故</a:t>
              </a:r>
            </a:p>
          </p:txBody>
        </p:sp>
      </p:grpSp>
      <p:sp>
        <p:nvSpPr>
          <p:cNvPr id="179387" name="Text Box 187"/>
          <p:cNvSpPr txBox="1">
            <a:spLocks noChangeArrowheads="1"/>
          </p:cNvSpPr>
          <p:nvPr/>
        </p:nvSpPr>
        <p:spPr bwMode="auto">
          <a:xfrm>
            <a:off x="228600" y="3884612"/>
            <a:ext cx="4648200" cy="2441575"/>
          </a:xfrm>
          <a:prstGeom prst="rect">
            <a:avLst/>
          </a:prstGeom>
          <a:noFill/>
          <a:ln w="9525">
            <a:noFill/>
            <a:miter lim="800000"/>
            <a:headEnd/>
            <a:tailEnd/>
          </a:ln>
          <a:effectLst/>
        </p:spPr>
        <p:txBody>
          <a:bodyPr>
            <a:spAutoFit/>
          </a:bodyPr>
          <a:lstStyle/>
          <a:p>
            <a:pPr>
              <a:lnSpc>
                <a:spcPct val="110000"/>
              </a:lnSpc>
              <a:spcBef>
                <a:spcPct val="50000"/>
              </a:spcBef>
            </a:pPr>
            <a:r>
              <a:rPr lang="zh-CN" altLang="en-US" sz="2800"/>
              <a:t>        </a:t>
            </a:r>
            <a:r>
              <a:rPr lang="zh-CN" altLang="en-US" sz="2800">
                <a:solidFill>
                  <a:srgbClr val="CC0000"/>
                </a:solidFill>
              </a:rPr>
              <a:t>注意：</a:t>
            </a:r>
            <a:r>
              <a:rPr lang="zh-CN" altLang="en-US" sz="2800"/>
              <a:t>可以证明，在均匀磁场中，任意形状的载流导线闭合回路的平面与磁感强度垂直，此闭合回路不受磁场力的作用.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79261"/>
                                        </p:tgtEl>
                                        <p:attrNameLst>
                                          <p:attrName>style.visibility</p:attrName>
                                        </p:attrNameLst>
                                      </p:cBhvr>
                                      <p:to>
                                        <p:strVal val="visible"/>
                                      </p:to>
                                    </p:set>
                                    <p:animEffect transition="in" filter="box(in)">
                                      <p:cBhvr>
                                        <p:cTn id="7" dur="500"/>
                                        <p:tgtEl>
                                          <p:spTgt spid="17926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79255"/>
                                        </p:tgtEl>
                                        <p:attrNameLst>
                                          <p:attrName>style.visibility</p:attrName>
                                        </p:attrNameLst>
                                      </p:cBhvr>
                                      <p:to>
                                        <p:strVal val="visible"/>
                                      </p:to>
                                    </p:set>
                                    <p:animEffect transition="in" filter="box(out)">
                                      <p:cBhvr>
                                        <p:cTn id="12" dur="500"/>
                                        <p:tgtEl>
                                          <p:spTgt spid="1792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79204"/>
                                        </p:tgtEl>
                                        <p:attrNameLst>
                                          <p:attrName>style.visibility</p:attrName>
                                        </p:attrNameLst>
                                      </p:cBhvr>
                                      <p:to>
                                        <p:strVal val="visible"/>
                                      </p:to>
                                    </p:set>
                                    <p:animEffect transition="in" filter="blinds(vertical)">
                                      <p:cBhvr>
                                        <p:cTn id="22" dur="500"/>
                                        <p:tgtEl>
                                          <p:spTgt spid="17920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9208"/>
                                        </p:tgtEl>
                                        <p:attrNameLst>
                                          <p:attrName>style.visibility</p:attrName>
                                        </p:attrNameLst>
                                      </p:cBhvr>
                                      <p:to>
                                        <p:strVal val="visible"/>
                                      </p:to>
                                    </p:set>
                                    <p:animEffect transition="in" filter="blinds(horizontal)">
                                      <p:cBhvr>
                                        <p:cTn id="27" dur="500"/>
                                        <p:tgtEl>
                                          <p:spTgt spid="17920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9264"/>
                                        </p:tgtEl>
                                        <p:attrNameLst>
                                          <p:attrName>style.visibility</p:attrName>
                                        </p:attrNameLst>
                                      </p:cBhvr>
                                      <p:to>
                                        <p:strVal val="visible"/>
                                      </p:to>
                                    </p:set>
                                    <p:animEffect transition="in" filter="blinds(horizontal)">
                                      <p:cBhvr>
                                        <p:cTn id="32" dur="500"/>
                                        <p:tgtEl>
                                          <p:spTgt spid="17926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79267"/>
                                        </p:tgtEl>
                                        <p:attrNameLst>
                                          <p:attrName>style.visibility</p:attrName>
                                        </p:attrNameLst>
                                      </p:cBhvr>
                                      <p:to>
                                        <p:strVal val="visible"/>
                                      </p:to>
                                    </p:set>
                                    <p:animEffect transition="in" filter="blinds(horizontal)">
                                      <p:cBhvr>
                                        <p:cTn id="37" dur="500"/>
                                        <p:tgtEl>
                                          <p:spTgt spid="17926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9387"/>
                                        </p:tgtEl>
                                        <p:attrNameLst>
                                          <p:attrName>style.visibility</p:attrName>
                                        </p:attrNameLst>
                                      </p:cBhvr>
                                      <p:to>
                                        <p:strVal val="visible"/>
                                      </p:to>
                                    </p:set>
                                    <p:animEffect transition="in" filter="blinds(horizontal)">
                                      <p:cBhvr>
                                        <p:cTn id="42" dur="500"/>
                                        <p:tgtEl>
                                          <p:spTgt spid="179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387"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648200" y="4038600"/>
            <a:ext cx="3810000" cy="2019300"/>
            <a:chOff x="2928" y="2832"/>
            <a:chExt cx="2400" cy="1272"/>
          </a:xfrm>
        </p:grpSpPr>
        <p:sp>
          <p:nvSpPr>
            <p:cNvPr id="171011" name="Rectangle 3"/>
            <p:cNvSpPr>
              <a:spLocks noChangeArrowheads="1"/>
            </p:cNvSpPr>
            <p:nvPr/>
          </p:nvSpPr>
          <p:spPr bwMode="auto">
            <a:xfrm>
              <a:off x="2928" y="2832"/>
              <a:ext cx="2400" cy="124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aphicFrame>
          <p:nvGraphicFramePr>
            <p:cNvPr id="171012" name="Object 4"/>
            <p:cNvGraphicFramePr>
              <a:graphicFrameLocks noChangeAspect="1"/>
            </p:cNvGraphicFramePr>
            <p:nvPr/>
          </p:nvGraphicFramePr>
          <p:xfrm>
            <a:off x="4211" y="3504"/>
            <a:ext cx="205" cy="288"/>
          </p:xfrm>
          <a:graphic>
            <a:graphicData uri="http://schemas.openxmlformats.org/presentationml/2006/ole">
              <p:oleObj spid="_x0000_s1091601" name="公式" r:id="rId3" imgW="126720" imgH="177480" progId="Equation.3">
                <p:embed/>
              </p:oleObj>
            </a:graphicData>
          </a:graphic>
        </p:graphicFrame>
        <p:graphicFrame>
          <p:nvGraphicFramePr>
            <p:cNvPr id="171013" name="Object 5"/>
            <p:cNvGraphicFramePr>
              <a:graphicFrameLocks noChangeAspect="1"/>
            </p:cNvGraphicFramePr>
            <p:nvPr/>
          </p:nvGraphicFramePr>
          <p:xfrm>
            <a:off x="4396" y="3696"/>
            <a:ext cx="308" cy="408"/>
          </p:xfrm>
          <a:graphic>
            <a:graphicData uri="http://schemas.openxmlformats.org/presentationml/2006/ole">
              <p:oleObj spid="_x0000_s1091602" name="Equation" r:id="rId4" imgW="164880" imgH="215640" progId="Equation.3">
                <p:embed/>
              </p:oleObj>
            </a:graphicData>
          </a:graphic>
        </p:graphicFrame>
        <p:grpSp>
          <p:nvGrpSpPr>
            <p:cNvPr id="3" name="Group 6"/>
            <p:cNvGrpSpPr>
              <a:grpSpLocks/>
            </p:cNvGrpSpPr>
            <p:nvPr/>
          </p:nvGrpSpPr>
          <p:grpSpPr bwMode="auto">
            <a:xfrm>
              <a:off x="3504" y="3168"/>
              <a:ext cx="1035" cy="634"/>
              <a:chOff x="3504" y="3168"/>
              <a:chExt cx="1035" cy="634"/>
            </a:xfrm>
          </p:grpSpPr>
          <p:sp>
            <p:nvSpPr>
              <p:cNvPr id="171015" name="Oval 7"/>
              <p:cNvSpPr>
                <a:spLocks noChangeArrowheads="1"/>
              </p:cNvSpPr>
              <p:nvPr/>
            </p:nvSpPr>
            <p:spPr bwMode="auto">
              <a:xfrm>
                <a:off x="3504" y="3696"/>
                <a:ext cx="96" cy="96"/>
              </a:xfrm>
              <a:prstGeom prst="ellipse">
                <a:avLst/>
              </a:prstGeom>
              <a:noFill/>
              <a:ln w="28575">
                <a:solidFill>
                  <a:srgbClr val="0000FF"/>
                </a:solidFill>
                <a:round/>
                <a:headEnd/>
                <a:tailEnd/>
              </a:ln>
              <a:effectLst/>
            </p:spPr>
            <p:txBody>
              <a:bodyPr wrap="none" anchor="ctr"/>
              <a:lstStyle/>
              <a:p>
                <a:endParaRPr lang="zh-CN" altLang="en-US" sz="2800"/>
              </a:p>
            </p:txBody>
          </p:sp>
          <p:sp>
            <p:nvSpPr>
              <p:cNvPr id="171016" name="Line 8"/>
              <p:cNvSpPr>
                <a:spLocks noChangeShapeType="1"/>
              </p:cNvSpPr>
              <p:nvPr/>
            </p:nvSpPr>
            <p:spPr bwMode="auto">
              <a:xfrm flipV="1">
                <a:off x="3531" y="3168"/>
                <a:ext cx="1008" cy="538"/>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1017" name="Line 9"/>
              <p:cNvSpPr>
                <a:spLocks noChangeShapeType="1"/>
              </p:cNvSpPr>
              <p:nvPr/>
            </p:nvSpPr>
            <p:spPr bwMode="auto">
              <a:xfrm flipV="1">
                <a:off x="3531" y="3264"/>
                <a:ext cx="1008" cy="538"/>
              </a:xfrm>
              <a:prstGeom prst="line">
                <a:avLst/>
              </a:prstGeom>
              <a:noFill/>
              <a:ln w="28575">
                <a:solidFill>
                  <a:srgbClr val="0000FF"/>
                </a:solidFill>
                <a:round/>
                <a:headEnd/>
                <a:tailEnd type="none" w="sm" len="lg"/>
              </a:ln>
              <a:effectLst/>
            </p:spPr>
            <p:txBody>
              <a:bodyPr wrap="none" anchor="ctr"/>
              <a:lstStyle/>
              <a:p>
                <a:endParaRPr lang="zh-CN" altLang="en-US" sz="2800"/>
              </a:p>
            </p:txBody>
          </p:sp>
        </p:grpSp>
        <p:sp>
          <p:nvSpPr>
            <p:cNvPr id="171018" name="Line 10"/>
            <p:cNvSpPr>
              <a:spLocks noChangeShapeType="1"/>
            </p:cNvSpPr>
            <p:nvPr/>
          </p:nvSpPr>
          <p:spPr bwMode="auto">
            <a:xfrm>
              <a:off x="3170" y="3504"/>
              <a:ext cx="1632" cy="0"/>
            </a:xfrm>
            <a:prstGeom prst="line">
              <a:avLst/>
            </a:prstGeom>
            <a:noFill/>
            <a:ln w="28575">
              <a:solidFill>
                <a:schemeClr val="tx2"/>
              </a:solidFill>
              <a:round/>
              <a:headEnd/>
              <a:tailEnd type="triangle" w="sm" len="lg"/>
            </a:ln>
            <a:effectLst/>
          </p:spPr>
          <p:txBody>
            <a:bodyPr wrap="none" anchor="ctr"/>
            <a:lstStyle/>
            <a:p>
              <a:endParaRPr lang="zh-CN" altLang="en-US" sz="2800"/>
            </a:p>
          </p:txBody>
        </p:sp>
        <p:sp>
          <p:nvSpPr>
            <p:cNvPr id="171019" name="Line 11"/>
            <p:cNvSpPr>
              <a:spLocks noChangeShapeType="1"/>
            </p:cNvSpPr>
            <p:nvPr/>
          </p:nvSpPr>
          <p:spPr bwMode="auto">
            <a:xfrm>
              <a:off x="4082" y="3504"/>
              <a:ext cx="334" cy="480"/>
            </a:xfrm>
            <a:prstGeom prst="line">
              <a:avLst/>
            </a:prstGeom>
            <a:noFill/>
            <a:ln w="38100">
              <a:solidFill>
                <a:srgbClr val="FF6600"/>
              </a:solidFill>
              <a:round/>
              <a:headEnd/>
              <a:tailEnd type="triangle" w="sm" len="lg"/>
            </a:ln>
            <a:effectLst/>
          </p:spPr>
          <p:txBody>
            <a:bodyPr wrap="none" anchor="ctr"/>
            <a:lstStyle/>
            <a:p>
              <a:endParaRPr lang="zh-CN" altLang="en-US" sz="2800"/>
            </a:p>
          </p:txBody>
        </p:sp>
        <p:graphicFrame>
          <p:nvGraphicFramePr>
            <p:cNvPr id="171020" name="Object 12"/>
            <p:cNvGraphicFramePr>
              <a:graphicFrameLocks noChangeAspect="1"/>
            </p:cNvGraphicFramePr>
            <p:nvPr/>
          </p:nvGraphicFramePr>
          <p:xfrm>
            <a:off x="4370" y="3264"/>
            <a:ext cx="180" cy="288"/>
          </p:xfrm>
          <a:graphic>
            <a:graphicData uri="http://schemas.openxmlformats.org/presentationml/2006/ole">
              <p:oleObj spid="_x0000_s1091603" name="公式" r:id="rId5" imgW="126720" imgH="203040" progId="Equation.3">
                <p:embed/>
              </p:oleObj>
            </a:graphicData>
          </a:graphic>
        </p:graphicFrame>
        <p:sp>
          <p:nvSpPr>
            <p:cNvPr id="171021" name="Text Box 13"/>
            <p:cNvSpPr txBox="1">
              <a:spLocks noChangeArrowheads="1"/>
            </p:cNvSpPr>
            <p:nvPr/>
          </p:nvSpPr>
          <p:spPr bwMode="auto">
            <a:xfrm>
              <a:off x="2976" y="3609"/>
              <a:ext cx="720" cy="327"/>
            </a:xfrm>
            <a:prstGeom prst="rect">
              <a:avLst/>
            </a:prstGeom>
            <a:noFill/>
            <a:ln w="9525">
              <a:noFill/>
              <a:miter lim="800000"/>
              <a:headEnd/>
              <a:tailEnd/>
            </a:ln>
            <a:effectLst/>
          </p:spPr>
          <p:txBody>
            <a:bodyPr>
              <a:spAutoFit/>
            </a:bodyPr>
            <a:lstStyle/>
            <a:p>
              <a:pPr>
                <a:spcBef>
                  <a:spcPct val="50000"/>
                </a:spcBef>
              </a:pPr>
              <a:r>
                <a:rPr lang="zh-CN" altLang="zh-CN" sz="2800" b="0" i="1">
                  <a:solidFill>
                    <a:srgbClr val="CC0000"/>
                  </a:solidFill>
                </a:rPr>
                <a:t> </a:t>
              </a:r>
              <a:r>
                <a:rPr lang="en-US" altLang="zh-CN" sz="2800" b="0" i="1">
                  <a:solidFill>
                    <a:srgbClr val="0000FF"/>
                  </a:solidFill>
                </a:rPr>
                <a:t>M,N</a:t>
              </a:r>
            </a:p>
          </p:txBody>
        </p:sp>
        <p:sp>
          <p:nvSpPr>
            <p:cNvPr id="171022" name="Text Box 14"/>
            <p:cNvSpPr txBox="1">
              <a:spLocks noChangeArrowheads="1"/>
            </p:cNvSpPr>
            <p:nvPr/>
          </p:nvSpPr>
          <p:spPr bwMode="auto">
            <a:xfrm>
              <a:off x="4512" y="2976"/>
              <a:ext cx="672" cy="327"/>
            </a:xfrm>
            <a:prstGeom prst="rect">
              <a:avLst/>
            </a:prstGeom>
            <a:noFill/>
            <a:ln w="9525">
              <a:noFill/>
              <a:miter lim="800000"/>
              <a:headEnd/>
              <a:tailEnd/>
            </a:ln>
            <a:effectLst/>
          </p:spPr>
          <p:txBody>
            <a:bodyPr>
              <a:spAutoFit/>
            </a:bodyPr>
            <a:lstStyle/>
            <a:p>
              <a:pPr>
                <a:spcBef>
                  <a:spcPct val="50000"/>
                </a:spcBef>
              </a:pPr>
              <a:r>
                <a:rPr lang="zh-CN" altLang="zh-CN" sz="2800" b="0" i="1">
                  <a:solidFill>
                    <a:srgbClr val="0000FF"/>
                  </a:solidFill>
                </a:rPr>
                <a:t> </a:t>
              </a:r>
              <a:r>
                <a:rPr lang="en-US" altLang="zh-CN" sz="2800" b="0" i="1">
                  <a:solidFill>
                    <a:srgbClr val="0000FF"/>
                  </a:solidFill>
                </a:rPr>
                <a:t>O,P</a:t>
              </a:r>
            </a:p>
          </p:txBody>
        </p:sp>
        <p:graphicFrame>
          <p:nvGraphicFramePr>
            <p:cNvPr id="171023" name="Object 15"/>
            <p:cNvGraphicFramePr>
              <a:graphicFrameLocks noChangeAspect="1"/>
            </p:cNvGraphicFramePr>
            <p:nvPr/>
          </p:nvGraphicFramePr>
          <p:xfrm>
            <a:off x="4802" y="3408"/>
            <a:ext cx="238" cy="300"/>
          </p:xfrm>
          <a:graphic>
            <a:graphicData uri="http://schemas.openxmlformats.org/presentationml/2006/ole">
              <p:oleObj spid="_x0000_s1091604" name="公式" r:id="rId6" imgW="152280" imgH="190440" progId="Equation.3">
                <p:embed/>
              </p:oleObj>
            </a:graphicData>
          </a:graphic>
        </p:graphicFrame>
        <p:sp>
          <p:nvSpPr>
            <p:cNvPr id="171024" name="Oval 16"/>
            <p:cNvSpPr>
              <a:spLocks noChangeArrowheads="1"/>
            </p:cNvSpPr>
            <p:nvPr/>
          </p:nvSpPr>
          <p:spPr bwMode="auto">
            <a:xfrm>
              <a:off x="4488" y="3168"/>
              <a:ext cx="96" cy="96"/>
            </a:xfrm>
            <a:prstGeom prst="ellipse">
              <a:avLst/>
            </a:prstGeom>
            <a:noFill/>
            <a:ln w="28575">
              <a:solidFill>
                <a:srgbClr val="0000FF"/>
              </a:solidFill>
              <a:round/>
              <a:headEnd/>
              <a:tailEnd/>
            </a:ln>
            <a:effectLst/>
          </p:spPr>
          <p:txBody>
            <a:bodyPr wrap="none" anchor="ctr"/>
            <a:lstStyle/>
            <a:p>
              <a:endParaRPr lang="zh-CN" altLang="en-US" sz="2800"/>
            </a:p>
          </p:txBody>
        </p:sp>
      </p:grpSp>
      <p:grpSp>
        <p:nvGrpSpPr>
          <p:cNvPr id="4" name="Group 17"/>
          <p:cNvGrpSpPr>
            <a:grpSpLocks/>
          </p:cNvGrpSpPr>
          <p:nvPr/>
        </p:nvGrpSpPr>
        <p:grpSpPr bwMode="auto">
          <a:xfrm>
            <a:off x="4648200" y="1295400"/>
            <a:ext cx="3810000" cy="2590800"/>
            <a:chOff x="2928" y="1104"/>
            <a:chExt cx="2400" cy="1632"/>
          </a:xfrm>
        </p:grpSpPr>
        <p:sp>
          <p:nvSpPr>
            <p:cNvPr id="171026" name="Rectangle 18"/>
            <p:cNvSpPr>
              <a:spLocks noChangeArrowheads="1"/>
            </p:cNvSpPr>
            <p:nvPr/>
          </p:nvSpPr>
          <p:spPr bwMode="auto">
            <a:xfrm>
              <a:off x="2928" y="1104"/>
              <a:ext cx="2400" cy="1632"/>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1027" name="Line 19"/>
            <p:cNvSpPr>
              <a:spLocks noChangeShapeType="1"/>
            </p:cNvSpPr>
            <p:nvPr/>
          </p:nvSpPr>
          <p:spPr bwMode="auto">
            <a:xfrm>
              <a:off x="3362" y="1368"/>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1028" name="Line 20"/>
            <p:cNvSpPr>
              <a:spLocks noChangeShapeType="1"/>
            </p:cNvSpPr>
            <p:nvPr/>
          </p:nvSpPr>
          <p:spPr bwMode="auto">
            <a:xfrm>
              <a:off x="3266" y="1560"/>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1029" name="Line 21"/>
            <p:cNvSpPr>
              <a:spLocks noChangeShapeType="1"/>
            </p:cNvSpPr>
            <p:nvPr/>
          </p:nvSpPr>
          <p:spPr bwMode="auto">
            <a:xfrm>
              <a:off x="3170" y="1752"/>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1030" name="Line 22"/>
            <p:cNvSpPr>
              <a:spLocks noChangeShapeType="1"/>
            </p:cNvSpPr>
            <p:nvPr/>
          </p:nvSpPr>
          <p:spPr bwMode="auto">
            <a:xfrm>
              <a:off x="3362" y="1944"/>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1031" name="Line 23"/>
            <p:cNvSpPr>
              <a:spLocks noChangeShapeType="1"/>
            </p:cNvSpPr>
            <p:nvPr/>
          </p:nvSpPr>
          <p:spPr bwMode="auto">
            <a:xfrm>
              <a:off x="3266" y="2136"/>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1032" name="Line 24"/>
            <p:cNvSpPr>
              <a:spLocks noChangeShapeType="1"/>
            </p:cNvSpPr>
            <p:nvPr/>
          </p:nvSpPr>
          <p:spPr bwMode="auto">
            <a:xfrm>
              <a:off x="3170" y="2328"/>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1033" name="Line 25"/>
            <p:cNvSpPr>
              <a:spLocks noChangeShapeType="1"/>
            </p:cNvSpPr>
            <p:nvPr/>
          </p:nvSpPr>
          <p:spPr bwMode="auto">
            <a:xfrm>
              <a:off x="3314" y="2520"/>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graphicFrame>
          <p:nvGraphicFramePr>
            <p:cNvPr id="171034" name="Object 26"/>
            <p:cNvGraphicFramePr>
              <a:graphicFrameLocks noChangeAspect="1"/>
            </p:cNvGraphicFramePr>
            <p:nvPr/>
          </p:nvGraphicFramePr>
          <p:xfrm>
            <a:off x="5088" y="1824"/>
            <a:ext cx="238" cy="300"/>
          </p:xfrm>
          <a:graphic>
            <a:graphicData uri="http://schemas.openxmlformats.org/presentationml/2006/ole">
              <p:oleObj spid="_x0000_s1091598" name="公式" r:id="rId7" imgW="152280" imgH="190440" progId="Equation.3">
                <p:embed/>
              </p:oleObj>
            </a:graphicData>
          </a:graphic>
        </p:graphicFrame>
        <p:grpSp>
          <p:nvGrpSpPr>
            <p:cNvPr id="5" name="Group 27"/>
            <p:cNvGrpSpPr>
              <a:grpSpLocks/>
            </p:cNvGrpSpPr>
            <p:nvPr/>
          </p:nvGrpSpPr>
          <p:grpSpPr bwMode="auto">
            <a:xfrm>
              <a:off x="3842" y="1512"/>
              <a:ext cx="576" cy="912"/>
              <a:chOff x="1920" y="1824"/>
              <a:chExt cx="576" cy="912"/>
            </a:xfrm>
          </p:grpSpPr>
          <p:sp>
            <p:nvSpPr>
              <p:cNvPr id="171036" name="Line 28"/>
              <p:cNvSpPr>
                <a:spLocks noChangeShapeType="1"/>
              </p:cNvSpPr>
              <p:nvPr/>
            </p:nvSpPr>
            <p:spPr bwMode="auto">
              <a:xfrm>
                <a:off x="1920" y="2016"/>
                <a:ext cx="0" cy="720"/>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1037" name="Line 29"/>
              <p:cNvSpPr>
                <a:spLocks noChangeShapeType="1"/>
              </p:cNvSpPr>
              <p:nvPr/>
            </p:nvSpPr>
            <p:spPr bwMode="auto">
              <a:xfrm>
                <a:off x="2496" y="1824"/>
                <a:ext cx="0" cy="720"/>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1038" name="Line 30"/>
              <p:cNvSpPr>
                <a:spLocks noChangeShapeType="1"/>
              </p:cNvSpPr>
              <p:nvPr/>
            </p:nvSpPr>
            <p:spPr bwMode="auto">
              <a:xfrm flipV="1">
                <a:off x="1920" y="1824"/>
                <a:ext cx="576" cy="192"/>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1039" name="Line 31"/>
              <p:cNvSpPr>
                <a:spLocks noChangeShapeType="1"/>
              </p:cNvSpPr>
              <p:nvPr/>
            </p:nvSpPr>
            <p:spPr bwMode="auto">
              <a:xfrm flipV="1">
                <a:off x="1920" y="2544"/>
                <a:ext cx="576" cy="192"/>
              </a:xfrm>
              <a:prstGeom prst="line">
                <a:avLst/>
              </a:prstGeom>
              <a:noFill/>
              <a:ln w="28575">
                <a:solidFill>
                  <a:srgbClr val="0000FF"/>
                </a:solidFill>
                <a:round/>
                <a:headEnd/>
                <a:tailEnd type="none" w="sm" len="lg"/>
              </a:ln>
              <a:effectLst/>
            </p:spPr>
            <p:txBody>
              <a:bodyPr wrap="none" anchor="ctr"/>
              <a:lstStyle/>
              <a:p>
                <a:endParaRPr lang="zh-CN" altLang="en-US" sz="2800"/>
              </a:p>
            </p:txBody>
          </p:sp>
        </p:grpSp>
        <p:sp>
          <p:nvSpPr>
            <p:cNvPr id="171040" name="Text Box 32"/>
            <p:cNvSpPr txBox="1">
              <a:spLocks noChangeArrowheads="1"/>
            </p:cNvSpPr>
            <p:nvPr/>
          </p:nvSpPr>
          <p:spPr bwMode="auto">
            <a:xfrm>
              <a:off x="3580" y="1536"/>
              <a:ext cx="212"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M</a:t>
              </a:r>
            </a:p>
          </p:txBody>
        </p:sp>
        <p:sp>
          <p:nvSpPr>
            <p:cNvPr id="171041" name="Text Box 33"/>
            <p:cNvSpPr txBox="1">
              <a:spLocks noChangeArrowheads="1"/>
            </p:cNvSpPr>
            <p:nvPr/>
          </p:nvSpPr>
          <p:spPr bwMode="auto">
            <a:xfrm>
              <a:off x="3671" y="2361"/>
              <a:ext cx="265" cy="327"/>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N</a:t>
              </a:r>
            </a:p>
          </p:txBody>
        </p:sp>
        <p:sp>
          <p:nvSpPr>
            <p:cNvPr id="171042" name="Text Box 34"/>
            <p:cNvSpPr txBox="1">
              <a:spLocks noChangeArrowheads="1"/>
            </p:cNvSpPr>
            <p:nvPr/>
          </p:nvSpPr>
          <p:spPr bwMode="auto">
            <a:xfrm>
              <a:off x="4368" y="2064"/>
              <a:ext cx="265"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O</a:t>
              </a:r>
            </a:p>
          </p:txBody>
        </p:sp>
        <p:sp>
          <p:nvSpPr>
            <p:cNvPr id="171043" name="Text Box 35"/>
            <p:cNvSpPr txBox="1">
              <a:spLocks noChangeArrowheads="1"/>
            </p:cNvSpPr>
            <p:nvPr/>
          </p:nvSpPr>
          <p:spPr bwMode="auto">
            <a:xfrm>
              <a:off x="4403" y="1305"/>
              <a:ext cx="233"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P</a:t>
              </a:r>
            </a:p>
          </p:txBody>
        </p:sp>
        <p:sp>
          <p:nvSpPr>
            <p:cNvPr id="171044" name="Line 36"/>
            <p:cNvSpPr>
              <a:spLocks noChangeShapeType="1"/>
            </p:cNvSpPr>
            <p:nvPr/>
          </p:nvSpPr>
          <p:spPr bwMode="auto">
            <a:xfrm>
              <a:off x="3842" y="1920"/>
              <a:ext cx="1" cy="96"/>
            </a:xfrm>
            <a:prstGeom prst="line">
              <a:avLst/>
            </a:prstGeom>
            <a:noFill/>
            <a:ln w="38100">
              <a:solidFill>
                <a:srgbClr val="0000FF"/>
              </a:solidFill>
              <a:round/>
              <a:headEnd/>
              <a:tailEnd type="triangle" w="sm" len="lg"/>
            </a:ln>
            <a:effectLst/>
          </p:spPr>
          <p:txBody>
            <a:bodyPr wrap="none" anchor="ctr"/>
            <a:lstStyle/>
            <a:p>
              <a:endParaRPr lang="zh-CN" altLang="en-US" sz="2800"/>
            </a:p>
          </p:txBody>
        </p:sp>
        <p:sp>
          <p:nvSpPr>
            <p:cNvPr id="171045" name="Text Box 37"/>
            <p:cNvSpPr txBox="1">
              <a:spLocks noChangeArrowheads="1"/>
            </p:cNvSpPr>
            <p:nvPr/>
          </p:nvSpPr>
          <p:spPr bwMode="auto">
            <a:xfrm>
              <a:off x="3842" y="1872"/>
              <a:ext cx="173"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I</a:t>
              </a:r>
            </a:p>
          </p:txBody>
        </p:sp>
        <p:sp>
          <p:nvSpPr>
            <p:cNvPr id="171046" name="Line 38"/>
            <p:cNvSpPr>
              <a:spLocks noChangeShapeType="1"/>
            </p:cNvSpPr>
            <p:nvPr/>
          </p:nvSpPr>
          <p:spPr bwMode="auto">
            <a:xfrm>
              <a:off x="4128" y="1944"/>
              <a:ext cx="912" cy="0"/>
            </a:xfrm>
            <a:prstGeom prst="line">
              <a:avLst/>
            </a:prstGeom>
            <a:noFill/>
            <a:ln w="28575">
              <a:solidFill>
                <a:srgbClr val="CC00CC"/>
              </a:solidFill>
              <a:round/>
              <a:headEnd/>
              <a:tailEnd type="triangle" w="sm" len="lg"/>
            </a:ln>
            <a:effectLst/>
          </p:spPr>
          <p:txBody>
            <a:bodyPr wrap="none"/>
            <a:lstStyle/>
            <a:p>
              <a:endParaRPr lang="zh-CN" altLang="en-US" sz="2800"/>
            </a:p>
          </p:txBody>
        </p:sp>
        <p:sp>
          <p:nvSpPr>
            <p:cNvPr id="171047" name="Line 39"/>
            <p:cNvSpPr>
              <a:spLocks noChangeShapeType="1"/>
            </p:cNvSpPr>
            <p:nvPr/>
          </p:nvSpPr>
          <p:spPr bwMode="auto">
            <a:xfrm flipV="1">
              <a:off x="4418" y="1872"/>
              <a:ext cx="1" cy="96"/>
            </a:xfrm>
            <a:prstGeom prst="line">
              <a:avLst/>
            </a:prstGeom>
            <a:noFill/>
            <a:ln w="38100">
              <a:solidFill>
                <a:srgbClr val="0000FF"/>
              </a:solidFill>
              <a:round/>
              <a:headEnd/>
              <a:tailEnd type="triangle" w="sm" len="lg"/>
            </a:ln>
            <a:effectLst/>
          </p:spPr>
          <p:txBody>
            <a:bodyPr wrap="none" anchor="ctr"/>
            <a:lstStyle/>
            <a:p>
              <a:endParaRPr lang="zh-CN" altLang="en-US" sz="2800"/>
            </a:p>
          </p:txBody>
        </p:sp>
        <p:grpSp>
          <p:nvGrpSpPr>
            <p:cNvPr id="6" name="Group 40"/>
            <p:cNvGrpSpPr>
              <a:grpSpLocks/>
            </p:cNvGrpSpPr>
            <p:nvPr/>
          </p:nvGrpSpPr>
          <p:grpSpPr bwMode="auto">
            <a:xfrm>
              <a:off x="4130" y="1913"/>
              <a:ext cx="594" cy="811"/>
              <a:chOff x="4130" y="1913"/>
              <a:chExt cx="594" cy="811"/>
            </a:xfrm>
          </p:grpSpPr>
          <p:sp>
            <p:nvSpPr>
              <p:cNvPr id="171049" name="Line 41"/>
              <p:cNvSpPr>
                <a:spLocks noChangeShapeType="1"/>
              </p:cNvSpPr>
              <p:nvPr/>
            </p:nvSpPr>
            <p:spPr bwMode="auto">
              <a:xfrm>
                <a:off x="4130" y="1944"/>
                <a:ext cx="334" cy="504"/>
              </a:xfrm>
              <a:prstGeom prst="line">
                <a:avLst/>
              </a:prstGeom>
              <a:noFill/>
              <a:ln w="38100">
                <a:solidFill>
                  <a:srgbClr val="FF9933"/>
                </a:solidFill>
                <a:round/>
                <a:headEnd/>
                <a:tailEnd type="triangle" w="sm" len="lg"/>
              </a:ln>
              <a:effectLst/>
            </p:spPr>
            <p:txBody>
              <a:bodyPr wrap="none" anchor="ctr"/>
              <a:lstStyle/>
              <a:p>
                <a:endParaRPr lang="zh-CN" altLang="en-US" sz="2800"/>
              </a:p>
            </p:txBody>
          </p:sp>
          <p:graphicFrame>
            <p:nvGraphicFramePr>
              <p:cNvPr id="171050" name="Object 42"/>
              <p:cNvGraphicFramePr>
                <a:graphicFrameLocks noChangeAspect="1"/>
              </p:cNvGraphicFramePr>
              <p:nvPr/>
            </p:nvGraphicFramePr>
            <p:xfrm>
              <a:off x="4416" y="2316"/>
              <a:ext cx="308" cy="408"/>
            </p:xfrm>
            <a:graphic>
              <a:graphicData uri="http://schemas.openxmlformats.org/presentationml/2006/ole">
                <p:oleObj spid="_x0000_s1091599" name="Equation" r:id="rId8" imgW="164880" imgH="215640" progId="Equation.3">
                  <p:embed/>
                </p:oleObj>
              </a:graphicData>
            </a:graphic>
          </p:graphicFrame>
          <p:graphicFrame>
            <p:nvGraphicFramePr>
              <p:cNvPr id="171051" name="Object 43"/>
              <p:cNvGraphicFramePr>
                <a:graphicFrameLocks noChangeAspect="1"/>
              </p:cNvGraphicFramePr>
              <p:nvPr/>
            </p:nvGraphicFramePr>
            <p:xfrm>
              <a:off x="4206" y="1913"/>
              <a:ext cx="210" cy="295"/>
            </p:xfrm>
            <a:graphic>
              <a:graphicData uri="http://schemas.openxmlformats.org/presentationml/2006/ole">
                <p:oleObj spid="_x0000_s1091600" name="公式" r:id="rId9" imgW="126720" imgH="177480" progId="Equation.3">
                  <p:embed/>
                </p:oleObj>
              </a:graphicData>
            </a:graphic>
          </p:graphicFrame>
        </p:grpSp>
      </p:grpSp>
      <p:sp>
        <p:nvSpPr>
          <p:cNvPr id="171052" name="Text Box 44"/>
          <p:cNvSpPr txBox="1">
            <a:spLocks noChangeArrowheads="1"/>
          </p:cNvSpPr>
          <p:nvPr/>
        </p:nvSpPr>
        <p:spPr bwMode="auto">
          <a:xfrm>
            <a:off x="376238" y="228600"/>
            <a:ext cx="6253162" cy="519113"/>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C00000"/>
                </a:solidFill>
              </a:rPr>
              <a:t>二   磁场对载流线圈的力矩</a:t>
            </a:r>
          </a:p>
        </p:txBody>
      </p:sp>
      <p:sp>
        <p:nvSpPr>
          <p:cNvPr id="171053" name="Text Box 45"/>
          <p:cNvSpPr txBox="1">
            <a:spLocks noChangeArrowheads="1"/>
          </p:cNvSpPr>
          <p:nvPr/>
        </p:nvSpPr>
        <p:spPr bwMode="auto">
          <a:xfrm>
            <a:off x="685800" y="762000"/>
            <a:ext cx="7772400" cy="523220"/>
          </a:xfrm>
          <a:prstGeom prst="rect">
            <a:avLst/>
          </a:prstGeom>
          <a:noFill/>
          <a:ln w="9525">
            <a:noFill/>
            <a:miter lim="800000"/>
            <a:headEnd/>
            <a:tailEnd/>
          </a:ln>
          <a:effectLst/>
        </p:spPr>
        <p:txBody>
          <a:bodyPr>
            <a:spAutoFit/>
          </a:bodyPr>
          <a:lstStyle/>
          <a:p>
            <a:pPr>
              <a:spcBef>
                <a:spcPct val="50000"/>
              </a:spcBef>
            </a:pPr>
            <a:r>
              <a:rPr lang="zh-CN" altLang="en-US" sz="2800"/>
              <a:t>如图</a:t>
            </a:r>
            <a:r>
              <a:rPr lang="zh-CN" altLang="en-US" sz="2800">
                <a:solidFill>
                  <a:srgbClr val="CC0000"/>
                </a:solidFill>
              </a:rPr>
              <a:t>  均匀</a:t>
            </a:r>
            <a:r>
              <a:rPr lang="zh-CN" altLang="en-US" sz="2800"/>
              <a:t>磁场中有一矩形载流线圈</a:t>
            </a:r>
            <a:r>
              <a:rPr lang="en-US" altLang="zh-CN" sz="2800" b="0" i="1"/>
              <a:t>MNOP</a:t>
            </a:r>
          </a:p>
        </p:txBody>
      </p:sp>
      <p:graphicFrame>
        <p:nvGraphicFramePr>
          <p:cNvPr id="171054" name="Object 46"/>
          <p:cNvGraphicFramePr>
            <a:graphicFrameLocks noChangeAspect="1"/>
          </p:cNvGraphicFramePr>
          <p:nvPr/>
        </p:nvGraphicFramePr>
        <p:xfrm>
          <a:off x="609600" y="1447800"/>
          <a:ext cx="3429000" cy="679450"/>
        </p:xfrm>
        <a:graphic>
          <a:graphicData uri="http://schemas.openxmlformats.org/presentationml/2006/ole">
            <p:oleObj spid="_x0000_s1091586" name="Equation" r:id="rId10" imgW="1104840" imgH="215640" progId="Equation.3">
              <p:embed/>
            </p:oleObj>
          </a:graphicData>
        </a:graphic>
      </p:graphicFrame>
      <p:graphicFrame>
        <p:nvGraphicFramePr>
          <p:cNvPr id="171055" name="Object 47"/>
          <p:cNvGraphicFramePr>
            <a:graphicFrameLocks noChangeAspect="1"/>
          </p:cNvGraphicFramePr>
          <p:nvPr/>
        </p:nvGraphicFramePr>
        <p:xfrm>
          <a:off x="2590800" y="2286000"/>
          <a:ext cx="1905000" cy="741363"/>
        </p:xfrm>
        <a:graphic>
          <a:graphicData uri="http://schemas.openxmlformats.org/presentationml/2006/ole">
            <p:oleObj spid="_x0000_s1091587" name="公式" r:id="rId11" imgW="558720" imgH="228600" progId="Equation.3">
              <p:embed/>
            </p:oleObj>
          </a:graphicData>
        </a:graphic>
      </p:graphicFrame>
      <p:graphicFrame>
        <p:nvGraphicFramePr>
          <p:cNvPr id="171056" name="Object 48"/>
          <p:cNvGraphicFramePr>
            <a:graphicFrameLocks noChangeAspect="1"/>
          </p:cNvGraphicFramePr>
          <p:nvPr/>
        </p:nvGraphicFramePr>
        <p:xfrm>
          <a:off x="381000" y="2276475"/>
          <a:ext cx="1905000" cy="715963"/>
        </p:xfrm>
        <a:graphic>
          <a:graphicData uri="http://schemas.openxmlformats.org/presentationml/2006/ole">
            <p:oleObj spid="_x0000_s1091588" name="公式" r:id="rId12" imgW="571320" imgH="215640" progId="Equation.3">
              <p:embed/>
            </p:oleObj>
          </a:graphicData>
        </a:graphic>
      </p:graphicFrame>
      <p:graphicFrame>
        <p:nvGraphicFramePr>
          <p:cNvPr id="171057" name="Object 49"/>
          <p:cNvGraphicFramePr>
            <a:graphicFrameLocks noChangeAspect="1"/>
          </p:cNvGraphicFramePr>
          <p:nvPr/>
        </p:nvGraphicFramePr>
        <p:xfrm>
          <a:off x="1219200" y="3981450"/>
          <a:ext cx="2057400" cy="819150"/>
        </p:xfrm>
        <a:graphic>
          <a:graphicData uri="http://schemas.openxmlformats.org/presentationml/2006/ole">
            <p:oleObj spid="_x0000_s1091589" name="公式" r:id="rId13" imgW="571320" imgH="241200" progId="Equation.3">
              <p:embed/>
            </p:oleObj>
          </a:graphicData>
        </a:graphic>
      </p:graphicFrame>
      <p:graphicFrame>
        <p:nvGraphicFramePr>
          <p:cNvPr id="171058" name="Object 50"/>
          <p:cNvGraphicFramePr>
            <a:graphicFrameLocks noChangeAspect="1"/>
          </p:cNvGraphicFramePr>
          <p:nvPr/>
        </p:nvGraphicFramePr>
        <p:xfrm>
          <a:off x="609600" y="3227388"/>
          <a:ext cx="3733800" cy="673100"/>
        </p:xfrm>
        <a:graphic>
          <a:graphicData uri="http://schemas.openxmlformats.org/presentationml/2006/ole">
            <p:oleObj spid="_x0000_s1091590" name="Equation" r:id="rId14" imgW="1180800" imgH="228600" progId="Equation.3">
              <p:embed/>
            </p:oleObj>
          </a:graphicData>
        </a:graphic>
      </p:graphicFrame>
      <p:graphicFrame>
        <p:nvGraphicFramePr>
          <p:cNvPr id="171059" name="Object 51"/>
          <p:cNvGraphicFramePr>
            <a:graphicFrameLocks noChangeAspect="1"/>
          </p:cNvGraphicFramePr>
          <p:nvPr/>
        </p:nvGraphicFramePr>
        <p:xfrm>
          <a:off x="914400" y="4751388"/>
          <a:ext cx="2514600" cy="1268412"/>
        </p:xfrm>
        <a:graphic>
          <a:graphicData uri="http://schemas.openxmlformats.org/presentationml/2006/ole">
            <p:oleObj spid="_x0000_s1091591" name="公式" r:id="rId15" imgW="850680" imgH="431640" progId="Equation.3">
              <p:embed/>
            </p:oleObj>
          </a:graphicData>
        </a:graphic>
      </p:graphicFrame>
      <p:grpSp>
        <p:nvGrpSpPr>
          <p:cNvPr id="7" name="Group 52"/>
          <p:cNvGrpSpPr>
            <a:grpSpLocks/>
          </p:cNvGrpSpPr>
          <p:nvPr/>
        </p:nvGrpSpPr>
        <p:grpSpPr bwMode="auto">
          <a:xfrm>
            <a:off x="6111875" y="1458913"/>
            <a:ext cx="444500" cy="636587"/>
            <a:chOff x="3850" y="1207"/>
            <a:chExt cx="280" cy="401"/>
          </a:xfrm>
        </p:grpSpPr>
        <p:sp>
          <p:nvSpPr>
            <p:cNvPr id="171061" name="Line 53"/>
            <p:cNvSpPr>
              <a:spLocks noChangeShapeType="1"/>
            </p:cNvSpPr>
            <p:nvPr/>
          </p:nvSpPr>
          <p:spPr bwMode="auto">
            <a:xfrm flipH="1" flipV="1">
              <a:off x="4128" y="1248"/>
              <a:ext cx="2" cy="360"/>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1062" name="Object 54"/>
            <p:cNvGraphicFramePr>
              <a:graphicFrameLocks noChangeAspect="1"/>
            </p:cNvGraphicFramePr>
            <p:nvPr/>
          </p:nvGraphicFramePr>
          <p:xfrm>
            <a:off x="3850" y="1207"/>
            <a:ext cx="278" cy="377"/>
          </p:xfrm>
          <a:graphic>
            <a:graphicData uri="http://schemas.openxmlformats.org/presentationml/2006/ole">
              <p:oleObj spid="_x0000_s1091597" name="公式" r:id="rId16" imgW="177480" imgH="241200" progId="Equation.3">
                <p:embed/>
              </p:oleObj>
            </a:graphicData>
          </a:graphic>
        </p:graphicFrame>
      </p:grpSp>
      <p:grpSp>
        <p:nvGrpSpPr>
          <p:cNvPr id="8" name="Group 55"/>
          <p:cNvGrpSpPr>
            <a:grpSpLocks/>
          </p:cNvGrpSpPr>
          <p:nvPr/>
        </p:nvGrpSpPr>
        <p:grpSpPr bwMode="auto">
          <a:xfrm>
            <a:off x="6188075" y="3200400"/>
            <a:ext cx="441325" cy="609600"/>
            <a:chOff x="3898" y="2352"/>
            <a:chExt cx="278" cy="408"/>
          </a:xfrm>
        </p:grpSpPr>
        <p:sp>
          <p:nvSpPr>
            <p:cNvPr id="171064" name="Line 56"/>
            <p:cNvSpPr>
              <a:spLocks noChangeShapeType="1"/>
            </p:cNvSpPr>
            <p:nvPr/>
          </p:nvSpPr>
          <p:spPr bwMode="auto">
            <a:xfrm flipH="1">
              <a:off x="4176" y="2352"/>
              <a:ext cx="0" cy="384"/>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1065" name="Object 57"/>
            <p:cNvGraphicFramePr>
              <a:graphicFrameLocks noChangeAspect="1"/>
            </p:cNvGraphicFramePr>
            <p:nvPr/>
          </p:nvGraphicFramePr>
          <p:xfrm>
            <a:off x="3898" y="2400"/>
            <a:ext cx="278" cy="360"/>
          </p:xfrm>
          <a:graphic>
            <a:graphicData uri="http://schemas.openxmlformats.org/presentationml/2006/ole">
              <p:oleObj spid="_x0000_s1091596" name="公式" r:id="rId17" imgW="177480" imgH="228600" progId="Equation.3">
                <p:embed/>
              </p:oleObj>
            </a:graphicData>
          </a:graphic>
        </p:graphicFrame>
      </p:grpSp>
      <p:grpSp>
        <p:nvGrpSpPr>
          <p:cNvPr id="9" name="Group 58"/>
          <p:cNvGrpSpPr>
            <a:grpSpLocks/>
          </p:cNvGrpSpPr>
          <p:nvPr/>
        </p:nvGrpSpPr>
        <p:grpSpPr bwMode="auto">
          <a:xfrm>
            <a:off x="5257800" y="2857500"/>
            <a:ext cx="841375" cy="609600"/>
            <a:chOff x="3312" y="2088"/>
            <a:chExt cx="530" cy="384"/>
          </a:xfrm>
        </p:grpSpPr>
        <p:sp>
          <p:nvSpPr>
            <p:cNvPr id="171067" name="Line 59"/>
            <p:cNvSpPr>
              <a:spLocks noChangeShapeType="1"/>
            </p:cNvSpPr>
            <p:nvPr/>
          </p:nvSpPr>
          <p:spPr bwMode="auto">
            <a:xfrm flipH="1">
              <a:off x="3506" y="2088"/>
              <a:ext cx="336" cy="192"/>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1068" name="Object 60"/>
            <p:cNvGraphicFramePr>
              <a:graphicFrameLocks noChangeAspect="1"/>
            </p:cNvGraphicFramePr>
            <p:nvPr/>
          </p:nvGraphicFramePr>
          <p:xfrm>
            <a:off x="3312" y="2112"/>
            <a:ext cx="258" cy="360"/>
          </p:xfrm>
          <a:graphic>
            <a:graphicData uri="http://schemas.openxmlformats.org/presentationml/2006/ole">
              <p:oleObj spid="_x0000_s1091595" name="公式" r:id="rId18" imgW="164880" imgH="228600" progId="Equation.3">
                <p:embed/>
              </p:oleObj>
            </a:graphicData>
          </a:graphic>
        </p:graphicFrame>
      </p:grpSp>
      <p:grpSp>
        <p:nvGrpSpPr>
          <p:cNvPr id="10" name="Group 61"/>
          <p:cNvGrpSpPr>
            <a:grpSpLocks/>
          </p:cNvGrpSpPr>
          <p:nvPr/>
        </p:nvGrpSpPr>
        <p:grpSpPr bwMode="auto">
          <a:xfrm>
            <a:off x="5638800" y="5486400"/>
            <a:ext cx="457200" cy="533400"/>
            <a:chOff x="3504" y="3744"/>
            <a:chExt cx="288" cy="336"/>
          </a:xfrm>
        </p:grpSpPr>
        <p:sp>
          <p:nvSpPr>
            <p:cNvPr id="171070" name="Line 62"/>
            <p:cNvSpPr>
              <a:spLocks noChangeShapeType="1"/>
            </p:cNvSpPr>
            <p:nvPr/>
          </p:nvSpPr>
          <p:spPr bwMode="auto">
            <a:xfrm>
              <a:off x="3504" y="3744"/>
              <a:ext cx="0" cy="288"/>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1071" name="Object 63"/>
            <p:cNvGraphicFramePr>
              <a:graphicFrameLocks noChangeAspect="1"/>
            </p:cNvGraphicFramePr>
            <p:nvPr/>
          </p:nvGraphicFramePr>
          <p:xfrm>
            <a:off x="3552" y="3744"/>
            <a:ext cx="240" cy="336"/>
          </p:xfrm>
          <a:graphic>
            <a:graphicData uri="http://schemas.openxmlformats.org/presentationml/2006/ole">
              <p:oleObj spid="_x0000_s1091594" name="公式" r:id="rId19" imgW="164880" imgH="228600" progId="Equation.3">
                <p:embed/>
              </p:oleObj>
            </a:graphicData>
          </a:graphic>
        </p:graphicFrame>
      </p:grpSp>
      <p:grpSp>
        <p:nvGrpSpPr>
          <p:cNvPr id="11" name="Group 64"/>
          <p:cNvGrpSpPr>
            <a:grpSpLocks/>
          </p:cNvGrpSpPr>
          <p:nvPr/>
        </p:nvGrpSpPr>
        <p:grpSpPr bwMode="auto">
          <a:xfrm>
            <a:off x="6681788" y="4084638"/>
            <a:ext cx="533400" cy="600075"/>
            <a:chOff x="4272" y="2790"/>
            <a:chExt cx="336" cy="378"/>
          </a:xfrm>
        </p:grpSpPr>
        <p:sp>
          <p:nvSpPr>
            <p:cNvPr id="171073" name="Line 65"/>
            <p:cNvSpPr>
              <a:spLocks noChangeShapeType="1"/>
            </p:cNvSpPr>
            <p:nvPr/>
          </p:nvSpPr>
          <p:spPr bwMode="auto">
            <a:xfrm flipV="1">
              <a:off x="4608" y="2844"/>
              <a:ext cx="0" cy="324"/>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1074" name="Object 66"/>
            <p:cNvGraphicFramePr>
              <a:graphicFrameLocks noChangeAspect="1"/>
            </p:cNvGraphicFramePr>
            <p:nvPr/>
          </p:nvGraphicFramePr>
          <p:xfrm>
            <a:off x="4272" y="2790"/>
            <a:ext cx="258" cy="330"/>
          </p:xfrm>
          <a:graphic>
            <a:graphicData uri="http://schemas.openxmlformats.org/presentationml/2006/ole">
              <p:oleObj spid="_x0000_s1091593" name="公式" r:id="rId20" imgW="177480" imgH="228600" progId="Equation.3">
                <p:embed/>
              </p:oleObj>
            </a:graphicData>
          </a:graphic>
        </p:graphicFrame>
      </p:grpSp>
      <p:grpSp>
        <p:nvGrpSpPr>
          <p:cNvPr id="12" name="Group 67"/>
          <p:cNvGrpSpPr>
            <a:grpSpLocks/>
          </p:cNvGrpSpPr>
          <p:nvPr/>
        </p:nvGrpSpPr>
        <p:grpSpPr bwMode="auto">
          <a:xfrm>
            <a:off x="7013575" y="1943100"/>
            <a:ext cx="911225" cy="571500"/>
            <a:chOff x="4418" y="1512"/>
            <a:chExt cx="574" cy="360"/>
          </a:xfrm>
        </p:grpSpPr>
        <p:sp>
          <p:nvSpPr>
            <p:cNvPr id="171076" name="Line 68"/>
            <p:cNvSpPr>
              <a:spLocks noChangeShapeType="1"/>
            </p:cNvSpPr>
            <p:nvPr/>
          </p:nvSpPr>
          <p:spPr bwMode="auto">
            <a:xfrm flipV="1">
              <a:off x="4418" y="1632"/>
              <a:ext cx="336" cy="192"/>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1077" name="Object 69"/>
            <p:cNvGraphicFramePr>
              <a:graphicFrameLocks noChangeAspect="1"/>
            </p:cNvGraphicFramePr>
            <p:nvPr/>
          </p:nvGraphicFramePr>
          <p:xfrm>
            <a:off x="4714" y="1512"/>
            <a:ext cx="278" cy="360"/>
          </p:xfrm>
          <a:graphic>
            <a:graphicData uri="http://schemas.openxmlformats.org/presentationml/2006/ole">
              <p:oleObj spid="_x0000_s1091592" name="公式" r:id="rId21" imgW="177480" imgH="228600" progId="Equation.3">
                <p:embed/>
              </p:oleObj>
            </a:graphicData>
          </a:graphic>
        </p:graphicFrame>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53"/>
                                        </p:tgtEl>
                                        <p:attrNameLst>
                                          <p:attrName>style.visibility</p:attrName>
                                        </p:attrNameLst>
                                      </p:cBhvr>
                                      <p:to>
                                        <p:strVal val="visible"/>
                                      </p:to>
                                    </p:set>
                                    <p:animEffect transition="in" filter="blinds(horizontal)">
                                      <p:cBhvr>
                                        <p:cTn id="7" dur="500"/>
                                        <p:tgtEl>
                                          <p:spTgt spid="17105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71054"/>
                                        </p:tgtEl>
                                        <p:attrNameLst>
                                          <p:attrName>style.visibility</p:attrName>
                                        </p:attrNameLst>
                                      </p:cBhvr>
                                      <p:to>
                                        <p:strVal val="visible"/>
                                      </p:to>
                                    </p:set>
                                    <p:animEffect transition="in" filter="blinds(vertical)">
                                      <p:cBhvr>
                                        <p:cTn id="22" dur="500"/>
                                        <p:tgtEl>
                                          <p:spTgt spid="17105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trips(down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17105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8" presetClass="entr" presetSubtype="3"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strips(upRigh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71055"/>
                                        </p:tgtEl>
                                        <p:attrNameLst>
                                          <p:attrName>style.visibility</p:attrName>
                                        </p:attrNameLst>
                                      </p:cBhvr>
                                      <p:to>
                                        <p:strVal val="visible"/>
                                      </p:to>
                                    </p:set>
                                    <p:animEffect transition="in" filter="blinds(horizontal)">
                                      <p:cBhvr>
                                        <p:cTn id="41" dur="500"/>
                                        <p:tgtEl>
                                          <p:spTgt spid="171055"/>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9"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strips(upLef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strips(downLeft)">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171058"/>
                                        </p:tgtEl>
                                        <p:attrNameLst>
                                          <p:attrName>style.visibility</p:attrName>
                                        </p:attrNameLst>
                                      </p:cBhvr>
                                      <p:to>
                                        <p:strVal val="visible"/>
                                      </p:to>
                                    </p:set>
                                    <p:animEffect transition="in" filter="blinds(horizontal)">
                                      <p:cBhvr>
                                        <p:cTn id="56" dur="500"/>
                                        <p:tgtEl>
                                          <p:spTgt spid="171058"/>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71057"/>
                                        </p:tgtEl>
                                        <p:attrNameLst>
                                          <p:attrName>style.visibility</p:attrName>
                                        </p:attrNameLst>
                                      </p:cBhvr>
                                      <p:to>
                                        <p:strVal val="visible"/>
                                      </p:to>
                                    </p:set>
                                    <p:animEffect transition="in" filter="blinds(horizontal)">
                                      <p:cBhvr>
                                        <p:cTn id="61" dur="500"/>
                                        <p:tgtEl>
                                          <p:spTgt spid="17105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171059"/>
                                        </p:tgtEl>
                                        <p:attrNameLst>
                                          <p:attrName>style.visibility</p:attrName>
                                        </p:attrNameLst>
                                      </p:cBhvr>
                                      <p:to>
                                        <p:strVal val="visible"/>
                                      </p:to>
                                    </p:set>
                                    <p:animEffect transition="in" filter="blinds(horizontal)">
                                      <p:cBhvr>
                                        <p:cTn id="66" dur="500"/>
                                        <p:tgtEl>
                                          <p:spTgt spid="171059"/>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12"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strips(downLeft)">
                                      <p:cBhvr>
                                        <p:cTn id="71" dur="500"/>
                                        <p:tgtEl>
                                          <p:spTgt spid="10"/>
                                        </p:tgtEl>
                                      </p:cBhvr>
                                    </p:animEffect>
                                  </p:childTnLst>
                                </p:cTn>
                              </p:par>
                            </p:childTnLst>
                          </p:cTn>
                        </p:par>
                      </p:childTnLst>
                    </p:cTn>
                  </p:par>
                  <p:par>
                    <p:cTn id="72" fill="hold">
                      <p:stCondLst>
                        <p:cond delay="indefinite"/>
                      </p:stCondLst>
                      <p:childTnLst>
                        <p:par>
                          <p:cTn id="73" fill="hold">
                            <p:stCondLst>
                              <p:cond delay="0"/>
                            </p:stCondLst>
                            <p:childTnLst>
                              <p:par>
                                <p:cTn id="74" presetID="18" presetClass="entr" presetSubtype="3"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strips(upRight)">
                                      <p:cBhvr>
                                        <p:cTn id="7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5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181600" y="4572000"/>
            <a:ext cx="2514600" cy="609600"/>
            <a:chOff x="3360" y="2976"/>
            <a:chExt cx="1536" cy="336"/>
          </a:xfrm>
        </p:grpSpPr>
        <p:sp>
          <p:nvSpPr>
            <p:cNvPr id="172035" name="Rectangle 3"/>
            <p:cNvSpPr>
              <a:spLocks noChangeArrowheads="1"/>
            </p:cNvSpPr>
            <p:nvPr/>
          </p:nvSpPr>
          <p:spPr bwMode="auto">
            <a:xfrm>
              <a:off x="3360" y="2976"/>
              <a:ext cx="576" cy="336"/>
            </a:xfrm>
            <a:prstGeom prst="rect">
              <a:avLst/>
            </a:prstGeom>
            <a:solidFill>
              <a:srgbClr val="FFEBFF"/>
            </a:solidFill>
            <a:ln w="12700">
              <a:solidFill>
                <a:srgbClr val="CC00CC"/>
              </a:solidFill>
              <a:miter lim="800000"/>
              <a:headEnd/>
              <a:tailEnd/>
            </a:ln>
            <a:effectLst/>
          </p:spPr>
          <p:txBody>
            <a:bodyPr wrap="none" anchor="ctr"/>
            <a:lstStyle/>
            <a:p>
              <a:endParaRPr lang="zh-CN" altLang="en-US" sz="2800"/>
            </a:p>
          </p:txBody>
        </p:sp>
        <p:sp>
          <p:nvSpPr>
            <p:cNvPr id="172036" name="Rectangle 4"/>
            <p:cNvSpPr>
              <a:spLocks noChangeArrowheads="1"/>
            </p:cNvSpPr>
            <p:nvPr/>
          </p:nvSpPr>
          <p:spPr bwMode="auto">
            <a:xfrm>
              <a:off x="4608" y="2976"/>
              <a:ext cx="288" cy="288"/>
            </a:xfrm>
            <a:prstGeom prst="rect">
              <a:avLst/>
            </a:prstGeom>
            <a:solidFill>
              <a:srgbClr val="FFEBFF"/>
            </a:solidFill>
            <a:ln w="12700">
              <a:solidFill>
                <a:srgbClr val="CC00CC"/>
              </a:solidFill>
              <a:miter lim="800000"/>
              <a:headEnd/>
              <a:tailEnd/>
            </a:ln>
            <a:effectLst/>
          </p:spPr>
          <p:txBody>
            <a:bodyPr wrap="none" anchor="ctr"/>
            <a:lstStyle/>
            <a:p>
              <a:endParaRPr lang="zh-CN" altLang="en-US" sz="2800"/>
            </a:p>
          </p:txBody>
        </p:sp>
      </p:grpSp>
      <p:graphicFrame>
        <p:nvGraphicFramePr>
          <p:cNvPr id="172037" name="Object 5"/>
          <p:cNvGraphicFramePr>
            <a:graphicFrameLocks noChangeAspect="1"/>
          </p:cNvGraphicFramePr>
          <p:nvPr/>
        </p:nvGraphicFramePr>
        <p:xfrm>
          <a:off x="838200" y="4584700"/>
          <a:ext cx="2667000" cy="520700"/>
        </p:xfrm>
        <a:graphic>
          <a:graphicData uri="http://schemas.openxmlformats.org/presentationml/2006/ole">
            <p:oleObj spid="_x0000_s1092610" name="公式" r:id="rId3" imgW="901440" imgH="177480" progId="Equation.3">
              <p:embed/>
            </p:oleObj>
          </a:graphicData>
        </a:graphic>
      </p:graphicFrame>
      <p:graphicFrame>
        <p:nvGraphicFramePr>
          <p:cNvPr id="172038" name="Object 6"/>
          <p:cNvGraphicFramePr>
            <a:graphicFrameLocks noChangeAspect="1"/>
          </p:cNvGraphicFramePr>
          <p:nvPr/>
        </p:nvGraphicFramePr>
        <p:xfrm>
          <a:off x="4191000" y="4565650"/>
          <a:ext cx="4267200" cy="615950"/>
        </p:xfrm>
        <a:graphic>
          <a:graphicData uri="http://schemas.openxmlformats.org/presentationml/2006/ole">
            <p:oleObj spid="_x0000_s1092611" name="Equation" r:id="rId4" imgW="2590560" imgH="380880" progId="Equation.3">
              <p:embed/>
            </p:oleObj>
          </a:graphicData>
        </a:graphic>
      </p:graphicFrame>
      <p:graphicFrame>
        <p:nvGraphicFramePr>
          <p:cNvPr id="172042" name="Object 10"/>
          <p:cNvGraphicFramePr>
            <a:graphicFrameLocks noChangeAspect="1"/>
          </p:cNvGraphicFramePr>
          <p:nvPr/>
        </p:nvGraphicFramePr>
        <p:xfrm>
          <a:off x="685800" y="3554413"/>
          <a:ext cx="2895600" cy="636587"/>
        </p:xfrm>
        <a:graphic>
          <a:graphicData uri="http://schemas.openxmlformats.org/presentationml/2006/ole">
            <p:oleObj spid="_x0000_s1092612" name="Equation" r:id="rId5" imgW="1104840" imgH="215640" progId="Equation.3">
              <p:embed/>
            </p:oleObj>
          </a:graphicData>
        </a:graphic>
      </p:graphicFrame>
      <p:graphicFrame>
        <p:nvGraphicFramePr>
          <p:cNvPr id="172043" name="Object 11"/>
          <p:cNvGraphicFramePr>
            <a:graphicFrameLocks noChangeAspect="1"/>
          </p:cNvGraphicFramePr>
          <p:nvPr/>
        </p:nvGraphicFramePr>
        <p:xfrm>
          <a:off x="3962400" y="3525838"/>
          <a:ext cx="4648200" cy="647700"/>
        </p:xfrm>
        <a:graphic>
          <a:graphicData uri="http://schemas.openxmlformats.org/presentationml/2006/ole">
            <p:oleObj spid="_x0000_s1092613" name="公式" r:id="rId6" imgW="1650960" imgH="215640" progId="Equation.3">
              <p:embed/>
            </p:oleObj>
          </a:graphicData>
        </a:graphic>
      </p:graphicFrame>
      <p:grpSp>
        <p:nvGrpSpPr>
          <p:cNvPr id="3" name="Group 12"/>
          <p:cNvGrpSpPr>
            <a:grpSpLocks/>
          </p:cNvGrpSpPr>
          <p:nvPr/>
        </p:nvGrpSpPr>
        <p:grpSpPr bwMode="auto">
          <a:xfrm>
            <a:off x="533400" y="685800"/>
            <a:ext cx="3962400" cy="2590800"/>
            <a:chOff x="336" y="624"/>
            <a:chExt cx="2496" cy="1632"/>
          </a:xfrm>
        </p:grpSpPr>
        <p:sp>
          <p:nvSpPr>
            <p:cNvPr id="172045" name="Rectangle 13"/>
            <p:cNvSpPr>
              <a:spLocks noChangeArrowheads="1"/>
            </p:cNvSpPr>
            <p:nvPr/>
          </p:nvSpPr>
          <p:spPr bwMode="auto">
            <a:xfrm>
              <a:off x="336" y="624"/>
              <a:ext cx="2496" cy="1632"/>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2046" name="Line 14"/>
            <p:cNvSpPr>
              <a:spLocks noChangeShapeType="1"/>
            </p:cNvSpPr>
            <p:nvPr/>
          </p:nvSpPr>
          <p:spPr bwMode="auto">
            <a:xfrm>
              <a:off x="770" y="888"/>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2047" name="Line 15"/>
            <p:cNvSpPr>
              <a:spLocks noChangeShapeType="1"/>
            </p:cNvSpPr>
            <p:nvPr/>
          </p:nvSpPr>
          <p:spPr bwMode="auto">
            <a:xfrm>
              <a:off x="674" y="1080"/>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2048" name="Line 16"/>
            <p:cNvSpPr>
              <a:spLocks noChangeShapeType="1"/>
            </p:cNvSpPr>
            <p:nvPr/>
          </p:nvSpPr>
          <p:spPr bwMode="auto">
            <a:xfrm>
              <a:off x="578" y="1272"/>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2049" name="Line 17"/>
            <p:cNvSpPr>
              <a:spLocks noChangeShapeType="1"/>
            </p:cNvSpPr>
            <p:nvPr/>
          </p:nvSpPr>
          <p:spPr bwMode="auto">
            <a:xfrm>
              <a:off x="770" y="1464"/>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2050" name="Line 18"/>
            <p:cNvSpPr>
              <a:spLocks noChangeShapeType="1"/>
            </p:cNvSpPr>
            <p:nvPr/>
          </p:nvSpPr>
          <p:spPr bwMode="auto">
            <a:xfrm>
              <a:off x="674" y="1656"/>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2051" name="Line 19"/>
            <p:cNvSpPr>
              <a:spLocks noChangeShapeType="1"/>
            </p:cNvSpPr>
            <p:nvPr/>
          </p:nvSpPr>
          <p:spPr bwMode="auto">
            <a:xfrm>
              <a:off x="578" y="1848"/>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sp>
          <p:nvSpPr>
            <p:cNvPr id="172052" name="Line 20"/>
            <p:cNvSpPr>
              <a:spLocks noChangeShapeType="1"/>
            </p:cNvSpPr>
            <p:nvPr/>
          </p:nvSpPr>
          <p:spPr bwMode="auto">
            <a:xfrm>
              <a:off x="722" y="2040"/>
              <a:ext cx="1728" cy="0"/>
            </a:xfrm>
            <a:prstGeom prst="line">
              <a:avLst/>
            </a:prstGeom>
            <a:noFill/>
            <a:ln w="12700">
              <a:solidFill>
                <a:schemeClr val="tx2"/>
              </a:solidFill>
              <a:round/>
              <a:headEnd/>
              <a:tailEnd type="triangle" w="sm" len="lg"/>
            </a:ln>
            <a:effectLst/>
          </p:spPr>
          <p:txBody>
            <a:bodyPr wrap="none" anchor="ctr"/>
            <a:lstStyle/>
            <a:p>
              <a:endParaRPr lang="zh-CN" altLang="en-US" sz="2800"/>
            </a:p>
          </p:txBody>
        </p:sp>
        <p:graphicFrame>
          <p:nvGraphicFramePr>
            <p:cNvPr id="172053" name="Object 21"/>
            <p:cNvGraphicFramePr>
              <a:graphicFrameLocks noChangeAspect="1"/>
            </p:cNvGraphicFramePr>
            <p:nvPr/>
          </p:nvGraphicFramePr>
          <p:xfrm>
            <a:off x="2496" y="1344"/>
            <a:ext cx="238" cy="300"/>
          </p:xfrm>
          <a:graphic>
            <a:graphicData uri="http://schemas.openxmlformats.org/presentationml/2006/ole">
              <p:oleObj spid="_x0000_s1092621" name="公式" r:id="rId7" imgW="152280" imgH="190440" progId="Equation.3">
                <p:embed/>
              </p:oleObj>
            </a:graphicData>
          </a:graphic>
        </p:graphicFrame>
        <p:grpSp>
          <p:nvGrpSpPr>
            <p:cNvPr id="4" name="Group 22"/>
            <p:cNvGrpSpPr>
              <a:grpSpLocks/>
            </p:cNvGrpSpPr>
            <p:nvPr/>
          </p:nvGrpSpPr>
          <p:grpSpPr bwMode="auto">
            <a:xfrm>
              <a:off x="720" y="1608"/>
              <a:ext cx="530" cy="384"/>
              <a:chOff x="3312" y="2088"/>
              <a:chExt cx="530" cy="384"/>
            </a:xfrm>
          </p:grpSpPr>
          <p:sp>
            <p:nvSpPr>
              <p:cNvPr id="172055" name="Line 23"/>
              <p:cNvSpPr>
                <a:spLocks noChangeShapeType="1"/>
              </p:cNvSpPr>
              <p:nvPr/>
            </p:nvSpPr>
            <p:spPr bwMode="auto">
              <a:xfrm flipH="1">
                <a:off x="3506" y="2088"/>
                <a:ext cx="336" cy="192"/>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2056" name="Object 24"/>
              <p:cNvGraphicFramePr>
                <a:graphicFrameLocks noChangeAspect="1"/>
              </p:cNvGraphicFramePr>
              <p:nvPr/>
            </p:nvGraphicFramePr>
            <p:xfrm>
              <a:off x="3312" y="2112"/>
              <a:ext cx="258" cy="360"/>
            </p:xfrm>
            <a:graphic>
              <a:graphicData uri="http://schemas.openxmlformats.org/presentationml/2006/ole">
                <p:oleObj spid="_x0000_s1092627" name="公式" r:id="rId8" imgW="164880" imgH="228600" progId="Equation.3">
                  <p:embed/>
                </p:oleObj>
              </a:graphicData>
            </a:graphic>
          </p:graphicFrame>
        </p:grpSp>
        <p:grpSp>
          <p:nvGrpSpPr>
            <p:cNvPr id="5" name="Group 25"/>
            <p:cNvGrpSpPr>
              <a:grpSpLocks/>
            </p:cNvGrpSpPr>
            <p:nvPr/>
          </p:nvGrpSpPr>
          <p:grpSpPr bwMode="auto">
            <a:xfrm>
              <a:off x="1258" y="727"/>
              <a:ext cx="280" cy="401"/>
              <a:chOff x="3850" y="1207"/>
              <a:chExt cx="280" cy="401"/>
            </a:xfrm>
          </p:grpSpPr>
          <p:sp>
            <p:nvSpPr>
              <p:cNvPr id="172058" name="Line 26"/>
              <p:cNvSpPr>
                <a:spLocks noChangeShapeType="1"/>
              </p:cNvSpPr>
              <p:nvPr/>
            </p:nvSpPr>
            <p:spPr bwMode="auto">
              <a:xfrm flipH="1" flipV="1">
                <a:off x="4128" y="1248"/>
                <a:ext cx="2" cy="360"/>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2059" name="Object 27"/>
              <p:cNvGraphicFramePr>
                <a:graphicFrameLocks noChangeAspect="1"/>
              </p:cNvGraphicFramePr>
              <p:nvPr/>
            </p:nvGraphicFramePr>
            <p:xfrm>
              <a:off x="3850" y="1207"/>
              <a:ext cx="278" cy="377"/>
            </p:xfrm>
            <a:graphic>
              <a:graphicData uri="http://schemas.openxmlformats.org/presentationml/2006/ole">
                <p:oleObj spid="_x0000_s1092626" name="公式" r:id="rId9" imgW="177480" imgH="241200" progId="Equation.3">
                  <p:embed/>
                </p:oleObj>
              </a:graphicData>
            </a:graphic>
          </p:graphicFrame>
        </p:grpSp>
        <p:grpSp>
          <p:nvGrpSpPr>
            <p:cNvPr id="6" name="Group 28"/>
            <p:cNvGrpSpPr>
              <a:grpSpLocks/>
            </p:cNvGrpSpPr>
            <p:nvPr/>
          </p:nvGrpSpPr>
          <p:grpSpPr bwMode="auto">
            <a:xfrm>
              <a:off x="1250" y="1032"/>
              <a:ext cx="576" cy="912"/>
              <a:chOff x="1920" y="1824"/>
              <a:chExt cx="576" cy="912"/>
            </a:xfrm>
          </p:grpSpPr>
          <p:sp>
            <p:nvSpPr>
              <p:cNvPr id="172061" name="Line 29"/>
              <p:cNvSpPr>
                <a:spLocks noChangeShapeType="1"/>
              </p:cNvSpPr>
              <p:nvPr/>
            </p:nvSpPr>
            <p:spPr bwMode="auto">
              <a:xfrm>
                <a:off x="1920" y="2016"/>
                <a:ext cx="0" cy="720"/>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2062" name="Line 30"/>
              <p:cNvSpPr>
                <a:spLocks noChangeShapeType="1"/>
              </p:cNvSpPr>
              <p:nvPr/>
            </p:nvSpPr>
            <p:spPr bwMode="auto">
              <a:xfrm>
                <a:off x="2496" y="1824"/>
                <a:ext cx="0" cy="720"/>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2063" name="Line 31"/>
              <p:cNvSpPr>
                <a:spLocks noChangeShapeType="1"/>
              </p:cNvSpPr>
              <p:nvPr/>
            </p:nvSpPr>
            <p:spPr bwMode="auto">
              <a:xfrm flipV="1">
                <a:off x="1920" y="1824"/>
                <a:ext cx="576" cy="192"/>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2064" name="Line 32"/>
              <p:cNvSpPr>
                <a:spLocks noChangeShapeType="1"/>
              </p:cNvSpPr>
              <p:nvPr/>
            </p:nvSpPr>
            <p:spPr bwMode="auto">
              <a:xfrm flipV="1">
                <a:off x="1920" y="2544"/>
                <a:ext cx="576" cy="192"/>
              </a:xfrm>
              <a:prstGeom prst="line">
                <a:avLst/>
              </a:prstGeom>
              <a:noFill/>
              <a:ln w="28575">
                <a:solidFill>
                  <a:srgbClr val="0000FF"/>
                </a:solidFill>
                <a:round/>
                <a:headEnd/>
                <a:tailEnd type="none" w="sm" len="lg"/>
              </a:ln>
              <a:effectLst/>
            </p:spPr>
            <p:txBody>
              <a:bodyPr wrap="none" anchor="ctr"/>
              <a:lstStyle/>
              <a:p>
                <a:endParaRPr lang="zh-CN" altLang="en-US" sz="2800"/>
              </a:p>
            </p:txBody>
          </p:sp>
        </p:grpSp>
        <p:sp>
          <p:nvSpPr>
            <p:cNvPr id="172065" name="Text Box 33"/>
            <p:cNvSpPr txBox="1">
              <a:spLocks noChangeArrowheads="1"/>
            </p:cNvSpPr>
            <p:nvPr/>
          </p:nvSpPr>
          <p:spPr bwMode="auto">
            <a:xfrm>
              <a:off x="988" y="1056"/>
              <a:ext cx="212" cy="327"/>
            </a:xfrm>
            <a:prstGeom prst="rect">
              <a:avLst/>
            </a:prstGeom>
            <a:noFill/>
            <a:ln w="9525">
              <a:noFill/>
              <a:miter lim="800000"/>
              <a:headEnd/>
              <a:tailEnd/>
            </a:ln>
            <a:effectLst/>
          </p:spPr>
          <p:txBody>
            <a:bodyPr>
              <a:spAutoFit/>
            </a:bodyPr>
            <a:lstStyle/>
            <a:p>
              <a:pPr>
                <a:spcBef>
                  <a:spcPct val="50000"/>
                </a:spcBef>
              </a:pPr>
              <a:r>
                <a:rPr lang="en-US" altLang="zh-CN" sz="2800" b="0" i="1">
                  <a:solidFill>
                    <a:srgbClr val="0000FF"/>
                  </a:solidFill>
                </a:rPr>
                <a:t>M</a:t>
              </a:r>
            </a:p>
          </p:txBody>
        </p:sp>
        <p:sp>
          <p:nvSpPr>
            <p:cNvPr id="172066" name="Text Box 34"/>
            <p:cNvSpPr txBox="1">
              <a:spLocks noChangeArrowheads="1"/>
            </p:cNvSpPr>
            <p:nvPr/>
          </p:nvSpPr>
          <p:spPr bwMode="auto">
            <a:xfrm>
              <a:off x="1079" y="1881"/>
              <a:ext cx="265" cy="327"/>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N</a:t>
              </a:r>
            </a:p>
          </p:txBody>
        </p:sp>
        <p:sp>
          <p:nvSpPr>
            <p:cNvPr id="172067" name="Text Box 35"/>
            <p:cNvSpPr txBox="1">
              <a:spLocks noChangeArrowheads="1"/>
            </p:cNvSpPr>
            <p:nvPr/>
          </p:nvSpPr>
          <p:spPr bwMode="auto">
            <a:xfrm>
              <a:off x="1776" y="1584"/>
              <a:ext cx="265"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O</a:t>
              </a:r>
            </a:p>
          </p:txBody>
        </p:sp>
        <p:sp>
          <p:nvSpPr>
            <p:cNvPr id="172068" name="Text Box 36"/>
            <p:cNvSpPr txBox="1">
              <a:spLocks noChangeArrowheads="1"/>
            </p:cNvSpPr>
            <p:nvPr/>
          </p:nvSpPr>
          <p:spPr bwMode="auto">
            <a:xfrm>
              <a:off x="1811" y="825"/>
              <a:ext cx="233"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P</a:t>
              </a:r>
            </a:p>
          </p:txBody>
        </p:sp>
        <p:sp>
          <p:nvSpPr>
            <p:cNvPr id="172069" name="Line 37"/>
            <p:cNvSpPr>
              <a:spLocks noChangeShapeType="1"/>
            </p:cNvSpPr>
            <p:nvPr/>
          </p:nvSpPr>
          <p:spPr bwMode="auto">
            <a:xfrm>
              <a:off x="1250" y="1440"/>
              <a:ext cx="1" cy="96"/>
            </a:xfrm>
            <a:prstGeom prst="line">
              <a:avLst/>
            </a:prstGeom>
            <a:noFill/>
            <a:ln w="38100">
              <a:solidFill>
                <a:srgbClr val="0000FF"/>
              </a:solidFill>
              <a:round/>
              <a:headEnd/>
              <a:tailEnd type="triangle" w="sm" len="lg"/>
            </a:ln>
            <a:effectLst/>
          </p:spPr>
          <p:txBody>
            <a:bodyPr wrap="none" anchor="ctr"/>
            <a:lstStyle/>
            <a:p>
              <a:endParaRPr lang="zh-CN" altLang="en-US" sz="2800"/>
            </a:p>
          </p:txBody>
        </p:sp>
        <p:sp>
          <p:nvSpPr>
            <p:cNvPr id="172070" name="Text Box 38"/>
            <p:cNvSpPr txBox="1">
              <a:spLocks noChangeArrowheads="1"/>
            </p:cNvSpPr>
            <p:nvPr/>
          </p:nvSpPr>
          <p:spPr bwMode="auto">
            <a:xfrm>
              <a:off x="1250" y="1392"/>
              <a:ext cx="173" cy="330"/>
            </a:xfrm>
            <a:prstGeom prst="rect">
              <a:avLst/>
            </a:prstGeom>
            <a:noFill/>
            <a:ln w="9525">
              <a:noFill/>
              <a:miter lim="800000"/>
              <a:headEnd/>
              <a:tailEnd/>
            </a:ln>
            <a:effectLst/>
          </p:spPr>
          <p:txBody>
            <a:bodyPr wrap="none">
              <a:spAutoFit/>
            </a:bodyPr>
            <a:lstStyle/>
            <a:p>
              <a:pPr>
                <a:spcBef>
                  <a:spcPct val="50000"/>
                </a:spcBef>
              </a:pPr>
              <a:r>
                <a:rPr lang="en-US" altLang="zh-CN" sz="2800" b="0" i="1">
                  <a:solidFill>
                    <a:srgbClr val="0000FF"/>
                  </a:solidFill>
                </a:rPr>
                <a:t>I</a:t>
              </a:r>
            </a:p>
          </p:txBody>
        </p:sp>
        <p:sp>
          <p:nvSpPr>
            <p:cNvPr id="172071" name="Line 39"/>
            <p:cNvSpPr>
              <a:spLocks noChangeShapeType="1"/>
            </p:cNvSpPr>
            <p:nvPr/>
          </p:nvSpPr>
          <p:spPr bwMode="auto">
            <a:xfrm>
              <a:off x="1538" y="1464"/>
              <a:ext cx="334" cy="504"/>
            </a:xfrm>
            <a:prstGeom prst="line">
              <a:avLst/>
            </a:prstGeom>
            <a:noFill/>
            <a:ln w="28575">
              <a:solidFill>
                <a:srgbClr val="FF6600"/>
              </a:solidFill>
              <a:round/>
              <a:headEnd/>
              <a:tailEnd type="triangle" w="sm" len="lg"/>
            </a:ln>
            <a:effectLst/>
          </p:spPr>
          <p:txBody>
            <a:bodyPr wrap="none" anchor="ctr"/>
            <a:lstStyle/>
            <a:p>
              <a:endParaRPr lang="zh-CN" altLang="en-US" sz="2800"/>
            </a:p>
          </p:txBody>
        </p:sp>
        <p:graphicFrame>
          <p:nvGraphicFramePr>
            <p:cNvPr id="172072" name="Object 40"/>
            <p:cNvGraphicFramePr>
              <a:graphicFrameLocks noChangeAspect="1"/>
            </p:cNvGraphicFramePr>
            <p:nvPr/>
          </p:nvGraphicFramePr>
          <p:xfrm>
            <a:off x="1872" y="1836"/>
            <a:ext cx="308" cy="408"/>
          </p:xfrm>
          <a:graphic>
            <a:graphicData uri="http://schemas.openxmlformats.org/presentationml/2006/ole">
              <p:oleObj spid="_x0000_s1092622" name="Equation" r:id="rId10" imgW="164880" imgH="215640" progId="Equation.3">
                <p:embed/>
              </p:oleObj>
            </a:graphicData>
          </a:graphic>
        </p:graphicFrame>
        <p:grpSp>
          <p:nvGrpSpPr>
            <p:cNvPr id="7" name="Group 41"/>
            <p:cNvGrpSpPr>
              <a:grpSpLocks/>
            </p:cNvGrpSpPr>
            <p:nvPr/>
          </p:nvGrpSpPr>
          <p:grpSpPr bwMode="auto">
            <a:xfrm>
              <a:off x="1826" y="1032"/>
              <a:ext cx="574" cy="360"/>
              <a:chOff x="4418" y="1512"/>
              <a:chExt cx="574" cy="360"/>
            </a:xfrm>
          </p:grpSpPr>
          <p:sp>
            <p:nvSpPr>
              <p:cNvPr id="172074" name="Line 42"/>
              <p:cNvSpPr>
                <a:spLocks noChangeShapeType="1"/>
              </p:cNvSpPr>
              <p:nvPr/>
            </p:nvSpPr>
            <p:spPr bwMode="auto">
              <a:xfrm flipV="1">
                <a:off x="4418" y="1632"/>
                <a:ext cx="336" cy="192"/>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2075" name="Object 43"/>
              <p:cNvGraphicFramePr>
                <a:graphicFrameLocks noChangeAspect="1"/>
              </p:cNvGraphicFramePr>
              <p:nvPr/>
            </p:nvGraphicFramePr>
            <p:xfrm>
              <a:off x="4714" y="1512"/>
              <a:ext cx="278" cy="360"/>
            </p:xfrm>
            <a:graphic>
              <a:graphicData uri="http://schemas.openxmlformats.org/presentationml/2006/ole">
                <p:oleObj spid="_x0000_s1092625" name="公式" r:id="rId11" imgW="177480" imgH="228600" progId="Equation.3">
                  <p:embed/>
                </p:oleObj>
              </a:graphicData>
            </a:graphic>
          </p:graphicFrame>
        </p:grpSp>
        <p:sp>
          <p:nvSpPr>
            <p:cNvPr id="172076" name="Line 44"/>
            <p:cNvSpPr>
              <a:spLocks noChangeShapeType="1"/>
            </p:cNvSpPr>
            <p:nvPr/>
          </p:nvSpPr>
          <p:spPr bwMode="auto">
            <a:xfrm>
              <a:off x="1536" y="1464"/>
              <a:ext cx="912" cy="0"/>
            </a:xfrm>
            <a:prstGeom prst="line">
              <a:avLst/>
            </a:prstGeom>
            <a:noFill/>
            <a:ln w="28575">
              <a:solidFill>
                <a:srgbClr val="CC00CC"/>
              </a:solidFill>
              <a:round/>
              <a:headEnd/>
              <a:tailEnd type="triangle" w="sm" len="lg"/>
            </a:ln>
            <a:effectLst/>
          </p:spPr>
          <p:txBody>
            <a:bodyPr wrap="none"/>
            <a:lstStyle/>
            <a:p>
              <a:endParaRPr lang="zh-CN" altLang="en-US" sz="2800"/>
            </a:p>
          </p:txBody>
        </p:sp>
        <p:sp>
          <p:nvSpPr>
            <p:cNvPr id="172077" name="Line 45"/>
            <p:cNvSpPr>
              <a:spLocks noChangeShapeType="1"/>
            </p:cNvSpPr>
            <p:nvPr/>
          </p:nvSpPr>
          <p:spPr bwMode="auto">
            <a:xfrm flipV="1">
              <a:off x="1826" y="1392"/>
              <a:ext cx="1" cy="96"/>
            </a:xfrm>
            <a:prstGeom prst="line">
              <a:avLst/>
            </a:prstGeom>
            <a:noFill/>
            <a:ln w="38100">
              <a:solidFill>
                <a:srgbClr val="0000FF"/>
              </a:solidFill>
              <a:round/>
              <a:headEnd/>
              <a:tailEnd type="triangle" w="sm" len="lg"/>
            </a:ln>
            <a:effectLst/>
          </p:spPr>
          <p:txBody>
            <a:bodyPr wrap="none" anchor="ctr"/>
            <a:lstStyle/>
            <a:p>
              <a:endParaRPr lang="zh-CN" altLang="en-US" sz="2800"/>
            </a:p>
          </p:txBody>
        </p:sp>
        <p:graphicFrame>
          <p:nvGraphicFramePr>
            <p:cNvPr id="172078" name="Object 46"/>
            <p:cNvGraphicFramePr>
              <a:graphicFrameLocks noChangeAspect="1"/>
            </p:cNvGraphicFramePr>
            <p:nvPr/>
          </p:nvGraphicFramePr>
          <p:xfrm>
            <a:off x="1632" y="1433"/>
            <a:ext cx="210" cy="295"/>
          </p:xfrm>
          <a:graphic>
            <a:graphicData uri="http://schemas.openxmlformats.org/presentationml/2006/ole">
              <p:oleObj spid="_x0000_s1092623" name="Equation" r:id="rId12" imgW="126720" imgH="177480" progId="Equation.3">
                <p:embed/>
              </p:oleObj>
            </a:graphicData>
          </a:graphic>
        </p:graphicFrame>
        <p:grpSp>
          <p:nvGrpSpPr>
            <p:cNvPr id="8" name="Group 47"/>
            <p:cNvGrpSpPr>
              <a:grpSpLocks/>
            </p:cNvGrpSpPr>
            <p:nvPr/>
          </p:nvGrpSpPr>
          <p:grpSpPr bwMode="auto">
            <a:xfrm>
              <a:off x="1296" y="1831"/>
              <a:ext cx="278" cy="384"/>
              <a:chOff x="3898" y="2352"/>
              <a:chExt cx="278" cy="408"/>
            </a:xfrm>
          </p:grpSpPr>
          <p:sp>
            <p:nvSpPr>
              <p:cNvPr id="172080" name="Line 48"/>
              <p:cNvSpPr>
                <a:spLocks noChangeShapeType="1"/>
              </p:cNvSpPr>
              <p:nvPr/>
            </p:nvSpPr>
            <p:spPr bwMode="auto">
              <a:xfrm flipH="1">
                <a:off x="4176" y="2352"/>
                <a:ext cx="0" cy="384"/>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2081" name="Object 49"/>
              <p:cNvGraphicFramePr>
                <a:graphicFrameLocks noChangeAspect="1"/>
              </p:cNvGraphicFramePr>
              <p:nvPr/>
            </p:nvGraphicFramePr>
            <p:xfrm>
              <a:off x="3898" y="2400"/>
              <a:ext cx="278" cy="360"/>
            </p:xfrm>
            <a:graphic>
              <a:graphicData uri="http://schemas.openxmlformats.org/presentationml/2006/ole">
                <p:oleObj spid="_x0000_s1092624" name="公式" r:id="rId13" imgW="177480" imgH="228600" progId="Equation.3">
                  <p:embed/>
                </p:oleObj>
              </a:graphicData>
            </a:graphic>
          </p:graphicFrame>
        </p:grpSp>
      </p:grpSp>
      <p:grpSp>
        <p:nvGrpSpPr>
          <p:cNvPr id="9" name="Group 50"/>
          <p:cNvGrpSpPr>
            <a:grpSpLocks/>
          </p:cNvGrpSpPr>
          <p:nvPr/>
        </p:nvGrpSpPr>
        <p:grpSpPr bwMode="auto">
          <a:xfrm>
            <a:off x="4724400" y="685800"/>
            <a:ext cx="3810000" cy="2514600"/>
            <a:chOff x="2976" y="624"/>
            <a:chExt cx="2400" cy="1584"/>
          </a:xfrm>
        </p:grpSpPr>
        <p:sp>
          <p:nvSpPr>
            <p:cNvPr id="172083" name="Rectangle 51"/>
            <p:cNvSpPr>
              <a:spLocks noChangeArrowheads="1"/>
            </p:cNvSpPr>
            <p:nvPr/>
          </p:nvSpPr>
          <p:spPr bwMode="auto">
            <a:xfrm>
              <a:off x="2976" y="624"/>
              <a:ext cx="2400" cy="158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aphicFrame>
          <p:nvGraphicFramePr>
            <p:cNvPr id="172084" name="Object 52"/>
            <p:cNvGraphicFramePr>
              <a:graphicFrameLocks noChangeAspect="1"/>
            </p:cNvGraphicFramePr>
            <p:nvPr/>
          </p:nvGraphicFramePr>
          <p:xfrm>
            <a:off x="4259" y="1440"/>
            <a:ext cx="205" cy="288"/>
          </p:xfrm>
          <a:graphic>
            <a:graphicData uri="http://schemas.openxmlformats.org/presentationml/2006/ole">
              <p:oleObj spid="_x0000_s1092615" name="公式" r:id="rId14" imgW="126720" imgH="177480" progId="Equation.3">
                <p:embed/>
              </p:oleObj>
            </a:graphicData>
          </a:graphic>
        </p:graphicFrame>
        <p:graphicFrame>
          <p:nvGraphicFramePr>
            <p:cNvPr id="172085" name="Object 53"/>
            <p:cNvGraphicFramePr>
              <a:graphicFrameLocks noChangeAspect="1"/>
            </p:cNvGraphicFramePr>
            <p:nvPr/>
          </p:nvGraphicFramePr>
          <p:xfrm>
            <a:off x="4444" y="1632"/>
            <a:ext cx="308" cy="408"/>
          </p:xfrm>
          <a:graphic>
            <a:graphicData uri="http://schemas.openxmlformats.org/presentationml/2006/ole">
              <p:oleObj spid="_x0000_s1092616" name="Equation" r:id="rId15" imgW="164880" imgH="215640" progId="Equation.3">
                <p:embed/>
              </p:oleObj>
            </a:graphicData>
          </a:graphic>
        </p:graphicFrame>
        <p:grpSp>
          <p:nvGrpSpPr>
            <p:cNvPr id="10" name="Group 54"/>
            <p:cNvGrpSpPr>
              <a:grpSpLocks/>
            </p:cNvGrpSpPr>
            <p:nvPr/>
          </p:nvGrpSpPr>
          <p:grpSpPr bwMode="auto">
            <a:xfrm>
              <a:off x="3552" y="1104"/>
              <a:ext cx="1035" cy="634"/>
              <a:chOff x="3504" y="3168"/>
              <a:chExt cx="1035" cy="634"/>
            </a:xfrm>
          </p:grpSpPr>
          <p:sp>
            <p:nvSpPr>
              <p:cNvPr id="172087" name="Oval 55"/>
              <p:cNvSpPr>
                <a:spLocks noChangeArrowheads="1"/>
              </p:cNvSpPr>
              <p:nvPr/>
            </p:nvSpPr>
            <p:spPr bwMode="auto">
              <a:xfrm>
                <a:off x="3504" y="3696"/>
                <a:ext cx="96" cy="96"/>
              </a:xfrm>
              <a:prstGeom prst="ellipse">
                <a:avLst/>
              </a:prstGeom>
              <a:noFill/>
              <a:ln w="28575">
                <a:solidFill>
                  <a:srgbClr val="0000FF"/>
                </a:solidFill>
                <a:round/>
                <a:headEnd/>
                <a:tailEnd/>
              </a:ln>
              <a:effectLst/>
            </p:spPr>
            <p:txBody>
              <a:bodyPr wrap="none" anchor="ctr"/>
              <a:lstStyle/>
              <a:p>
                <a:endParaRPr lang="zh-CN" altLang="en-US" sz="2800"/>
              </a:p>
            </p:txBody>
          </p:sp>
          <p:sp>
            <p:nvSpPr>
              <p:cNvPr id="172088" name="Line 56"/>
              <p:cNvSpPr>
                <a:spLocks noChangeShapeType="1"/>
              </p:cNvSpPr>
              <p:nvPr/>
            </p:nvSpPr>
            <p:spPr bwMode="auto">
              <a:xfrm flipV="1">
                <a:off x="3531" y="3168"/>
                <a:ext cx="1008" cy="538"/>
              </a:xfrm>
              <a:prstGeom prst="line">
                <a:avLst/>
              </a:prstGeom>
              <a:noFill/>
              <a:ln w="28575">
                <a:solidFill>
                  <a:srgbClr val="0000FF"/>
                </a:solidFill>
                <a:round/>
                <a:headEnd/>
                <a:tailEnd type="none" w="sm" len="lg"/>
              </a:ln>
              <a:effectLst/>
            </p:spPr>
            <p:txBody>
              <a:bodyPr wrap="none" anchor="ctr"/>
              <a:lstStyle/>
              <a:p>
                <a:endParaRPr lang="zh-CN" altLang="en-US" sz="2800"/>
              </a:p>
            </p:txBody>
          </p:sp>
          <p:sp>
            <p:nvSpPr>
              <p:cNvPr id="172089" name="Line 57"/>
              <p:cNvSpPr>
                <a:spLocks noChangeShapeType="1"/>
              </p:cNvSpPr>
              <p:nvPr/>
            </p:nvSpPr>
            <p:spPr bwMode="auto">
              <a:xfrm flipV="1">
                <a:off x="3531" y="3264"/>
                <a:ext cx="1008" cy="538"/>
              </a:xfrm>
              <a:prstGeom prst="line">
                <a:avLst/>
              </a:prstGeom>
              <a:noFill/>
              <a:ln w="28575">
                <a:solidFill>
                  <a:srgbClr val="0000FF"/>
                </a:solidFill>
                <a:round/>
                <a:headEnd/>
                <a:tailEnd type="none" w="sm" len="lg"/>
              </a:ln>
              <a:effectLst/>
            </p:spPr>
            <p:txBody>
              <a:bodyPr wrap="none" anchor="ctr"/>
              <a:lstStyle/>
              <a:p>
                <a:endParaRPr lang="zh-CN" altLang="en-US" sz="2800"/>
              </a:p>
            </p:txBody>
          </p:sp>
        </p:grpSp>
        <p:sp>
          <p:nvSpPr>
            <p:cNvPr id="172090" name="Line 58"/>
            <p:cNvSpPr>
              <a:spLocks noChangeShapeType="1"/>
            </p:cNvSpPr>
            <p:nvPr/>
          </p:nvSpPr>
          <p:spPr bwMode="auto">
            <a:xfrm>
              <a:off x="3218" y="1440"/>
              <a:ext cx="1632" cy="0"/>
            </a:xfrm>
            <a:prstGeom prst="line">
              <a:avLst/>
            </a:prstGeom>
            <a:noFill/>
            <a:ln w="28575">
              <a:solidFill>
                <a:schemeClr val="tx2"/>
              </a:solidFill>
              <a:round/>
              <a:headEnd/>
              <a:tailEnd type="triangle" w="sm" len="lg"/>
            </a:ln>
            <a:effectLst/>
          </p:spPr>
          <p:txBody>
            <a:bodyPr wrap="none" anchor="ctr"/>
            <a:lstStyle/>
            <a:p>
              <a:endParaRPr lang="zh-CN" altLang="en-US" sz="2800"/>
            </a:p>
          </p:txBody>
        </p:sp>
        <p:sp>
          <p:nvSpPr>
            <p:cNvPr id="172091" name="Line 59"/>
            <p:cNvSpPr>
              <a:spLocks noChangeShapeType="1"/>
            </p:cNvSpPr>
            <p:nvPr/>
          </p:nvSpPr>
          <p:spPr bwMode="auto">
            <a:xfrm>
              <a:off x="4130" y="1440"/>
              <a:ext cx="334" cy="480"/>
            </a:xfrm>
            <a:prstGeom prst="line">
              <a:avLst/>
            </a:prstGeom>
            <a:noFill/>
            <a:ln w="38100">
              <a:solidFill>
                <a:srgbClr val="FF6600"/>
              </a:solidFill>
              <a:round/>
              <a:headEnd/>
              <a:tailEnd type="triangle" w="sm" len="lg"/>
            </a:ln>
            <a:effectLst/>
          </p:spPr>
          <p:txBody>
            <a:bodyPr wrap="none" anchor="ctr"/>
            <a:lstStyle/>
            <a:p>
              <a:endParaRPr lang="zh-CN" altLang="en-US" sz="2800"/>
            </a:p>
          </p:txBody>
        </p:sp>
        <p:graphicFrame>
          <p:nvGraphicFramePr>
            <p:cNvPr id="172092" name="Object 60"/>
            <p:cNvGraphicFramePr>
              <a:graphicFrameLocks noChangeAspect="1"/>
            </p:cNvGraphicFramePr>
            <p:nvPr/>
          </p:nvGraphicFramePr>
          <p:xfrm>
            <a:off x="4418" y="1200"/>
            <a:ext cx="180" cy="288"/>
          </p:xfrm>
          <a:graphic>
            <a:graphicData uri="http://schemas.openxmlformats.org/presentationml/2006/ole">
              <p:oleObj spid="_x0000_s1092617" name="公式" r:id="rId16" imgW="126720" imgH="203040" progId="Equation.3">
                <p:embed/>
              </p:oleObj>
            </a:graphicData>
          </a:graphic>
        </p:graphicFrame>
        <p:sp>
          <p:nvSpPr>
            <p:cNvPr id="172093" name="Text Box 61"/>
            <p:cNvSpPr txBox="1">
              <a:spLocks noChangeArrowheads="1"/>
            </p:cNvSpPr>
            <p:nvPr/>
          </p:nvSpPr>
          <p:spPr bwMode="auto">
            <a:xfrm>
              <a:off x="3024" y="1545"/>
              <a:ext cx="720" cy="327"/>
            </a:xfrm>
            <a:prstGeom prst="rect">
              <a:avLst/>
            </a:prstGeom>
            <a:noFill/>
            <a:ln w="9525">
              <a:noFill/>
              <a:miter lim="800000"/>
              <a:headEnd/>
              <a:tailEnd/>
            </a:ln>
            <a:effectLst/>
          </p:spPr>
          <p:txBody>
            <a:bodyPr>
              <a:spAutoFit/>
            </a:bodyPr>
            <a:lstStyle/>
            <a:p>
              <a:pPr>
                <a:spcBef>
                  <a:spcPct val="50000"/>
                </a:spcBef>
              </a:pPr>
              <a:r>
                <a:rPr lang="zh-CN" altLang="zh-CN" sz="2800" b="0" i="1">
                  <a:solidFill>
                    <a:srgbClr val="CC0000"/>
                  </a:solidFill>
                </a:rPr>
                <a:t> </a:t>
              </a:r>
              <a:r>
                <a:rPr lang="en-US" altLang="zh-CN" sz="2800" b="0" i="1">
                  <a:solidFill>
                    <a:srgbClr val="0000FF"/>
                  </a:solidFill>
                </a:rPr>
                <a:t>M,N</a:t>
              </a:r>
            </a:p>
          </p:txBody>
        </p:sp>
        <p:sp>
          <p:nvSpPr>
            <p:cNvPr id="172094" name="Text Box 62"/>
            <p:cNvSpPr txBox="1">
              <a:spLocks noChangeArrowheads="1"/>
            </p:cNvSpPr>
            <p:nvPr/>
          </p:nvSpPr>
          <p:spPr bwMode="auto">
            <a:xfrm>
              <a:off x="4560" y="912"/>
              <a:ext cx="672" cy="327"/>
            </a:xfrm>
            <a:prstGeom prst="rect">
              <a:avLst/>
            </a:prstGeom>
            <a:noFill/>
            <a:ln w="9525">
              <a:noFill/>
              <a:miter lim="800000"/>
              <a:headEnd/>
              <a:tailEnd/>
            </a:ln>
            <a:effectLst/>
          </p:spPr>
          <p:txBody>
            <a:bodyPr>
              <a:spAutoFit/>
            </a:bodyPr>
            <a:lstStyle/>
            <a:p>
              <a:pPr>
                <a:spcBef>
                  <a:spcPct val="50000"/>
                </a:spcBef>
              </a:pPr>
              <a:r>
                <a:rPr lang="zh-CN" altLang="zh-CN" sz="2800" b="0" i="1">
                  <a:solidFill>
                    <a:srgbClr val="0000FF"/>
                  </a:solidFill>
                </a:rPr>
                <a:t> </a:t>
              </a:r>
              <a:r>
                <a:rPr lang="en-US" altLang="zh-CN" sz="2800" b="0" i="1">
                  <a:solidFill>
                    <a:srgbClr val="0000FF"/>
                  </a:solidFill>
                </a:rPr>
                <a:t>O,P</a:t>
              </a:r>
            </a:p>
          </p:txBody>
        </p:sp>
        <p:graphicFrame>
          <p:nvGraphicFramePr>
            <p:cNvPr id="172095" name="Object 63"/>
            <p:cNvGraphicFramePr>
              <a:graphicFrameLocks noChangeAspect="1"/>
            </p:cNvGraphicFramePr>
            <p:nvPr/>
          </p:nvGraphicFramePr>
          <p:xfrm>
            <a:off x="4850" y="1344"/>
            <a:ext cx="238" cy="300"/>
          </p:xfrm>
          <a:graphic>
            <a:graphicData uri="http://schemas.openxmlformats.org/presentationml/2006/ole">
              <p:oleObj spid="_x0000_s1092618" name="公式" r:id="rId17" imgW="152280" imgH="190440" progId="Equation.3">
                <p:embed/>
              </p:oleObj>
            </a:graphicData>
          </a:graphic>
        </p:graphicFrame>
        <p:sp>
          <p:nvSpPr>
            <p:cNvPr id="172096" name="Oval 64"/>
            <p:cNvSpPr>
              <a:spLocks noChangeArrowheads="1"/>
            </p:cNvSpPr>
            <p:nvPr/>
          </p:nvSpPr>
          <p:spPr bwMode="auto">
            <a:xfrm>
              <a:off x="4536" y="1104"/>
              <a:ext cx="96" cy="96"/>
            </a:xfrm>
            <a:prstGeom prst="ellipse">
              <a:avLst/>
            </a:prstGeom>
            <a:noFill/>
            <a:ln w="28575">
              <a:solidFill>
                <a:srgbClr val="0000FF"/>
              </a:solidFill>
              <a:round/>
              <a:headEnd/>
              <a:tailEnd/>
            </a:ln>
            <a:effectLst/>
          </p:spPr>
          <p:txBody>
            <a:bodyPr wrap="none" anchor="ctr"/>
            <a:lstStyle/>
            <a:p>
              <a:endParaRPr lang="zh-CN" altLang="en-US" sz="2800"/>
            </a:p>
          </p:txBody>
        </p:sp>
        <p:grpSp>
          <p:nvGrpSpPr>
            <p:cNvPr id="11" name="Group 65"/>
            <p:cNvGrpSpPr>
              <a:grpSpLocks/>
            </p:cNvGrpSpPr>
            <p:nvPr/>
          </p:nvGrpSpPr>
          <p:grpSpPr bwMode="auto">
            <a:xfrm>
              <a:off x="3600" y="1680"/>
              <a:ext cx="288" cy="336"/>
              <a:chOff x="3504" y="3744"/>
              <a:chExt cx="288" cy="336"/>
            </a:xfrm>
          </p:grpSpPr>
          <p:sp>
            <p:nvSpPr>
              <p:cNvPr id="172098" name="Line 66"/>
              <p:cNvSpPr>
                <a:spLocks noChangeShapeType="1"/>
              </p:cNvSpPr>
              <p:nvPr/>
            </p:nvSpPr>
            <p:spPr bwMode="auto">
              <a:xfrm>
                <a:off x="3504" y="3744"/>
                <a:ext cx="0" cy="288"/>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2099" name="Object 67"/>
              <p:cNvGraphicFramePr>
                <a:graphicFrameLocks noChangeAspect="1"/>
              </p:cNvGraphicFramePr>
              <p:nvPr/>
            </p:nvGraphicFramePr>
            <p:xfrm>
              <a:off x="3552" y="3744"/>
              <a:ext cx="240" cy="336"/>
            </p:xfrm>
            <a:graphic>
              <a:graphicData uri="http://schemas.openxmlformats.org/presentationml/2006/ole">
                <p:oleObj spid="_x0000_s1092620" name="公式" r:id="rId18" imgW="164880" imgH="228600" progId="Equation.3">
                  <p:embed/>
                </p:oleObj>
              </a:graphicData>
            </a:graphic>
          </p:graphicFrame>
        </p:grpSp>
        <p:grpSp>
          <p:nvGrpSpPr>
            <p:cNvPr id="12" name="Group 68"/>
            <p:cNvGrpSpPr>
              <a:grpSpLocks/>
            </p:cNvGrpSpPr>
            <p:nvPr/>
          </p:nvGrpSpPr>
          <p:grpSpPr bwMode="auto">
            <a:xfrm>
              <a:off x="4257" y="797"/>
              <a:ext cx="336" cy="378"/>
              <a:chOff x="4272" y="2790"/>
              <a:chExt cx="336" cy="378"/>
            </a:xfrm>
          </p:grpSpPr>
          <p:sp>
            <p:nvSpPr>
              <p:cNvPr id="172101" name="Line 69"/>
              <p:cNvSpPr>
                <a:spLocks noChangeShapeType="1"/>
              </p:cNvSpPr>
              <p:nvPr/>
            </p:nvSpPr>
            <p:spPr bwMode="auto">
              <a:xfrm flipV="1">
                <a:off x="4608" y="2844"/>
                <a:ext cx="0" cy="324"/>
              </a:xfrm>
              <a:prstGeom prst="line">
                <a:avLst/>
              </a:prstGeom>
              <a:noFill/>
              <a:ln w="28575">
                <a:solidFill>
                  <a:srgbClr val="FF0066"/>
                </a:solidFill>
                <a:round/>
                <a:headEnd/>
                <a:tailEnd type="triangle" w="sm" len="lg"/>
              </a:ln>
              <a:effectLst/>
            </p:spPr>
            <p:txBody>
              <a:bodyPr wrap="none" anchor="ctr"/>
              <a:lstStyle/>
              <a:p>
                <a:endParaRPr lang="zh-CN" altLang="en-US" sz="2800"/>
              </a:p>
            </p:txBody>
          </p:sp>
          <p:graphicFrame>
            <p:nvGraphicFramePr>
              <p:cNvPr id="172102" name="Object 70"/>
              <p:cNvGraphicFramePr>
                <a:graphicFrameLocks noChangeAspect="1"/>
              </p:cNvGraphicFramePr>
              <p:nvPr/>
            </p:nvGraphicFramePr>
            <p:xfrm>
              <a:off x="4272" y="2790"/>
              <a:ext cx="258" cy="330"/>
            </p:xfrm>
            <a:graphic>
              <a:graphicData uri="http://schemas.openxmlformats.org/presentationml/2006/ole">
                <p:oleObj spid="_x0000_s1092619" name="公式" r:id="rId19" imgW="177480" imgH="228600" progId="Equation.3">
                  <p:embed/>
                </p:oleObj>
              </a:graphicData>
            </a:graphic>
          </p:graphicFrame>
        </p:grpSp>
      </p:grpSp>
      <p:grpSp>
        <p:nvGrpSpPr>
          <p:cNvPr id="13" name="Group 72"/>
          <p:cNvGrpSpPr>
            <a:grpSpLocks/>
          </p:cNvGrpSpPr>
          <p:nvPr/>
        </p:nvGrpSpPr>
        <p:grpSpPr bwMode="auto">
          <a:xfrm>
            <a:off x="304800" y="5410200"/>
            <a:ext cx="8839200" cy="663575"/>
            <a:chOff x="192" y="3600"/>
            <a:chExt cx="5568" cy="418"/>
          </a:xfrm>
        </p:grpSpPr>
        <p:graphicFrame>
          <p:nvGraphicFramePr>
            <p:cNvPr id="172040" name="Object 8"/>
            <p:cNvGraphicFramePr>
              <a:graphicFrameLocks noChangeAspect="1"/>
            </p:cNvGraphicFramePr>
            <p:nvPr/>
          </p:nvGraphicFramePr>
          <p:xfrm>
            <a:off x="1728" y="3648"/>
            <a:ext cx="1872" cy="370"/>
          </p:xfrm>
          <a:graphic>
            <a:graphicData uri="http://schemas.openxmlformats.org/presentationml/2006/ole">
              <p:oleObj spid="_x0000_s1092614" name="Equation" r:id="rId20" imgW="1828800" imgH="380880" progId="Equation.3">
                <p:embed/>
              </p:oleObj>
            </a:graphicData>
          </a:graphic>
        </p:graphicFrame>
        <p:sp>
          <p:nvSpPr>
            <p:cNvPr id="172041" name="Text Box 9"/>
            <p:cNvSpPr txBox="1">
              <a:spLocks noChangeArrowheads="1"/>
            </p:cNvSpPr>
            <p:nvPr/>
          </p:nvSpPr>
          <p:spPr bwMode="auto">
            <a:xfrm>
              <a:off x="192" y="3600"/>
              <a:ext cx="2400" cy="330"/>
            </a:xfrm>
            <a:prstGeom prst="rect">
              <a:avLst/>
            </a:prstGeom>
            <a:noFill/>
            <a:ln w="9525">
              <a:noFill/>
              <a:miter lim="800000"/>
              <a:headEnd/>
              <a:tailEnd/>
            </a:ln>
            <a:effectLst/>
          </p:spPr>
          <p:txBody>
            <a:bodyPr>
              <a:spAutoFit/>
            </a:bodyPr>
            <a:lstStyle/>
            <a:p>
              <a:pPr>
                <a:spcBef>
                  <a:spcPct val="50000"/>
                </a:spcBef>
              </a:pPr>
              <a:r>
                <a:rPr lang="zh-CN" altLang="en-US" sz="2800">
                  <a:solidFill>
                    <a:schemeClr val="tx1"/>
                  </a:solidFill>
                </a:rPr>
                <a:t>线圈有</a:t>
              </a:r>
              <a:r>
                <a:rPr lang="en-US" altLang="zh-CN" sz="2800" i="1">
                  <a:solidFill>
                    <a:srgbClr val="CC0000"/>
                  </a:solidFill>
                </a:rPr>
                <a:t>N </a:t>
              </a:r>
              <a:r>
                <a:rPr lang="zh-CN" altLang="en-US" sz="2800">
                  <a:solidFill>
                    <a:srgbClr val="CC0000"/>
                  </a:solidFill>
                </a:rPr>
                <a:t>匝</a:t>
              </a:r>
              <a:r>
                <a:rPr lang="zh-CN" altLang="en-US" sz="2800">
                  <a:solidFill>
                    <a:schemeClr val="tx1"/>
                  </a:solidFill>
                </a:rPr>
                <a:t>时</a:t>
              </a:r>
            </a:p>
          </p:txBody>
        </p:sp>
        <p:sp>
          <p:nvSpPr>
            <p:cNvPr id="172103" name="Text Box 71"/>
            <p:cNvSpPr txBox="1">
              <a:spLocks noChangeArrowheads="1"/>
            </p:cNvSpPr>
            <p:nvPr/>
          </p:nvSpPr>
          <p:spPr bwMode="auto">
            <a:xfrm>
              <a:off x="3552" y="3648"/>
              <a:ext cx="2208" cy="327"/>
            </a:xfrm>
            <a:prstGeom prst="rect">
              <a:avLst/>
            </a:prstGeom>
            <a:noFill/>
            <a:ln w="9525">
              <a:noFill/>
              <a:miter lim="800000"/>
              <a:headEnd/>
              <a:tailEnd/>
            </a:ln>
            <a:effectLst/>
          </p:spPr>
          <p:txBody>
            <a:bodyPr>
              <a:spAutoFit/>
            </a:bodyPr>
            <a:lstStyle/>
            <a:p>
              <a:pPr>
                <a:spcBef>
                  <a:spcPct val="50000"/>
                </a:spcBef>
              </a:pPr>
              <a:r>
                <a:rPr lang="zh-CN" altLang="en-US" sz="2800">
                  <a:solidFill>
                    <a:srgbClr val="CC0000"/>
                  </a:solidFill>
                </a:rPr>
                <a:t>（适用于任意线圈）</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72042"/>
                                        </p:tgtEl>
                                        <p:attrNameLst>
                                          <p:attrName>style.visibility</p:attrName>
                                        </p:attrNameLst>
                                      </p:cBhvr>
                                      <p:to>
                                        <p:strVal val="visible"/>
                                      </p:to>
                                    </p:set>
                                    <p:animEffect transition="in" filter="blinds(vertical)">
                                      <p:cBhvr>
                                        <p:cTn id="7" dur="500"/>
                                        <p:tgtEl>
                                          <p:spTgt spid="1720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72043"/>
                                        </p:tgtEl>
                                        <p:attrNameLst>
                                          <p:attrName>style.visibility</p:attrName>
                                        </p:attrNameLst>
                                      </p:cBhvr>
                                      <p:to>
                                        <p:strVal val="visible"/>
                                      </p:to>
                                    </p:set>
                                    <p:animEffect transition="in" filter="blinds(vertical)">
                                      <p:cBhvr>
                                        <p:cTn id="12" dur="500"/>
                                        <p:tgtEl>
                                          <p:spTgt spid="1720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72037"/>
                                        </p:tgtEl>
                                        <p:attrNameLst>
                                          <p:attrName>style.visibility</p:attrName>
                                        </p:attrNameLst>
                                      </p:cBhvr>
                                      <p:to>
                                        <p:strVal val="visible"/>
                                      </p:to>
                                    </p:set>
                                    <p:animEffect transition="in" filter="blinds(vertical)">
                                      <p:cBhvr>
                                        <p:cTn id="17" dur="500"/>
                                        <p:tgtEl>
                                          <p:spTgt spid="1720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72038"/>
                                        </p:tgtEl>
                                        <p:attrNameLst>
                                          <p:attrName>style.visibility</p:attrName>
                                        </p:attrNameLst>
                                      </p:cBhvr>
                                      <p:to>
                                        <p:strVal val="visible"/>
                                      </p:to>
                                    </p:set>
                                    <p:animEffect transition="in" filter="blinds(vertical)">
                                      <p:cBhvr>
                                        <p:cTn id="22" dur="500"/>
                                        <p:tgtEl>
                                          <p:spTgt spid="17203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019800" y="3019425"/>
            <a:ext cx="2743200" cy="2895600"/>
            <a:chOff x="3744" y="2112"/>
            <a:chExt cx="1728" cy="1824"/>
          </a:xfrm>
        </p:grpSpPr>
        <p:grpSp>
          <p:nvGrpSpPr>
            <p:cNvPr id="3" name="Group 3"/>
            <p:cNvGrpSpPr>
              <a:grpSpLocks/>
            </p:cNvGrpSpPr>
            <p:nvPr/>
          </p:nvGrpSpPr>
          <p:grpSpPr bwMode="auto">
            <a:xfrm>
              <a:off x="3744" y="2112"/>
              <a:ext cx="1728" cy="1824"/>
              <a:chOff x="3744" y="2112"/>
              <a:chExt cx="1728" cy="1824"/>
            </a:xfrm>
          </p:grpSpPr>
          <p:sp>
            <p:nvSpPr>
              <p:cNvPr id="173060" name="Rectangle 4"/>
              <p:cNvSpPr>
                <a:spLocks noChangeArrowheads="1"/>
              </p:cNvSpPr>
              <p:nvPr/>
            </p:nvSpPr>
            <p:spPr bwMode="auto">
              <a:xfrm>
                <a:off x="3744" y="2112"/>
                <a:ext cx="1728" cy="182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3061" name="Line 5"/>
              <p:cNvSpPr>
                <a:spLocks noChangeShapeType="1"/>
              </p:cNvSpPr>
              <p:nvPr/>
            </p:nvSpPr>
            <p:spPr bwMode="auto">
              <a:xfrm>
                <a:off x="3840" y="2256"/>
                <a:ext cx="1440" cy="0"/>
              </a:xfrm>
              <a:prstGeom prst="line">
                <a:avLst/>
              </a:prstGeom>
              <a:noFill/>
              <a:ln w="9525">
                <a:solidFill>
                  <a:schemeClr val="tx2"/>
                </a:solidFill>
                <a:round/>
                <a:headEnd/>
                <a:tailEnd type="triangle" w="sm" len="lg"/>
              </a:ln>
              <a:effectLst/>
            </p:spPr>
            <p:txBody>
              <a:bodyPr wrap="none" anchor="ctr"/>
              <a:lstStyle/>
              <a:p>
                <a:endParaRPr lang="zh-CN" altLang="en-US" sz="2800"/>
              </a:p>
            </p:txBody>
          </p:sp>
          <p:sp>
            <p:nvSpPr>
              <p:cNvPr id="173062" name="Line 6"/>
              <p:cNvSpPr>
                <a:spLocks noChangeShapeType="1"/>
              </p:cNvSpPr>
              <p:nvPr/>
            </p:nvSpPr>
            <p:spPr bwMode="auto">
              <a:xfrm>
                <a:off x="3840" y="2496"/>
                <a:ext cx="1440" cy="0"/>
              </a:xfrm>
              <a:prstGeom prst="line">
                <a:avLst/>
              </a:prstGeom>
              <a:noFill/>
              <a:ln w="9525">
                <a:solidFill>
                  <a:schemeClr val="tx2"/>
                </a:solidFill>
                <a:round/>
                <a:headEnd/>
                <a:tailEnd type="triangle" w="sm" len="lg"/>
              </a:ln>
              <a:effectLst/>
            </p:spPr>
            <p:txBody>
              <a:bodyPr wrap="none" anchor="ctr"/>
              <a:lstStyle/>
              <a:p>
                <a:endParaRPr lang="zh-CN" altLang="en-US" sz="2800"/>
              </a:p>
            </p:txBody>
          </p:sp>
          <p:sp>
            <p:nvSpPr>
              <p:cNvPr id="173063" name="Line 7"/>
              <p:cNvSpPr>
                <a:spLocks noChangeShapeType="1"/>
              </p:cNvSpPr>
              <p:nvPr/>
            </p:nvSpPr>
            <p:spPr bwMode="auto">
              <a:xfrm>
                <a:off x="3840" y="2736"/>
                <a:ext cx="1440" cy="0"/>
              </a:xfrm>
              <a:prstGeom prst="line">
                <a:avLst/>
              </a:prstGeom>
              <a:noFill/>
              <a:ln w="9525">
                <a:solidFill>
                  <a:schemeClr val="tx2"/>
                </a:solidFill>
                <a:round/>
                <a:headEnd/>
                <a:tailEnd type="triangle" w="sm" len="lg"/>
              </a:ln>
              <a:effectLst/>
            </p:spPr>
            <p:txBody>
              <a:bodyPr wrap="none" anchor="ctr"/>
              <a:lstStyle/>
              <a:p>
                <a:endParaRPr lang="zh-CN" altLang="en-US" sz="2800"/>
              </a:p>
            </p:txBody>
          </p:sp>
          <p:sp>
            <p:nvSpPr>
              <p:cNvPr id="173064" name="Line 8"/>
              <p:cNvSpPr>
                <a:spLocks noChangeShapeType="1"/>
              </p:cNvSpPr>
              <p:nvPr/>
            </p:nvSpPr>
            <p:spPr bwMode="auto">
              <a:xfrm>
                <a:off x="3840" y="2976"/>
                <a:ext cx="1440" cy="0"/>
              </a:xfrm>
              <a:prstGeom prst="line">
                <a:avLst/>
              </a:prstGeom>
              <a:noFill/>
              <a:ln w="9525">
                <a:solidFill>
                  <a:schemeClr val="tx2"/>
                </a:solidFill>
                <a:round/>
                <a:headEnd/>
                <a:tailEnd type="triangle" w="sm" len="lg"/>
              </a:ln>
              <a:effectLst/>
            </p:spPr>
            <p:txBody>
              <a:bodyPr wrap="none" anchor="ctr"/>
              <a:lstStyle/>
              <a:p>
                <a:endParaRPr lang="zh-CN" altLang="en-US" sz="2800"/>
              </a:p>
            </p:txBody>
          </p:sp>
          <p:sp>
            <p:nvSpPr>
              <p:cNvPr id="173065" name="Line 9"/>
              <p:cNvSpPr>
                <a:spLocks noChangeShapeType="1"/>
              </p:cNvSpPr>
              <p:nvPr/>
            </p:nvSpPr>
            <p:spPr bwMode="auto">
              <a:xfrm>
                <a:off x="3840" y="3168"/>
                <a:ext cx="1440" cy="0"/>
              </a:xfrm>
              <a:prstGeom prst="line">
                <a:avLst/>
              </a:prstGeom>
              <a:noFill/>
              <a:ln w="9525">
                <a:solidFill>
                  <a:schemeClr val="tx2"/>
                </a:solidFill>
                <a:round/>
                <a:headEnd/>
                <a:tailEnd type="triangle" w="sm" len="lg"/>
              </a:ln>
              <a:effectLst/>
            </p:spPr>
            <p:txBody>
              <a:bodyPr wrap="none" anchor="ctr"/>
              <a:lstStyle/>
              <a:p>
                <a:endParaRPr lang="zh-CN" altLang="en-US" sz="2800"/>
              </a:p>
            </p:txBody>
          </p:sp>
          <p:sp>
            <p:nvSpPr>
              <p:cNvPr id="173066" name="Line 10"/>
              <p:cNvSpPr>
                <a:spLocks noChangeShapeType="1"/>
              </p:cNvSpPr>
              <p:nvPr/>
            </p:nvSpPr>
            <p:spPr bwMode="auto">
              <a:xfrm>
                <a:off x="3840" y="3360"/>
                <a:ext cx="1440" cy="0"/>
              </a:xfrm>
              <a:prstGeom prst="line">
                <a:avLst/>
              </a:prstGeom>
              <a:noFill/>
              <a:ln w="9525">
                <a:solidFill>
                  <a:schemeClr val="tx2"/>
                </a:solidFill>
                <a:round/>
                <a:headEnd/>
                <a:tailEnd type="triangle" w="sm" len="lg"/>
              </a:ln>
              <a:effectLst/>
            </p:spPr>
            <p:txBody>
              <a:bodyPr wrap="none" anchor="ctr"/>
              <a:lstStyle/>
              <a:p>
                <a:endParaRPr lang="zh-CN" altLang="en-US" sz="2800"/>
              </a:p>
            </p:txBody>
          </p:sp>
          <p:sp>
            <p:nvSpPr>
              <p:cNvPr id="173067" name="AutoShape 11"/>
              <p:cNvSpPr>
                <a:spLocks noChangeArrowheads="1"/>
              </p:cNvSpPr>
              <p:nvPr/>
            </p:nvSpPr>
            <p:spPr bwMode="auto">
              <a:xfrm>
                <a:off x="4224" y="2400"/>
                <a:ext cx="672" cy="864"/>
              </a:xfrm>
              <a:prstGeom prst="bevel">
                <a:avLst>
                  <a:gd name="adj" fmla="val 4463"/>
                </a:avLst>
              </a:prstGeom>
              <a:noFill/>
              <a:ln w="19050">
                <a:solidFill>
                  <a:srgbClr val="9933FF"/>
                </a:solidFill>
                <a:miter lim="800000"/>
                <a:headEnd/>
                <a:tailEnd/>
              </a:ln>
              <a:effectLst/>
            </p:spPr>
            <p:txBody>
              <a:bodyPr wrap="none" anchor="ctr"/>
              <a:lstStyle/>
              <a:p>
                <a:endParaRPr lang="zh-CN" altLang="en-US" sz="2800"/>
              </a:p>
            </p:txBody>
          </p:sp>
          <p:sp>
            <p:nvSpPr>
              <p:cNvPr id="173068" name="Text Box 12"/>
              <p:cNvSpPr txBox="1">
                <a:spLocks noChangeArrowheads="1"/>
              </p:cNvSpPr>
              <p:nvPr/>
            </p:nvSpPr>
            <p:spPr bwMode="auto">
              <a:xfrm>
                <a:off x="3984" y="2352"/>
                <a:ext cx="173"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rgbClr val="0000FF"/>
                    </a:solidFill>
                  </a:rPr>
                  <a:t>I</a:t>
                </a:r>
              </a:p>
            </p:txBody>
          </p:sp>
          <p:sp>
            <p:nvSpPr>
              <p:cNvPr id="173069" name="Text Box 13"/>
              <p:cNvSpPr txBox="1">
                <a:spLocks noChangeArrowheads="1"/>
              </p:cNvSpPr>
              <p:nvPr/>
            </p:nvSpPr>
            <p:spPr bwMode="auto">
              <a:xfrm>
                <a:off x="5088" y="3120"/>
                <a:ext cx="240"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chemeClr val="tx2"/>
                    </a:solidFill>
                  </a:rPr>
                  <a:t>B</a:t>
                </a:r>
              </a:p>
            </p:txBody>
          </p:sp>
          <p:sp>
            <p:nvSpPr>
              <p:cNvPr id="173070" name="Oval 14"/>
              <p:cNvSpPr>
                <a:spLocks noChangeArrowheads="1"/>
              </p:cNvSpPr>
              <p:nvPr/>
            </p:nvSpPr>
            <p:spPr bwMode="auto">
              <a:xfrm>
                <a:off x="4656" y="2736"/>
                <a:ext cx="192" cy="192"/>
              </a:xfrm>
              <a:prstGeom prst="ellipse">
                <a:avLst/>
              </a:prstGeom>
              <a:noFill/>
              <a:ln w="28575">
                <a:solidFill>
                  <a:srgbClr val="FF0000"/>
                </a:solidFill>
                <a:round/>
                <a:headEnd/>
                <a:tailEnd/>
              </a:ln>
              <a:effectLst/>
            </p:spPr>
            <p:txBody>
              <a:bodyPr wrap="none" anchor="ctr"/>
              <a:lstStyle/>
              <a:p>
                <a:endParaRPr lang="zh-CN" altLang="en-US" sz="2800"/>
              </a:p>
            </p:txBody>
          </p:sp>
          <p:sp>
            <p:nvSpPr>
              <p:cNvPr id="173071" name="Text Box 15"/>
              <p:cNvSpPr txBox="1">
                <a:spLocks noChangeArrowheads="1"/>
              </p:cNvSpPr>
              <p:nvPr/>
            </p:nvSpPr>
            <p:spPr bwMode="auto">
              <a:xfrm>
                <a:off x="4656" y="2592"/>
                <a:ext cx="174" cy="330"/>
              </a:xfrm>
              <a:prstGeom prst="rect">
                <a:avLst/>
              </a:prstGeom>
              <a:noFill/>
              <a:ln w="9525">
                <a:noFill/>
                <a:miter lim="800000"/>
                <a:headEnd/>
                <a:tailEnd/>
              </a:ln>
              <a:effectLst/>
            </p:spPr>
            <p:txBody>
              <a:bodyPr wrap="none">
                <a:spAutoFit/>
              </a:bodyPr>
              <a:lstStyle/>
              <a:p>
                <a:pPr>
                  <a:spcBef>
                    <a:spcPct val="50000"/>
                  </a:spcBef>
                </a:pPr>
                <a:r>
                  <a:rPr lang="zh-CN" altLang="en-US" sz="2800">
                    <a:solidFill>
                      <a:srgbClr val="0000FF"/>
                    </a:solidFill>
                  </a:rPr>
                  <a:t>.</a:t>
                </a:r>
              </a:p>
            </p:txBody>
          </p:sp>
          <p:graphicFrame>
            <p:nvGraphicFramePr>
              <p:cNvPr id="173072" name="Object 16"/>
              <p:cNvGraphicFramePr>
                <a:graphicFrameLocks noChangeAspect="1"/>
              </p:cNvGraphicFramePr>
              <p:nvPr/>
            </p:nvGraphicFramePr>
            <p:xfrm>
              <a:off x="4272" y="2928"/>
              <a:ext cx="247" cy="288"/>
            </p:xfrm>
            <a:graphic>
              <a:graphicData uri="http://schemas.openxmlformats.org/presentationml/2006/ole">
                <p:oleObj spid="_x0000_s1093641" name="公式" r:id="rId3" imgW="164880" imgH="190440" progId="Equation.3">
                  <p:embed/>
                </p:oleObj>
              </a:graphicData>
            </a:graphic>
          </p:graphicFrame>
          <p:graphicFrame>
            <p:nvGraphicFramePr>
              <p:cNvPr id="173073" name="Object 17"/>
              <p:cNvGraphicFramePr>
                <a:graphicFrameLocks noChangeAspect="1"/>
              </p:cNvGraphicFramePr>
              <p:nvPr/>
            </p:nvGraphicFramePr>
            <p:xfrm>
              <a:off x="4464" y="2461"/>
              <a:ext cx="384" cy="275"/>
            </p:xfrm>
            <a:graphic>
              <a:graphicData uri="http://schemas.openxmlformats.org/presentationml/2006/ole">
                <p:oleObj spid="_x0000_s1093642" name="公式" r:id="rId4" imgW="266400" imgH="190440" progId="Equation.3">
                  <p:embed/>
                </p:oleObj>
              </a:graphicData>
            </a:graphic>
          </p:graphicFrame>
          <p:sp>
            <p:nvSpPr>
              <p:cNvPr id="173074" name="Oval 18"/>
              <p:cNvSpPr>
                <a:spLocks noChangeArrowheads="1"/>
              </p:cNvSpPr>
              <p:nvPr/>
            </p:nvSpPr>
            <p:spPr bwMode="auto">
              <a:xfrm>
                <a:off x="4272" y="2736"/>
                <a:ext cx="192" cy="192"/>
              </a:xfrm>
              <a:prstGeom prst="ellipse">
                <a:avLst/>
              </a:prstGeom>
              <a:noFill/>
              <a:ln w="28575">
                <a:solidFill>
                  <a:srgbClr val="FF0066"/>
                </a:solidFill>
                <a:round/>
                <a:headEnd/>
                <a:tailEnd/>
              </a:ln>
              <a:effectLst/>
            </p:spPr>
            <p:txBody>
              <a:bodyPr wrap="none" anchor="ctr"/>
              <a:lstStyle/>
              <a:p>
                <a:endParaRPr lang="zh-CN" altLang="en-US" sz="2800"/>
              </a:p>
            </p:txBody>
          </p:sp>
          <p:grpSp>
            <p:nvGrpSpPr>
              <p:cNvPr id="4" name="Group 19"/>
              <p:cNvGrpSpPr>
                <a:grpSpLocks/>
              </p:cNvGrpSpPr>
              <p:nvPr/>
            </p:nvGrpSpPr>
            <p:grpSpPr bwMode="auto">
              <a:xfrm>
                <a:off x="4320" y="2784"/>
                <a:ext cx="96" cy="96"/>
                <a:chOff x="3120" y="576"/>
                <a:chExt cx="96" cy="48"/>
              </a:xfrm>
            </p:grpSpPr>
            <p:sp>
              <p:nvSpPr>
                <p:cNvPr id="173076" name="Line 20"/>
                <p:cNvSpPr>
                  <a:spLocks noChangeShapeType="1"/>
                </p:cNvSpPr>
                <p:nvPr/>
              </p:nvSpPr>
              <p:spPr bwMode="auto">
                <a:xfrm>
                  <a:off x="3120" y="576"/>
                  <a:ext cx="96" cy="48"/>
                </a:xfrm>
                <a:prstGeom prst="line">
                  <a:avLst/>
                </a:prstGeom>
                <a:noFill/>
                <a:ln w="28575">
                  <a:solidFill>
                    <a:srgbClr val="0000FF"/>
                  </a:solidFill>
                  <a:round/>
                  <a:headEnd/>
                  <a:tailEnd/>
                </a:ln>
                <a:effectLst/>
              </p:spPr>
              <p:txBody>
                <a:bodyPr wrap="none"/>
                <a:lstStyle/>
                <a:p>
                  <a:endParaRPr lang="zh-CN" altLang="en-US" sz="2800"/>
                </a:p>
              </p:txBody>
            </p:sp>
            <p:sp>
              <p:nvSpPr>
                <p:cNvPr id="173077" name="Line 21"/>
                <p:cNvSpPr>
                  <a:spLocks noChangeShapeType="1"/>
                </p:cNvSpPr>
                <p:nvPr/>
              </p:nvSpPr>
              <p:spPr bwMode="auto">
                <a:xfrm flipH="1">
                  <a:off x="3120" y="576"/>
                  <a:ext cx="96" cy="48"/>
                </a:xfrm>
                <a:prstGeom prst="line">
                  <a:avLst/>
                </a:prstGeom>
                <a:noFill/>
                <a:ln w="28575">
                  <a:solidFill>
                    <a:srgbClr val="0000FF"/>
                  </a:solidFill>
                  <a:round/>
                  <a:headEnd/>
                  <a:tailEnd/>
                </a:ln>
                <a:effectLst/>
              </p:spPr>
              <p:txBody>
                <a:bodyPr wrap="none"/>
                <a:lstStyle/>
                <a:p>
                  <a:endParaRPr lang="zh-CN" altLang="en-US" sz="2800"/>
                </a:p>
              </p:txBody>
            </p:sp>
          </p:grpSp>
        </p:grpSp>
        <p:sp>
          <p:nvSpPr>
            <p:cNvPr id="173078" name="AutoShape 22"/>
            <p:cNvSpPr>
              <a:spLocks noChangeArrowheads="1"/>
            </p:cNvSpPr>
            <p:nvPr/>
          </p:nvSpPr>
          <p:spPr bwMode="auto">
            <a:xfrm>
              <a:off x="4176" y="2448"/>
              <a:ext cx="96" cy="192"/>
            </a:xfrm>
            <a:prstGeom prst="upArrow">
              <a:avLst>
                <a:gd name="adj1" fmla="val 50000"/>
                <a:gd name="adj2" fmla="val 130000"/>
              </a:avLst>
            </a:prstGeom>
            <a:gradFill rotWithShape="0">
              <a:gsLst>
                <a:gs pos="0">
                  <a:srgbClr val="0000FF"/>
                </a:gs>
                <a:gs pos="100000">
                  <a:srgbClr val="FFFFFF"/>
                </a:gs>
              </a:gsLst>
              <a:lin ang="5400000" scaled="1"/>
            </a:gradFill>
            <a:ln w="19050">
              <a:solidFill>
                <a:srgbClr val="0000FF"/>
              </a:solidFill>
              <a:miter lim="800000"/>
              <a:headEnd/>
              <a:tailEnd/>
            </a:ln>
            <a:effectLst/>
          </p:spPr>
          <p:txBody>
            <a:bodyPr wrap="none" anchor="ctr"/>
            <a:lstStyle/>
            <a:p>
              <a:endParaRPr lang="zh-CN" altLang="en-US" sz="2800"/>
            </a:p>
          </p:txBody>
        </p:sp>
      </p:grpSp>
      <p:grpSp>
        <p:nvGrpSpPr>
          <p:cNvPr id="5" name="Group 23"/>
          <p:cNvGrpSpPr>
            <a:grpSpLocks/>
          </p:cNvGrpSpPr>
          <p:nvPr/>
        </p:nvGrpSpPr>
        <p:grpSpPr bwMode="auto">
          <a:xfrm>
            <a:off x="3505200" y="2409825"/>
            <a:ext cx="2362200" cy="3505200"/>
            <a:chOff x="2208" y="1728"/>
            <a:chExt cx="1488" cy="2208"/>
          </a:xfrm>
        </p:grpSpPr>
        <p:grpSp>
          <p:nvGrpSpPr>
            <p:cNvPr id="6" name="Group 24"/>
            <p:cNvGrpSpPr>
              <a:grpSpLocks/>
            </p:cNvGrpSpPr>
            <p:nvPr/>
          </p:nvGrpSpPr>
          <p:grpSpPr bwMode="auto">
            <a:xfrm>
              <a:off x="2208" y="1728"/>
              <a:ext cx="1488" cy="2208"/>
              <a:chOff x="2208" y="1728"/>
              <a:chExt cx="1488" cy="2208"/>
            </a:xfrm>
          </p:grpSpPr>
          <p:grpSp>
            <p:nvGrpSpPr>
              <p:cNvPr id="7" name="Group 25"/>
              <p:cNvGrpSpPr>
                <a:grpSpLocks/>
              </p:cNvGrpSpPr>
              <p:nvPr/>
            </p:nvGrpSpPr>
            <p:grpSpPr bwMode="auto">
              <a:xfrm>
                <a:off x="2208" y="1728"/>
                <a:ext cx="1488" cy="2208"/>
                <a:chOff x="2208" y="1728"/>
                <a:chExt cx="1488" cy="2208"/>
              </a:xfrm>
            </p:grpSpPr>
            <p:sp>
              <p:nvSpPr>
                <p:cNvPr id="173082" name="Rectangle 26"/>
                <p:cNvSpPr>
                  <a:spLocks noChangeArrowheads="1"/>
                </p:cNvSpPr>
                <p:nvPr/>
              </p:nvSpPr>
              <p:spPr bwMode="auto">
                <a:xfrm>
                  <a:off x="2208" y="2112"/>
                  <a:ext cx="1488" cy="182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3083" name="Text Box 27"/>
                <p:cNvSpPr txBox="1">
                  <a:spLocks noChangeArrowheads="1"/>
                </p:cNvSpPr>
                <p:nvPr/>
              </p:nvSpPr>
              <p:spPr bwMode="auto">
                <a:xfrm>
                  <a:off x="2208" y="1728"/>
                  <a:ext cx="1434" cy="1687"/>
                </a:xfrm>
                <a:prstGeom prst="rect">
                  <a:avLst/>
                </a:prstGeom>
                <a:noFill/>
                <a:ln w="9525">
                  <a:noFill/>
                  <a:miter lim="800000"/>
                  <a:headEnd/>
                  <a:tailEnd/>
                </a:ln>
                <a:effectLst/>
              </p:spPr>
              <p:txBody>
                <a:bodyPr wrap="none">
                  <a:spAutoFit/>
                </a:bodyPr>
                <a:lstStyle/>
                <a:p>
                  <a:pPr>
                    <a:lnSpc>
                      <a:spcPct val="80000"/>
                    </a:lnSpc>
                    <a:spcBef>
                      <a:spcPct val="50000"/>
                    </a:spcBef>
                  </a:pPr>
                  <a:endParaRPr lang="zh-CN" altLang="en-US" sz="2800" dirty="0">
                    <a:solidFill>
                      <a:schemeClr val="tx2"/>
                    </a:solidFill>
                  </a:endParaRPr>
                </a:p>
                <a:p>
                  <a:pPr>
                    <a:lnSpc>
                      <a:spcPct val="80000"/>
                    </a:lnSpc>
                    <a:spcBef>
                      <a:spcPct val="50000"/>
                    </a:spcBef>
                  </a:pPr>
                  <a:r>
                    <a:rPr lang="zh-CN" altLang="en-US" sz="2800" dirty="0">
                      <a:solidFill>
                        <a:schemeClr val="tx2"/>
                      </a:solidFill>
                    </a:rPr>
                    <a:t>.     .     .     .     .</a:t>
                  </a:r>
                </a:p>
                <a:p>
                  <a:pPr>
                    <a:lnSpc>
                      <a:spcPct val="80000"/>
                    </a:lnSpc>
                    <a:spcBef>
                      <a:spcPct val="50000"/>
                    </a:spcBef>
                  </a:pPr>
                  <a:r>
                    <a:rPr lang="zh-CN" altLang="en-US" sz="2800" dirty="0">
                      <a:solidFill>
                        <a:schemeClr val="tx2"/>
                      </a:solidFill>
                    </a:rPr>
                    <a:t>.     .     .     .     .</a:t>
                  </a:r>
                </a:p>
                <a:p>
                  <a:pPr>
                    <a:lnSpc>
                      <a:spcPct val="80000"/>
                    </a:lnSpc>
                    <a:spcBef>
                      <a:spcPct val="50000"/>
                    </a:spcBef>
                  </a:pPr>
                  <a:r>
                    <a:rPr lang="zh-CN" altLang="en-US" sz="2800" dirty="0">
                      <a:solidFill>
                        <a:schemeClr val="tx2"/>
                      </a:solidFill>
                    </a:rPr>
                    <a:t>.     .     .     .     .</a:t>
                  </a:r>
                </a:p>
                <a:p>
                  <a:pPr>
                    <a:lnSpc>
                      <a:spcPct val="80000"/>
                    </a:lnSpc>
                    <a:spcBef>
                      <a:spcPct val="50000"/>
                    </a:spcBef>
                  </a:pPr>
                  <a:r>
                    <a:rPr lang="zh-CN" altLang="en-US" sz="2800" dirty="0">
                      <a:solidFill>
                        <a:schemeClr val="tx2"/>
                      </a:solidFill>
                    </a:rPr>
                    <a:t>.     .     .     .     .</a:t>
                  </a:r>
                </a:p>
              </p:txBody>
            </p:sp>
          </p:grpSp>
          <p:grpSp>
            <p:nvGrpSpPr>
              <p:cNvPr id="8" name="Group 28"/>
              <p:cNvGrpSpPr>
                <a:grpSpLocks/>
              </p:cNvGrpSpPr>
              <p:nvPr/>
            </p:nvGrpSpPr>
            <p:grpSpPr bwMode="auto">
              <a:xfrm>
                <a:off x="2592" y="2496"/>
                <a:ext cx="576" cy="768"/>
                <a:chOff x="2592" y="2448"/>
                <a:chExt cx="576" cy="768"/>
              </a:xfrm>
            </p:grpSpPr>
            <p:sp>
              <p:nvSpPr>
                <p:cNvPr id="173085" name="Line 29"/>
                <p:cNvSpPr>
                  <a:spLocks noChangeShapeType="1"/>
                </p:cNvSpPr>
                <p:nvPr/>
              </p:nvSpPr>
              <p:spPr bwMode="auto">
                <a:xfrm>
                  <a:off x="2592" y="2844"/>
                  <a:ext cx="240" cy="0"/>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73086" name="Line 30"/>
                <p:cNvSpPr>
                  <a:spLocks noChangeShapeType="1"/>
                </p:cNvSpPr>
                <p:nvPr/>
              </p:nvSpPr>
              <p:spPr bwMode="auto">
                <a:xfrm flipH="1">
                  <a:off x="2928" y="2844"/>
                  <a:ext cx="240" cy="0"/>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73087" name="Line 31"/>
                <p:cNvSpPr>
                  <a:spLocks noChangeShapeType="1"/>
                </p:cNvSpPr>
                <p:nvPr/>
              </p:nvSpPr>
              <p:spPr bwMode="auto">
                <a:xfrm>
                  <a:off x="2880" y="2448"/>
                  <a:ext cx="0" cy="288"/>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73088" name="Line 32"/>
                <p:cNvSpPr>
                  <a:spLocks noChangeShapeType="1"/>
                </p:cNvSpPr>
                <p:nvPr/>
              </p:nvSpPr>
              <p:spPr bwMode="auto">
                <a:xfrm flipV="1">
                  <a:off x="2880" y="2928"/>
                  <a:ext cx="0" cy="288"/>
                </a:xfrm>
                <a:prstGeom prst="line">
                  <a:avLst/>
                </a:prstGeom>
                <a:noFill/>
                <a:ln w="28575">
                  <a:solidFill>
                    <a:srgbClr val="FF0000"/>
                  </a:solidFill>
                  <a:round/>
                  <a:headEnd/>
                  <a:tailEnd type="triangle" w="sm" len="lg"/>
                </a:ln>
                <a:effectLst/>
              </p:spPr>
              <p:txBody>
                <a:bodyPr wrap="none" anchor="ctr"/>
                <a:lstStyle/>
                <a:p>
                  <a:endParaRPr lang="zh-CN" altLang="en-US" sz="2800"/>
                </a:p>
              </p:txBody>
            </p:sp>
            <p:graphicFrame>
              <p:nvGraphicFramePr>
                <p:cNvPr id="173089" name="Object 33"/>
                <p:cNvGraphicFramePr>
                  <a:graphicFrameLocks noChangeAspect="1"/>
                </p:cNvGraphicFramePr>
                <p:nvPr/>
              </p:nvGraphicFramePr>
              <p:xfrm>
                <a:off x="2592" y="2496"/>
                <a:ext cx="185" cy="288"/>
              </p:xfrm>
              <a:graphic>
                <a:graphicData uri="http://schemas.openxmlformats.org/presentationml/2006/ole">
                  <p:oleObj spid="_x0000_s1093640" name="公式" r:id="rId5" imgW="164880" imgH="190440" progId="Equation.3">
                    <p:embed/>
                  </p:oleObj>
                </a:graphicData>
              </a:graphic>
            </p:graphicFrame>
          </p:grpSp>
          <p:sp>
            <p:nvSpPr>
              <p:cNvPr id="173090" name="AutoShape 34"/>
              <p:cNvSpPr>
                <a:spLocks noChangeArrowheads="1"/>
              </p:cNvSpPr>
              <p:nvPr/>
            </p:nvSpPr>
            <p:spPr bwMode="auto">
              <a:xfrm>
                <a:off x="2544" y="2448"/>
                <a:ext cx="672" cy="864"/>
              </a:xfrm>
              <a:prstGeom prst="bevel">
                <a:avLst>
                  <a:gd name="adj" fmla="val 4463"/>
                </a:avLst>
              </a:prstGeom>
              <a:noFill/>
              <a:ln w="19050">
                <a:solidFill>
                  <a:srgbClr val="9966FF"/>
                </a:solidFill>
                <a:miter lim="800000"/>
                <a:headEnd/>
                <a:tailEnd/>
              </a:ln>
              <a:effectLst/>
            </p:spPr>
            <p:txBody>
              <a:bodyPr wrap="none" anchor="ctr"/>
              <a:lstStyle/>
              <a:p>
                <a:endParaRPr lang="zh-CN" altLang="en-US" sz="2800"/>
              </a:p>
            </p:txBody>
          </p:sp>
          <p:sp>
            <p:nvSpPr>
              <p:cNvPr id="173091" name="Text Box 35"/>
              <p:cNvSpPr txBox="1">
                <a:spLocks noChangeArrowheads="1"/>
              </p:cNvSpPr>
              <p:nvPr/>
            </p:nvSpPr>
            <p:spPr bwMode="auto">
              <a:xfrm>
                <a:off x="2304" y="2448"/>
                <a:ext cx="173"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rgbClr val="0000FF"/>
                    </a:solidFill>
                  </a:rPr>
                  <a:t>I</a:t>
                </a:r>
              </a:p>
            </p:txBody>
          </p:sp>
          <p:sp>
            <p:nvSpPr>
              <p:cNvPr id="173092" name="Text Box 36"/>
              <p:cNvSpPr txBox="1">
                <a:spLocks noChangeArrowheads="1"/>
              </p:cNvSpPr>
              <p:nvPr/>
            </p:nvSpPr>
            <p:spPr bwMode="auto">
              <a:xfrm>
                <a:off x="3264" y="3168"/>
                <a:ext cx="240"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chemeClr val="tx2"/>
                    </a:solidFill>
                  </a:rPr>
                  <a:t>B</a:t>
                </a:r>
              </a:p>
            </p:txBody>
          </p:sp>
        </p:grpSp>
        <p:sp>
          <p:nvSpPr>
            <p:cNvPr id="173093" name="AutoShape 37"/>
            <p:cNvSpPr>
              <a:spLocks noChangeArrowheads="1"/>
            </p:cNvSpPr>
            <p:nvPr/>
          </p:nvSpPr>
          <p:spPr bwMode="auto">
            <a:xfrm>
              <a:off x="2496" y="2544"/>
              <a:ext cx="96" cy="192"/>
            </a:xfrm>
            <a:prstGeom prst="upArrow">
              <a:avLst>
                <a:gd name="adj1" fmla="val 50000"/>
                <a:gd name="adj2" fmla="val 130000"/>
              </a:avLst>
            </a:prstGeom>
            <a:gradFill rotWithShape="0">
              <a:gsLst>
                <a:gs pos="0">
                  <a:srgbClr val="0000FF"/>
                </a:gs>
                <a:gs pos="100000">
                  <a:srgbClr val="FFFFFF"/>
                </a:gs>
              </a:gsLst>
              <a:lin ang="5400000" scaled="1"/>
            </a:gradFill>
            <a:ln w="19050">
              <a:solidFill>
                <a:srgbClr val="0000FF"/>
              </a:solidFill>
              <a:miter lim="800000"/>
              <a:headEnd/>
              <a:tailEnd/>
            </a:ln>
            <a:effectLst/>
          </p:spPr>
          <p:txBody>
            <a:bodyPr wrap="none" anchor="ctr"/>
            <a:lstStyle/>
            <a:p>
              <a:endParaRPr lang="zh-CN" altLang="en-US" sz="2800"/>
            </a:p>
          </p:txBody>
        </p:sp>
      </p:grpSp>
      <p:grpSp>
        <p:nvGrpSpPr>
          <p:cNvPr id="9" name="Group 38"/>
          <p:cNvGrpSpPr>
            <a:grpSpLocks/>
          </p:cNvGrpSpPr>
          <p:nvPr/>
        </p:nvGrpSpPr>
        <p:grpSpPr bwMode="auto">
          <a:xfrm>
            <a:off x="381000" y="3019425"/>
            <a:ext cx="3048000" cy="2895600"/>
            <a:chOff x="240" y="2112"/>
            <a:chExt cx="1920" cy="1824"/>
          </a:xfrm>
        </p:grpSpPr>
        <p:grpSp>
          <p:nvGrpSpPr>
            <p:cNvPr id="10" name="Group 39"/>
            <p:cNvGrpSpPr>
              <a:grpSpLocks/>
            </p:cNvGrpSpPr>
            <p:nvPr/>
          </p:nvGrpSpPr>
          <p:grpSpPr bwMode="auto">
            <a:xfrm>
              <a:off x="240" y="2112"/>
              <a:ext cx="1920" cy="1824"/>
              <a:chOff x="240" y="2112"/>
              <a:chExt cx="1920" cy="1824"/>
            </a:xfrm>
          </p:grpSpPr>
          <p:sp>
            <p:nvSpPr>
              <p:cNvPr id="173096" name="Rectangle 40"/>
              <p:cNvSpPr>
                <a:spLocks noChangeArrowheads="1"/>
              </p:cNvSpPr>
              <p:nvPr/>
            </p:nvSpPr>
            <p:spPr bwMode="auto">
              <a:xfrm>
                <a:off x="288" y="3600"/>
                <a:ext cx="1872"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endParaRPr lang="zh-CN" altLang="en-US" sz="2800"/>
              </a:p>
            </p:txBody>
          </p:sp>
          <p:sp>
            <p:nvSpPr>
              <p:cNvPr id="173097" name="Rectangle 41"/>
              <p:cNvSpPr>
                <a:spLocks noChangeArrowheads="1"/>
              </p:cNvSpPr>
              <p:nvPr/>
            </p:nvSpPr>
            <p:spPr bwMode="auto">
              <a:xfrm>
                <a:off x="240" y="2112"/>
                <a:ext cx="1920" cy="182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3098" name="Text Box 42"/>
              <p:cNvSpPr txBox="1">
                <a:spLocks noChangeArrowheads="1"/>
              </p:cNvSpPr>
              <p:nvPr/>
            </p:nvSpPr>
            <p:spPr bwMode="auto">
              <a:xfrm>
                <a:off x="1728" y="3168"/>
                <a:ext cx="240"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chemeClr val="tx2"/>
                    </a:solidFill>
                  </a:rPr>
                  <a:t>B</a:t>
                </a:r>
              </a:p>
            </p:txBody>
          </p:sp>
          <p:sp>
            <p:nvSpPr>
              <p:cNvPr id="173099" name="Text Box 43"/>
              <p:cNvSpPr txBox="1">
                <a:spLocks noChangeArrowheads="1"/>
              </p:cNvSpPr>
              <p:nvPr/>
            </p:nvSpPr>
            <p:spPr bwMode="auto">
              <a:xfrm>
                <a:off x="384" y="2181"/>
                <a:ext cx="1776" cy="1338"/>
              </a:xfrm>
              <a:prstGeom prst="rect">
                <a:avLst/>
              </a:prstGeom>
              <a:noFill/>
              <a:ln w="9525">
                <a:noFill/>
                <a:miter lim="800000"/>
                <a:headEnd/>
                <a:tailEnd/>
              </a:ln>
              <a:effectLst/>
            </p:spPr>
            <p:txBody>
              <a:bodyPr>
                <a:spAutoFit/>
              </a:bodyPr>
              <a:lstStyle/>
              <a:p>
                <a:pPr>
                  <a:spcBef>
                    <a:spcPct val="50000"/>
                  </a:spcBef>
                </a:pPr>
                <a:r>
                  <a:rPr lang="zh-CN" altLang="en-US" sz="2400" dirty="0">
                    <a:solidFill>
                      <a:schemeClr val="tx2"/>
                    </a:solidFill>
                  </a:rPr>
                  <a:t>+    +    +    +    +    +    </a:t>
                </a:r>
              </a:p>
              <a:p>
                <a:pPr>
                  <a:spcBef>
                    <a:spcPct val="50000"/>
                  </a:spcBef>
                </a:pPr>
                <a:r>
                  <a:rPr lang="zh-CN" altLang="en-US" sz="2400" dirty="0">
                    <a:solidFill>
                      <a:schemeClr val="tx2"/>
                    </a:solidFill>
                  </a:rPr>
                  <a:t>+    +    +    +    +    +    </a:t>
                </a:r>
              </a:p>
              <a:p>
                <a:pPr>
                  <a:spcBef>
                    <a:spcPct val="50000"/>
                  </a:spcBef>
                </a:pPr>
                <a:r>
                  <a:rPr lang="zh-CN" altLang="en-US" sz="2400" dirty="0">
                    <a:solidFill>
                      <a:schemeClr val="tx2"/>
                    </a:solidFill>
                  </a:rPr>
                  <a:t>+    +    +    +    +    +    </a:t>
                </a:r>
              </a:p>
              <a:p>
                <a:pPr>
                  <a:spcBef>
                    <a:spcPct val="50000"/>
                  </a:spcBef>
                </a:pPr>
                <a:r>
                  <a:rPr lang="zh-CN" altLang="en-US" sz="2400" dirty="0">
                    <a:solidFill>
                      <a:schemeClr val="tx2"/>
                    </a:solidFill>
                  </a:rPr>
                  <a:t>+    +    +    +    + </a:t>
                </a:r>
                <a:r>
                  <a:rPr lang="zh-CN" altLang="en-US" sz="2400" i="1" dirty="0">
                    <a:solidFill>
                      <a:schemeClr val="tx2"/>
                    </a:solidFill>
                  </a:rPr>
                  <a:t>   +</a:t>
                </a:r>
                <a:r>
                  <a:rPr lang="zh-CN" altLang="en-US" sz="2400" dirty="0">
                    <a:solidFill>
                      <a:schemeClr val="tx2"/>
                    </a:solidFill>
                  </a:rPr>
                  <a:t>        </a:t>
                </a:r>
              </a:p>
            </p:txBody>
          </p:sp>
          <p:sp>
            <p:nvSpPr>
              <p:cNvPr id="173100" name="AutoShape 44"/>
              <p:cNvSpPr>
                <a:spLocks noChangeArrowheads="1"/>
              </p:cNvSpPr>
              <p:nvPr/>
            </p:nvSpPr>
            <p:spPr bwMode="auto">
              <a:xfrm>
                <a:off x="912" y="2400"/>
                <a:ext cx="672" cy="864"/>
              </a:xfrm>
              <a:prstGeom prst="bevel">
                <a:avLst>
                  <a:gd name="adj" fmla="val 4463"/>
                </a:avLst>
              </a:prstGeom>
              <a:noFill/>
              <a:ln w="19050">
                <a:solidFill>
                  <a:srgbClr val="9966FF"/>
                </a:solidFill>
                <a:miter lim="800000"/>
                <a:headEnd/>
                <a:tailEnd/>
              </a:ln>
              <a:effectLst/>
            </p:spPr>
            <p:txBody>
              <a:bodyPr wrap="none" anchor="ctr"/>
              <a:lstStyle/>
              <a:p>
                <a:endParaRPr lang="zh-CN" altLang="en-US" sz="2800"/>
              </a:p>
            </p:txBody>
          </p:sp>
          <p:sp>
            <p:nvSpPr>
              <p:cNvPr id="173101" name="Text Box 45"/>
              <p:cNvSpPr txBox="1">
                <a:spLocks noChangeArrowheads="1"/>
              </p:cNvSpPr>
              <p:nvPr/>
            </p:nvSpPr>
            <p:spPr bwMode="auto">
              <a:xfrm>
                <a:off x="672" y="2352"/>
                <a:ext cx="173" cy="330"/>
              </a:xfrm>
              <a:prstGeom prst="rect">
                <a:avLst/>
              </a:prstGeom>
              <a:noFill/>
              <a:ln w="9525">
                <a:noFill/>
                <a:miter lim="800000"/>
                <a:headEnd/>
                <a:tailEnd/>
              </a:ln>
              <a:effectLst/>
            </p:spPr>
            <p:txBody>
              <a:bodyPr wrap="none">
                <a:spAutoFit/>
              </a:bodyPr>
              <a:lstStyle/>
              <a:p>
                <a:pPr>
                  <a:spcBef>
                    <a:spcPct val="50000"/>
                  </a:spcBef>
                </a:pPr>
                <a:r>
                  <a:rPr lang="en-US" altLang="zh-CN" sz="2800" i="1">
                    <a:solidFill>
                      <a:srgbClr val="0000FF"/>
                    </a:solidFill>
                  </a:rPr>
                  <a:t>I</a:t>
                </a:r>
              </a:p>
            </p:txBody>
          </p:sp>
          <p:grpSp>
            <p:nvGrpSpPr>
              <p:cNvPr id="11" name="Group 46"/>
              <p:cNvGrpSpPr>
                <a:grpSpLocks/>
              </p:cNvGrpSpPr>
              <p:nvPr/>
            </p:nvGrpSpPr>
            <p:grpSpPr bwMode="auto">
              <a:xfrm>
                <a:off x="607" y="2112"/>
                <a:ext cx="1265" cy="1440"/>
                <a:chOff x="751" y="2112"/>
                <a:chExt cx="1265" cy="1440"/>
              </a:xfrm>
            </p:grpSpPr>
            <p:sp>
              <p:nvSpPr>
                <p:cNvPr id="173103" name="Line 47"/>
                <p:cNvSpPr>
                  <a:spLocks noChangeShapeType="1"/>
                </p:cNvSpPr>
                <p:nvPr/>
              </p:nvSpPr>
              <p:spPr bwMode="auto">
                <a:xfrm flipV="1">
                  <a:off x="1392" y="2112"/>
                  <a:ext cx="0" cy="288"/>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73104" name="Line 48"/>
                <p:cNvSpPr>
                  <a:spLocks noChangeShapeType="1"/>
                </p:cNvSpPr>
                <p:nvPr/>
              </p:nvSpPr>
              <p:spPr bwMode="auto">
                <a:xfrm>
                  <a:off x="1392" y="3264"/>
                  <a:ext cx="0" cy="288"/>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73105" name="Line 49"/>
                <p:cNvSpPr>
                  <a:spLocks noChangeShapeType="1"/>
                </p:cNvSpPr>
                <p:nvPr/>
              </p:nvSpPr>
              <p:spPr bwMode="auto">
                <a:xfrm flipH="1">
                  <a:off x="768" y="2880"/>
                  <a:ext cx="288" cy="0"/>
                </a:xfrm>
                <a:prstGeom prst="line">
                  <a:avLst/>
                </a:prstGeom>
                <a:noFill/>
                <a:ln w="28575">
                  <a:solidFill>
                    <a:srgbClr val="FF0000"/>
                  </a:solidFill>
                  <a:round/>
                  <a:headEnd/>
                  <a:tailEnd type="triangle" w="sm" len="lg"/>
                </a:ln>
                <a:effectLst/>
              </p:spPr>
              <p:txBody>
                <a:bodyPr wrap="none" anchor="ctr"/>
                <a:lstStyle/>
                <a:p>
                  <a:endParaRPr lang="zh-CN" altLang="en-US" sz="2800"/>
                </a:p>
              </p:txBody>
            </p:sp>
            <p:sp>
              <p:nvSpPr>
                <p:cNvPr id="173106" name="Line 50"/>
                <p:cNvSpPr>
                  <a:spLocks noChangeShapeType="1"/>
                </p:cNvSpPr>
                <p:nvPr/>
              </p:nvSpPr>
              <p:spPr bwMode="auto">
                <a:xfrm>
                  <a:off x="1728" y="2880"/>
                  <a:ext cx="288" cy="0"/>
                </a:xfrm>
                <a:prstGeom prst="line">
                  <a:avLst/>
                </a:prstGeom>
                <a:noFill/>
                <a:ln w="28575">
                  <a:solidFill>
                    <a:srgbClr val="FF0000"/>
                  </a:solidFill>
                  <a:round/>
                  <a:headEnd/>
                  <a:tailEnd type="triangle" w="sm" len="lg"/>
                </a:ln>
                <a:effectLst/>
              </p:spPr>
              <p:txBody>
                <a:bodyPr wrap="none" anchor="ctr"/>
                <a:lstStyle/>
                <a:p>
                  <a:endParaRPr lang="zh-CN" altLang="en-US" sz="2800"/>
                </a:p>
              </p:txBody>
            </p:sp>
            <p:graphicFrame>
              <p:nvGraphicFramePr>
                <p:cNvPr id="173107" name="Object 51"/>
                <p:cNvGraphicFramePr>
                  <a:graphicFrameLocks noChangeAspect="1"/>
                </p:cNvGraphicFramePr>
                <p:nvPr/>
              </p:nvGraphicFramePr>
              <p:xfrm>
                <a:off x="751" y="2916"/>
                <a:ext cx="257" cy="300"/>
              </p:xfrm>
              <a:graphic>
                <a:graphicData uri="http://schemas.openxmlformats.org/presentationml/2006/ole">
                  <p:oleObj spid="_x0000_s1093639" name="公式" r:id="rId6" imgW="164880" imgH="190440" progId="Equation.3">
                    <p:embed/>
                  </p:oleObj>
                </a:graphicData>
              </a:graphic>
            </p:graphicFrame>
          </p:grpSp>
        </p:grpSp>
        <p:sp>
          <p:nvSpPr>
            <p:cNvPr id="173108" name="AutoShape 52"/>
            <p:cNvSpPr>
              <a:spLocks noChangeArrowheads="1"/>
            </p:cNvSpPr>
            <p:nvPr/>
          </p:nvSpPr>
          <p:spPr bwMode="auto">
            <a:xfrm>
              <a:off x="864" y="2448"/>
              <a:ext cx="96" cy="192"/>
            </a:xfrm>
            <a:prstGeom prst="upArrow">
              <a:avLst>
                <a:gd name="adj1" fmla="val 50000"/>
                <a:gd name="adj2" fmla="val 130000"/>
              </a:avLst>
            </a:prstGeom>
            <a:gradFill rotWithShape="0">
              <a:gsLst>
                <a:gs pos="0">
                  <a:srgbClr val="0000FF"/>
                </a:gs>
                <a:gs pos="100000">
                  <a:srgbClr val="FFFFFF"/>
                </a:gs>
              </a:gsLst>
              <a:lin ang="5400000" scaled="1"/>
            </a:gradFill>
            <a:ln w="19050">
              <a:solidFill>
                <a:srgbClr val="0000FF"/>
              </a:solidFill>
              <a:miter lim="800000"/>
              <a:headEnd/>
              <a:tailEnd/>
            </a:ln>
            <a:effectLst/>
          </p:spPr>
          <p:txBody>
            <a:bodyPr wrap="none" anchor="ctr"/>
            <a:lstStyle/>
            <a:p>
              <a:endParaRPr lang="zh-CN" altLang="en-US" sz="2800"/>
            </a:p>
          </p:txBody>
        </p:sp>
      </p:grpSp>
      <p:graphicFrame>
        <p:nvGraphicFramePr>
          <p:cNvPr id="173109" name="Object 53"/>
          <p:cNvGraphicFramePr>
            <a:graphicFrameLocks noChangeAspect="1"/>
          </p:cNvGraphicFramePr>
          <p:nvPr/>
        </p:nvGraphicFramePr>
        <p:xfrm>
          <a:off x="6096000" y="4848225"/>
          <a:ext cx="2590800" cy="1089025"/>
        </p:xfrm>
        <a:graphic>
          <a:graphicData uri="http://schemas.openxmlformats.org/presentationml/2006/ole">
            <p:oleObj spid="_x0000_s1093634" name="Equation" r:id="rId7" imgW="1079280" imgH="393480" progId="Equation.3">
              <p:embed/>
            </p:oleObj>
          </a:graphicData>
        </a:graphic>
      </p:graphicFrame>
      <p:graphicFrame>
        <p:nvGraphicFramePr>
          <p:cNvPr id="173110" name="Object 54"/>
          <p:cNvGraphicFramePr>
            <a:graphicFrameLocks noChangeAspect="1"/>
          </p:cNvGraphicFramePr>
          <p:nvPr/>
        </p:nvGraphicFramePr>
        <p:xfrm>
          <a:off x="771525" y="5253038"/>
          <a:ext cx="2265363" cy="596900"/>
        </p:xfrm>
        <a:graphic>
          <a:graphicData uri="http://schemas.openxmlformats.org/presentationml/2006/ole">
            <p:oleObj spid="_x0000_s1093635" name="Equation" r:id="rId8" imgW="1384200" imgH="355320" progId="Equation.3">
              <p:embed/>
            </p:oleObj>
          </a:graphicData>
        </a:graphic>
      </p:graphicFrame>
      <p:sp>
        <p:nvSpPr>
          <p:cNvPr id="173111" name="Text Box 55"/>
          <p:cNvSpPr txBox="1">
            <a:spLocks noChangeArrowheads="1"/>
          </p:cNvSpPr>
          <p:nvPr/>
        </p:nvSpPr>
        <p:spPr bwMode="auto">
          <a:xfrm>
            <a:off x="762000" y="2181225"/>
            <a:ext cx="2286000" cy="528638"/>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a:spcBef>
                <a:spcPct val="50000"/>
              </a:spcBef>
            </a:pPr>
            <a:r>
              <a:rPr lang="zh-CN" altLang="en-US" sz="2800">
                <a:solidFill>
                  <a:srgbClr val="CC0000"/>
                </a:solidFill>
              </a:rPr>
              <a:t>稳定</a:t>
            </a:r>
            <a:r>
              <a:rPr lang="zh-CN" altLang="en-US" sz="2800">
                <a:solidFill>
                  <a:schemeClr val="tx1"/>
                </a:solidFill>
              </a:rPr>
              <a:t>平衡</a:t>
            </a:r>
          </a:p>
        </p:txBody>
      </p:sp>
      <p:sp>
        <p:nvSpPr>
          <p:cNvPr id="173112" name="Rectangle 56"/>
          <p:cNvSpPr>
            <a:spLocks noChangeArrowheads="1"/>
          </p:cNvSpPr>
          <p:nvPr/>
        </p:nvSpPr>
        <p:spPr bwMode="auto">
          <a:xfrm>
            <a:off x="3505200" y="2181225"/>
            <a:ext cx="2438400" cy="528638"/>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a:spcBef>
                <a:spcPct val="50000"/>
              </a:spcBef>
            </a:pPr>
            <a:r>
              <a:rPr lang="zh-CN" altLang="en-US" sz="2800">
                <a:solidFill>
                  <a:srgbClr val="CC0000"/>
                </a:solidFill>
              </a:rPr>
              <a:t>不</a:t>
            </a:r>
            <a:r>
              <a:rPr lang="zh-CN" altLang="en-US" sz="2800">
                <a:solidFill>
                  <a:srgbClr val="3333CC"/>
                </a:solidFill>
              </a:rPr>
              <a:t>稳定</a:t>
            </a:r>
            <a:r>
              <a:rPr lang="zh-CN" altLang="en-US" sz="2800">
                <a:solidFill>
                  <a:schemeClr val="tx1"/>
                </a:solidFill>
              </a:rPr>
              <a:t>平衡</a:t>
            </a:r>
          </a:p>
        </p:txBody>
      </p:sp>
      <p:grpSp>
        <p:nvGrpSpPr>
          <p:cNvPr id="12" name="Group 68"/>
          <p:cNvGrpSpPr>
            <a:grpSpLocks/>
          </p:cNvGrpSpPr>
          <p:nvPr/>
        </p:nvGrpSpPr>
        <p:grpSpPr bwMode="auto">
          <a:xfrm>
            <a:off x="1066800" y="352425"/>
            <a:ext cx="2133600" cy="838200"/>
            <a:chOff x="672" y="432"/>
            <a:chExt cx="1344" cy="528"/>
          </a:xfrm>
        </p:grpSpPr>
        <p:sp>
          <p:nvSpPr>
            <p:cNvPr id="173114" name="AutoShape 58"/>
            <p:cNvSpPr>
              <a:spLocks noChangeArrowheads="1"/>
            </p:cNvSpPr>
            <p:nvPr/>
          </p:nvSpPr>
          <p:spPr bwMode="auto">
            <a:xfrm>
              <a:off x="672" y="432"/>
              <a:ext cx="1104" cy="528"/>
            </a:xfrm>
            <a:prstGeom prst="horizontalScroll">
              <a:avLst>
                <a:gd name="adj" fmla="val 12500"/>
              </a:avLst>
            </a:prstGeom>
            <a:gradFill rotWithShape="0">
              <a:gsLst>
                <a:gs pos="0">
                  <a:schemeClr val="accent1"/>
                </a:gs>
                <a:gs pos="50000">
                  <a:srgbClr val="FFFFFF"/>
                </a:gs>
                <a:gs pos="100000">
                  <a:schemeClr val="accent1"/>
                </a:gs>
              </a:gsLst>
              <a:lin ang="5400000" scaled="1"/>
            </a:gradFill>
            <a:ln w="9525">
              <a:solidFill>
                <a:schemeClr val="tx1"/>
              </a:solidFill>
              <a:round/>
              <a:headEnd/>
              <a:tailEnd/>
            </a:ln>
            <a:effectLst>
              <a:outerShdw dist="107763" dir="13500000" algn="ctr" rotWithShape="0">
                <a:srgbClr val="339933"/>
              </a:outerShdw>
            </a:effectLst>
          </p:spPr>
          <p:txBody>
            <a:bodyPr wrap="none" anchor="ctr"/>
            <a:lstStyle/>
            <a:p>
              <a:pPr algn="ctr"/>
              <a:endParaRPr lang="en-US" altLang="zh-CN" sz="2800">
                <a:solidFill>
                  <a:srgbClr val="1C1C1C"/>
                </a:solidFill>
              </a:endParaRPr>
            </a:p>
          </p:txBody>
        </p:sp>
        <p:sp>
          <p:nvSpPr>
            <p:cNvPr id="173115" name="Text Box 59"/>
            <p:cNvSpPr txBox="1">
              <a:spLocks noChangeArrowheads="1"/>
            </p:cNvSpPr>
            <p:nvPr/>
          </p:nvSpPr>
          <p:spPr bwMode="auto">
            <a:xfrm>
              <a:off x="816" y="528"/>
              <a:ext cx="1200" cy="330"/>
            </a:xfrm>
            <a:prstGeom prst="rect">
              <a:avLst/>
            </a:prstGeom>
            <a:noFill/>
            <a:ln w="9525">
              <a:noFill/>
              <a:miter lim="800000"/>
              <a:headEnd/>
              <a:tailEnd/>
            </a:ln>
            <a:effectLst/>
          </p:spPr>
          <p:txBody>
            <a:bodyPr>
              <a:spAutoFit/>
            </a:bodyPr>
            <a:lstStyle/>
            <a:p>
              <a:r>
                <a:rPr lang="zh-CN" altLang="en-US" sz="2800">
                  <a:solidFill>
                    <a:srgbClr val="CC3300"/>
                  </a:solidFill>
                </a:rPr>
                <a:t>讨  论</a:t>
              </a:r>
            </a:p>
          </p:txBody>
        </p:sp>
      </p:grpSp>
      <p:grpSp>
        <p:nvGrpSpPr>
          <p:cNvPr id="13" name="Group 60"/>
          <p:cNvGrpSpPr>
            <a:grpSpLocks/>
          </p:cNvGrpSpPr>
          <p:nvPr/>
        </p:nvGrpSpPr>
        <p:grpSpPr bwMode="auto">
          <a:xfrm>
            <a:off x="304800" y="1266825"/>
            <a:ext cx="3581400" cy="685800"/>
            <a:chOff x="240" y="1008"/>
            <a:chExt cx="2256" cy="432"/>
          </a:xfrm>
        </p:grpSpPr>
        <p:sp>
          <p:nvSpPr>
            <p:cNvPr id="173117" name="Text Box 61"/>
            <p:cNvSpPr txBox="1">
              <a:spLocks noChangeArrowheads="1"/>
            </p:cNvSpPr>
            <p:nvPr/>
          </p:nvSpPr>
          <p:spPr bwMode="auto">
            <a:xfrm>
              <a:off x="240" y="1097"/>
              <a:ext cx="2256" cy="327"/>
            </a:xfrm>
            <a:prstGeom prst="rect">
              <a:avLst/>
            </a:prstGeom>
            <a:noFill/>
            <a:ln w="9525">
              <a:noFill/>
              <a:miter lim="800000"/>
              <a:headEnd/>
              <a:tailEnd/>
            </a:ln>
            <a:effectLst/>
          </p:spPr>
          <p:txBody>
            <a:bodyPr>
              <a:spAutoFit/>
            </a:bodyPr>
            <a:lstStyle/>
            <a:p>
              <a:r>
                <a:rPr lang="zh-CN" altLang="en-US" sz="2800">
                  <a:solidFill>
                    <a:srgbClr val="CC0000"/>
                  </a:solidFill>
                </a:rPr>
                <a:t>1</a:t>
              </a:r>
              <a:r>
                <a:rPr lang="zh-CN" altLang="en-US" sz="2800">
                  <a:solidFill>
                    <a:srgbClr val="1C1C1C"/>
                  </a:solidFill>
                </a:rPr>
                <a:t>）   方向与    相同</a:t>
              </a:r>
            </a:p>
          </p:txBody>
        </p:sp>
        <p:graphicFrame>
          <p:nvGraphicFramePr>
            <p:cNvPr id="173118" name="Object 62"/>
            <p:cNvGraphicFramePr>
              <a:graphicFrameLocks noChangeAspect="1"/>
            </p:cNvGraphicFramePr>
            <p:nvPr/>
          </p:nvGraphicFramePr>
          <p:xfrm>
            <a:off x="1479" y="1056"/>
            <a:ext cx="249" cy="343"/>
          </p:xfrm>
          <a:graphic>
            <a:graphicData uri="http://schemas.openxmlformats.org/presentationml/2006/ole">
              <p:oleObj spid="_x0000_s1093637" name="Equation" r:id="rId9" imgW="152280" imgH="190440" progId="Equation.3">
                <p:embed/>
              </p:oleObj>
            </a:graphicData>
          </a:graphic>
        </p:graphicFrame>
        <p:graphicFrame>
          <p:nvGraphicFramePr>
            <p:cNvPr id="173119" name="Object 63"/>
            <p:cNvGraphicFramePr>
              <a:graphicFrameLocks noChangeAspect="1"/>
            </p:cNvGraphicFramePr>
            <p:nvPr/>
          </p:nvGraphicFramePr>
          <p:xfrm>
            <a:off x="564" y="1008"/>
            <a:ext cx="300" cy="432"/>
          </p:xfrm>
          <a:graphic>
            <a:graphicData uri="http://schemas.openxmlformats.org/presentationml/2006/ole">
              <p:oleObj spid="_x0000_s1093638" name="Equation" r:id="rId10" imgW="164880" imgH="215640" progId="Equation.3">
                <p:embed/>
              </p:oleObj>
            </a:graphicData>
          </a:graphic>
        </p:graphicFrame>
      </p:grpSp>
      <p:sp>
        <p:nvSpPr>
          <p:cNvPr id="173120" name="Text Box 64"/>
          <p:cNvSpPr txBox="1">
            <a:spLocks noChangeArrowheads="1"/>
          </p:cNvSpPr>
          <p:nvPr/>
        </p:nvSpPr>
        <p:spPr bwMode="auto">
          <a:xfrm>
            <a:off x="3657600" y="1357313"/>
            <a:ext cx="2590800" cy="519112"/>
          </a:xfrm>
          <a:prstGeom prst="rect">
            <a:avLst/>
          </a:prstGeom>
          <a:noFill/>
          <a:ln w="9525">
            <a:noFill/>
            <a:miter lim="800000"/>
            <a:headEnd/>
            <a:tailEnd/>
          </a:ln>
          <a:effectLst/>
        </p:spPr>
        <p:txBody>
          <a:bodyPr>
            <a:spAutoFit/>
          </a:bodyPr>
          <a:lstStyle/>
          <a:p>
            <a:r>
              <a:rPr lang="zh-CN" altLang="en-US" sz="2800">
                <a:solidFill>
                  <a:srgbClr val="CC0000"/>
                </a:solidFill>
              </a:rPr>
              <a:t>2</a:t>
            </a:r>
            <a:r>
              <a:rPr lang="zh-CN" altLang="en-US" sz="2800">
                <a:solidFill>
                  <a:srgbClr val="1C1C1C"/>
                </a:solidFill>
              </a:rPr>
              <a:t>）方向相反</a:t>
            </a:r>
          </a:p>
        </p:txBody>
      </p:sp>
      <p:sp>
        <p:nvSpPr>
          <p:cNvPr id="173121" name="Text Box 65"/>
          <p:cNvSpPr txBox="1">
            <a:spLocks noChangeArrowheads="1"/>
          </p:cNvSpPr>
          <p:nvPr/>
        </p:nvSpPr>
        <p:spPr bwMode="auto">
          <a:xfrm>
            <a:off x="6172200" y="1343025"/>
            <a:ext cx="2819400" cy="519113"/>
          </a:xfrm>
          <a:prstGeom prst="rect">
            <a:avLst/>
          </a:prstGeom>
          <a:noFill/>
          <a:ln w="9525">
            <a:noFill/>
            <a:miter lim="800000"/>
            <a:headEnd/>
            <a:tailEnd/>
          </a:ln>
          <a:effectLst/>
        </p:spPr>
        <p:txBody>
          <a:bodyPr>
            <a:spAutoFit/>
          </a:bodyPr>
          <a:lstStyle/>
          <a:p>
            <a:r>
              <a:rPr lang="zh-CN" altLang="en-US" sz="2800">
                <a:solidFill>
                  <a:srgbClr val="CC0000"/>
                </a:solidFill>
              </a:rPr>
              <a:t>3</a:t>
            </a:r>
            <a:r>
              <a:rPr lang="zh-CN" altLang="en-US" sz="2800">
                <a:solidFill>
                  <a:srgbClr val="1C1C1C"/>
                </a:solidFill>
              </a:rPr>
              <a:t>）方向垂直</a:t>
            </a:r>
          </a:p>
        </p:txBody>
      </p:sp>
      <p:graphicFrame>
        <p:nvGraphicFramePr>
          <p:cNvPr id="173122" name="Object 66"/>
          <p:cNvGraphicFramePr>
            <a:graphicFrameLocks noChangeAspect="1"/>
          </p:cNvGraphicFramePr>
          <p:nvPr/>
        </p:nvGraphicFramePr>
        <p:xfrm>
          <a:off x="3581400" y="5229225"/>
          <a:ext cx="2209800" cy="569913"/>
        </p:xfrm>
        <a:graphic>
          <a:graphicData uri="http://schemas.openxmlformats.org/presentationml/2006/ole">
            <p:oleObj spid="_x0000_s1093636" name="Equation" r:id="rId11" imgW="812520" imgH="203040" progId="Equation.3">
              <p:embed/>
            </p:oleObj>
          </a:graphicData>
        </a:graphic>
      </p:graphicFrame>
      <p:sp>
        <p:nvSpPr>
          <p:cNvPr id="173123" name="Text Box 67"/>
          <p:cNvSpPr txBox="1">
            <a:spLocks noChangeArrowheads="1"/>
          </p:cNvSpPr>
          <p:nvPr/>
        </p:nvSpPr>
        <p:spPr bwMode="auto">
          <a:xfrm>
            <a:off x="6324600" y="2181225"/>
            <a:ext cx="2209800" cy="528638"/>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a:spcBef>
                <a:spcPct val="50000"/>
              </a:spcBef>
            </a:pPr>
            <a:r>
              <a:rPr lang="zh-CN" altLang="en-US" sz="2800">
                <a:solidFill>
                  <a:srgbClr val="1C1C1C"/>
                </a:solidFill>
              </a:rPr>
              <a:t>力矩最大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73110"/>
                                        </p:tgtEl>
                                        <p:attrNameLst>
                                          <p:attrName>style.visibility</p:attrName>
                                        </p:attrNameLst>
                                      </p:cBhvr>
                                      <p:to>
                                        <p:strVal val="visible"/>
                                      </p:to>
                                    </p:set>
                                    <p:animEffect transition="in" filter="blinds(vertical)">
                                      <p:cBhvr>
                                        <p:cTn id="12" dur="500"/>
                                        <p:tgtEl>
                                          <p:spTgt spid="1731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3111"/>
                                        </p:tgtEl>
                                        <p:attrNameLst>
                                          <p:attrName>style.visibility</p:attrName>
                                        </p:attrNameLst>
                                      </p:cBhvr>
                                      <p:to>
                                        <p:strVal val="visible"/>
                                      </p:to>
                                    </p:set>
                                    <p:animEffect transition="in" filter="blinds(horizontal)">
                                      <p:cBhvr>
                                        <p:cTn id="17" dur="500"/>
                                        <p:tgtEl>
                                          <p:spTgt spid="1731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3120"/>
                                        </p:tgtEl>
                                        <p:attrNameLst>
                                          <p:attrName>style.visibility</p:attrName>
                                        </p:attrNameLst>
                                      </p:cBhvr>
                                      <p:to>
                                        <p:strVal val="visible"/>
                                      </p:to>
                                    </p:set>
                                    <p:animEffect transition="in" filter="blinds(horizontal)">
                                      <p:cBhvr>
                                        <p:cTn id="22" dur="500"/>
                                        <p:tgtEl>
                                          <p:spTgt spid="17312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i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73122"/>
                                        </p:tgtEl>
                                        <p:attrNameLst>
                                          <p:attrName>style.visibility</p:attrName>
                                        </p:attrNameLst>
                                      </p:cBhvr>
                                      <p:to>
                                        <p:strVal val="visible"/>
                                      </p:to>
                                    </p:set>
                                    <p:animEffect transition="in" filter="blinds(vertical)">
                                      <p:cBhvr>
                                        <p:cTn id="32" dur="500"/>
                                        <p:tgtEl>
                                          <p:spTgt spid="17312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3112"/>
                                        </p:tgtEl>
                                        <p:attrNameLst>
                                          <p:attrName>style.visibility</p:attrName>
                                        </p:attrNameLst>
                                      </p:cBhvr>
                                      <p:to>
                                        <p:strVal val="visible"/>
                                      </p:to>
                                    </p:set>
                                    <p:animEffect transition="in" filter="blinds(horizontal)">
                                      <p:cBhvr>
                                        <p:cTn id="37" dur="500"/>
                                        <p:tgtEl>
                                          <p:spTgt spid="17311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3121"/>
                                        </p:tgtEl>
                                        <p:attrNameLst>
                                          <p:attrName>style.visibility</p:attrName>
                                        </p:attrNameLst>
                                      </p:cBhvr>
                                      <p:to>
                                        <p:strVal val="visible"/>
                                      </p:to>
                                    </p:set>
                                    <p:animEffect transition="in" filter="blinds(horizontal)">
                                      <p:cBhvr>
                                        <p:cTn id="42" dur="500"/>
                                        <p:tgtEl>
                                          <p:spTgt spid="17312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ox(in)">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nodeType="clickEffect">
                                  <p:stCondLst>
                                    <p:cond delay="0"/>
                                  </p:stCondLst>
                                  <p:childTnLst>
                                    <p:set>
                                      <p:cBhvr>
                                        <p:cTn id="51" dur="1" fill="hold">
                                          <p:stCondLst>
                                            <p:cond delay="0"/>
                                          </p:stCondLst>
                                        </p:cTn>
                                        <p:tgtEl>
                                          <p:spTgt spid="173109"/>
                                        </p:tgtEl>
                                        <p:attrNameLst>
                                          <p:attrName>style.visibility</p:attrName>
                                        </p:attrNameLst>
                                      </p:cBhvr>
                                      <p:to>
                                        <p:strVal val="visible"/>
                                      </p:to>
                                    </p:set>
                                    <p:animEffect transition="in" filter="blinds(vertical)">
                                      <p:cBhvr>
                                        <p:cTn id="52" dur="500"/>
                                        <p:tgtEl>
                                          <p:spTgt spid="17310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73123"/>
                                        </p:tgtEl>
                                        <p:attrNameLst>
                                          <p:attrName>style.visibility</p:attrName>
                                        </p:attrNameLst>
                                      </p:cBhvr>
                                      <p:to>
                                        <p:strVal val="visible"/>
                                      </p:to>
                                    </p:set>
                                    <p:animEffect transition="in" filter="blinds(horizontal)">
                                      <p:cBhvr>
                                        <p:cTn id="57" dur="500"/>
                                        <p:tgtEl>
                                          <p:spTgt spid="173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11" grpId="0" animBg="1" autoUpdateAnimBg="0"/>
      <p:bldP spid="173112" grpId="0" animBg="1" autoUpdateAnimBg="0"/>
      <p:bldP spid="173120" grpId="0" autoUpdateAnimBg="0"/>
      <p:bldP spid="173121" grpId="0" autoUpdateAnimBg="0"/>
      <p:bldP spid="173123"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381000" y="609600"/>
            <a:ext cx="8686800" cy="1117600"/>
          </a:xfrm>
          <a:prstGeom prst="rect">
            <a:avLst/>
          </a:prstGeom>
          <a:noFill/>
          <a:ln w="12700">
            <a:noFill/>
            <a:miter lim="800000"/>
            <a:headEnd/>
            <a:tailEnd/>
          </a:ln>
          <a:effectLst/>
        </p:spPr>
        <p:txBody>
          <a:bodyPr>
            <a:spAutoFit/>
          </a:bodyPr>
          <a:lstStyle/>
          <a:p>
            <a:pPr>
              <a:lnSpc>
                <a:spcPct val="120000"/>
              </a:lnSpc>
              <a:spcBef>
                <a:spcPct val="50000"/>
              </a:spcBef>
              <a:buClr>
                <a:srgbClr val="0000FF"/>
              </a:buClr>
              <a:buFont typeface="Wingdings" pitchFamily="2" charset="2"/>
              <a:buChar char="Ø"/>
            </a:pPr>
            <a:r>
              <a:rPr lang="zh-CN" altLang="en-US" sz="2800">
                <a:solidFill>
                  <a:srgbClr val="CC0000"/>
                </a:solidFill>
              </a:rPr>
              <a:t>     结论:   均匀</a:t>
            </a:r>
            <a:r>
              <a:rPr lang="zh-CN" altLang="en-US" sz="2800">
                <a:solidFill>
                  <a:schemeClr val="tx1"/>
                </a:solidFill>
              </a:rPr>
              <a:t>磁场中，任意形状</a:t>
            </a:r>
            <a:r>
              <a:rPr lang="zh-CN" altLang="en-US" sz="2800">
                <a:solidFill>
                  <a:srgbClr val="CC0000"/>
                </a:solidFill>
              </a:rPr>
              <a:t>刚</a:t>
            </a:r>
            <a:r>
              <a:rPr lang="zh-CN" altLang="en-US" sz="2800">
                <a:solidFill>
                  <a:schemeClr val="tx1"/>
                </a:solidFill>
              </a:rPr>
              <a:t>性闭合</a:t>
            </a:r>
            <a:r>
              <a:rPr lang="zh-CN" altLang="en-US" sz="2800">
                <a:solidFill>
                  <a:srgbClr val="CC0000"/>
                </a:solidFill>
              </a:rPr>
              <a:t>平面</a:t>
            </a:r>
            <a:r>
              <a:rPr lang="zh-CN" altLang="en-US" sz="2800">
                <a:solidFill>
                  <a:schemeClr val="tx1"/>
                </a:solidFill>
              </a:rPr>
              <a:t>通电线圈所受的力和力矩为</a:t>
            </a:r>
          </a:p>
        </p:txBody>
      </p:sp>
      <p:graphicFrame>
        <p:nvGraphicFramePr>
          <p:cNvPr id="174083" name="Object 3"/>
          <p:cNvGraphicFramePr>
            <a:graphicFrameLocks noChangeAspect="1"/>
          </p:cNvGraphicFramePr>
          <p:nvPr/>
        </p:nvGraphicFramePr>
        <p:xfrm>
          <a:off x="2209800" y="1981200"/>
          <a:ext cx="4267200" cy="820738"/>
        </p:xfrm>
        <a:graphic>
          <a:graphicData uri="http://schemas.openxmlformats.org/presentationml/2006/ole">
            <p:oleObj spid="_x0000_s1094658" name="公式" r:id="rId3" imgW="1307880" imgH="253800" progId="Equation.3">
              <p:embed/>
            </p:oleObj>
          </a:graphicData>
        </a:graphic>
      </p:graphicFrame>
      <p:graphicFrame>
        <p:nvGraphicFramePr>
          <p:cNvPr id="174084" name="Object 4"/>
          <p:cNvGraphicFramePr>
            <a:graphicFrameLocks noChangeAspect="1"/>
          </p:cNvGraphicFramePr>
          <p:nvPr/>
        </p:nvGraphicFramePr>
        <p:xfrm>
          <a:off x="990600" y="4419600"/>
          <a:ext cx="6705600" cy="601663"/>
        </p:xfrm>
        <a:graphic>
          <a:graphicData uri="http://schemas.openxmlformats.org/presentationml/2006/ole">
            <p:oleObj spid="_x0000_s1094659" name="Equation" r:id="rId4" imgW="4483080" imgH="393480" progId="Equation.3">
              <p:embed/>
            </p:oleObj>
          </a:graphicData>
        </a:graphic>
      </p:graphicFrame>
      <p:grpSp>
        <p:nvGrpSpPr>
          <p:cNvPr id="2" name="Group 5"/>
          <p:cNvGrpSpPr>
            <a:grpSpLocks/>
          </p:cNvGrpSpPr>
          <p:nvPr/>
        </p:nvGrpSpPr>
        <p:grpSpPr bwMode="auto">
          <a:xfrm>
            <a:off x="5257800" y="5410200"/>
            <a:ext cx="3657600" cy="609600"/>
            <a:chOff x="3360" y="3456"/>
            <a:chExt cx="2304" cy="384"/>
          </a:xfrm>
        </p:grpSpPr>
        <p:grpSp>
          <p:nvGrpSpPr>
            <p:cNvPr id="3" name="Group 6"/>
            <p:cNvGrpSpPr>
              <a:grpSpLocks/>
            </p:cNvGrpSpPr>
            <p:nvPr/>
          </p:nvGrpSpPr>
          <p:grpSpPr bwMode="auto">
            <a:xfrm>
              <a:off x="3360" y="3456"/>
              <a:ext cx="2304" cy="384"/>
              <a:chOff x="3360" y="3456"/>
              <a:chExt cx="2304" cy="384"/>
            </a:xfrm>
          </p:grpSpPr>
          <p:sp>
            <p:nvSpPr>
              <p:cNvPr id="174087" name="Rectangle 7"/>
              <p:cNvSpPr>
                <a:spLocks noChangeArrowheads="1"/>
              </p:cNvSpPr>
              <p:nvPr/>
            </p:nvSpPr>
            <p:spPr bwMode="auto">
              <a:xfrm>
                <a:off x="3360" y="3504"/>
                <a:ext cx="1920" cy="336"/>
              </a:xfrm>
              <a:prstGeom prst="rect">
                <a:avLst/>
              </a:prstGeom>
              <a:gradFill rotWithShape="0">
                <a:gsLst>
                  <a:gs pos="0">
                    <a:srgbClr val="FCE3FD"/>
                  </a:gs>
                  <a:gs pos="50000">
                    <a:srgbClr val="FFFFFF"/>
                  </a:gs>
                  <a:gs pos="100000">
                    <a:srgbClr val="FCE3FD"/>
                  </a:gs>
                </a:gsLst>
                <a:lin ang="5400000" scaled="1"/>
              </a:gradFill>
              <a:ln w="9525">
                <a:solidFill>
                  <a:srgbClr val="CC00CC"/>
                </a:solidFill>
                <a:miter lim="800000"/>
                <a:headEnd/>
                <a:tailEnd/>
              </a:ln>
              <a:effectLst/>
            </p:spPr>
            <p:txBody>
              <a:bodyPr wrap="none" anchor="ctr"/>
              <a:lstStyle/>
              <a:p>
                <a:endParaRPr lang="zh-CN" altLang="en-US" sz="2800"/>
              </a:p>
            </p:txBody>
          </p:sp>
          <p:graphicFrame>
            <p:nvGraphicFramePr>
              <p:cNvPr id="174088" name="Object 8"/>
              <p:cNvGraphicFramePr>
                <a:graphicFrameLocks noChangeAspect="1"/>
              </p:cNvGraphicFramePr>
              <p:nvPr/>
            </p:nvGraphicFramePr>
            <p:xfrm>
              <a:off x="3456" y="3456"/>
              <a:ext cx="353" cy="384"/>
            </p:xfrm>
            <a:graphic>
              <a:graphicData uri="http://schemas.openxmlformats.org/presentationml/2006/ole">
                <p:oleObj spid="_x0000_s1094663" name="Equation" r:id="rId5" imgW="266400" imgH="368280" progId="Equation.3">
                  <p:embed/>
                </p:oleObj>
              </a:graphicData>
            </a:graphic>
          </p:graphicFrame>
          <p:sp>
            <p:nvSpPr>
              <p:cNvPr id="174089" name="Text Box 9"/>
              <p:cNvSpPr txBox="1">
                <a:spLocks noChangeArrowheads="1"/>
              </p:cNvSpPr>
              <p:nvPr/>
            </p:nvSpPr>
            <p:spPr bwMode="auto">
              <a:xfrm>
                <a:off x="3696" y="3504"/>
                <a:ext cx="1968" cy="327"/>
              </a:xfrm>
              <a:prstGeom prst="rect">
                <a:avLst/>
              </a:prstGeom>
              <a:noFill/>
              <a:ln w="9525">
                <a:noFill/>
                <a:miter lim="800000"/>
                <a:headEnd/>
                <a:tailEnd/>
              </a:ln>
              <a:effectLst/>
            </p:spPr>
            <p:txBody>
              <a:bodyPr>
                <a:spAutoFit/>
              </a:bodyPr>
              <a:lstStyle/>
              <a:p>
                <a:pPr>
                  <a:spcBef>
                    <a:spcPct val="50000"/>
                  </a:spcBef>
                </a:pPr>
                <a:r>
                  <a:rPr lang="zh-CN" altLang="en-US" sz="2800">
                    <a:solidFill>
                      <a:schemeClr val="tx1"/>
                    </a:solidFill>
                  </a:rPr>
                  <a:t>与</a:t>
                </a:r>
                <a:r>
                  <a:rPr lang="zh-CN" altLang="en-US" sz="2800">
                    <a:solidFill>
                      <a:srgbClr val="CC0000"/>
                    </a:solidFill>
                  </a:rPr>
                  <a:t>    </a:t>
                </a:r>
                <a:r>
                  <a:rPr lang="en-US" altLang="zh-CN" sz="2800">
                    <a:solidFill>
                      <a:srgbClr val="CC0000"/>
                    </a:solidFill>
                  </a:rPr>
                  <a:t> </a:t>
                </a:r>
                <a:r>
                  <a:rPr lang="zh-CN" altLang="en-US" sz="2800">
                    <a:solidFill>
                      <a:schemeClr val="tx1"/>
                    </a:solidFill>
                  </a:rPr>
                  <a:t>成</a:t>
                </a:r>
                <a:r>
                  <a:rPr lang="zh-CN" altLang="en-US" sz="2800">
                    <a:solidFill>
                      <a:srgbClr val="CC0000"/>
                    </a:solidFill>
                  </a:rPr>
                  <a:t>右</a:t>
                </a:r>
                <a:r>
                  <a:rPr lang="zh-CN" altLang="en-US" sz="2800">
                    <a:solidFill>
                      <a:schemeClr val="tx1"/>
                    </a:solidFill>
                  </a:rPr>
                  <a:t>螺旋</a:t>
                </a:r>
              </a:p>
            </p:txBody>
          </p:sp>
        </p:grpSp>
        <p:graphicFrame>
          <p:nvGraphicFramePr>
            <p:cNvPr id="174090" name="Object 10"/>
            <p:cNvGraphicFramePr>
              <a:graphicFrameLocks noChangeAspect="1"/>
            </p:cNvGraphicFramePr>
            <p:nvPr/>
          </p:nvGraphicFramePr>
          <p:xfrm>
            <a:off x="4051" y="3552"/>
            <a:ext cx="173" cy="240"/>
          </p:xfrm>
          <a:graphic>
            <a:graphicData uri="http://schemas.openxmlformats.org/presentationml/2006/ole">
              <p:oleObj spid="_x0000_s1094662" name="Equation" r:id="rId6" imgW="164880" imgH="228600" progId="Equation.3">
                <p:embed/>
              </p:oleObj>
            </a:graphicData>
          </a:graphic>
        </p:graphicFrame>
      </p:grpSp>
      <p:grpSp>
        <p:nvGrpSpPr>
          <p:cNvPr id="4" name="Group 11"/>
          <p:cNvGrpSpPr>
            <a:grpSpLocks/>
          </p:cNvGrpSpPr>
          <p:nvPr/>
        </p:nvGrpSpPr>
        <p:grpSpPr bwMode="auto">
          <a:xfrm>
            <a:off x="990600" y="2971800"/>
            <a:ext cx="7010400" cy="1219200"/>
            <a:chOff x="624" y="2112"/>
            <a:chExt cx="4416" cy="768"/>
          </a:xfrm>
        </p:grpSpPr>
        <p:sp>
          <p:nvSpPr>
            <p:cNvPr id="174092" name="Rectangle 12"/>
            <p:cNvSpPr>
              <a:spLocks noChangeArrowheads="1"/>
            </p:cNvSpPr>
            <p:nvPr/>
          </p:nvSpPr>
          <p:spPr bwMode="auto">
            <a:xfrm>
              <a:off x="3186" y="2143"/>
              <a:ext cx="115" cy="271"/>
            </a:xfrm>
            <a:prstGeom prst="rect">
              <a:avLst/>
            </a:prstGeom>
            <a:noFill/>
            <a:ln w="9525">
              <a:noFill/>
              <a:miter lim="800000"/>
              <a:headEnd/>
              <a:tailEnd/>
            </a:ln>
          </p:spPr>
          <p:txBody>
            <a:bodyPr wrap="none" lIns="0" tIns="0" rIns="0" bIns="0">
              <a:spAutoFit/>
            </a:bodyPr>
            <a:lstStyle/>
            <a:p>
              <a:r>
                <a:rPr lang="zh-CN" altLang="en-US" sz="2800" b="0"/>
                <a:t>0</a:t>
              </a:r>
              <a:endParaRPr lang="zh-CN" altLang="en-US" sz="2800">
                <a:solidFill>
                  <a:schemeClr val="tx1"/>
                </a:solidFill>
              </a:endParaRPr>
            </a:p>
          </p:txBody>
        </p:sp>
        <p:sp>
          <p:nvSpPr>
            <p:cNvPr id="174093" name="Rectangle 13"/>
            <p:cNvSpPr>
              <a:spLocks noChangeArrowheads="1"/>
            </p:cNvSpPr>
            <p:nvPr/>
          </p:nvSpPr>
          <p:spPr bwMode="auto">
            <a:xfrm>
              <a:off x="3169" y="2525"/>
              <a:ext cx="124" cy="271"/>
            </a:xfrm>
            <a:prstGeom prst="rect">
              <a:avLst/>
            </a:prstGeom>
            <a:noFill/>
            <a:ln w="9525">
              <a:noFill/>
              <a:miter lim="800000"/>
              <a:headEnd/>
              <a:tailEnd/>
            </a:ln>
          </p:spPr>
          <p:txBody>
            <a:bodyPr wrap="none" lIns="0" tIns="0" rIns="0" bIns="0">
              <a:spAutoFit/>
            </a:bodyPr>
            <a:lstStyle/>
            <a:p>
              <a:r>
                <a:rPr lang="en-US" altLang="zh-CN" sz="2800" b="0">
                  <a:latin typeface="Symbol" pitchFamily="18" charset="2"/>
                </a:rPr>
                <a:t>p</a:t>
              </a:r>
              <a:endParaRPr lang="en-US" altLang="zh-CN" sz="2800">
                <a:solidFill>
                  <a:schemeClr val="tx1"/>
                </a:solidFill>
              </a:endParaRPr>
            </a:p>
          </p:txBody>
        </p:sp>
        <p:sp>
          <p:nvSpPr>
            <p:cNvPr id="174094" name="Rectangle 14"/>
            <p:cNvSpPr>
              <a:spLocks noChangeArrowheads="1"/>
            </p:cNvSpPr>
            <p:nvPr/>
          </p:nvSpPr>
          <p:spPr bwMode="auto">
            <a:xfrm>
              <a:off x="2730" y="2525"/>
              <a:ext cx="118" cy="271"/>
            </a:xfrm>
            <a:prstGeom prst="rect">
              <a:avLst/>
            </a:prstGeom>
            <a:noFill/>
            <a:ln w="9525">
              <a:noFill/>
              <a:miter lim="800000"/>
              <a:headEnd/>
              <a:tailEnd/>
            </a:ln>
          </p:spPr>
          <p:txBody>
            <a:bodyPr wrap="none" lIns="0" tIns="0" rIns="0" bIns="0">
              <a:spAutoFit/>
            </a:bodyPr>
            <a:lstStyle/>
            <a:p>
              <a:r>
                <a:rPr lang="en-US" altLang="zh-CN" sz="2800" b="0" i="1">
                  <a:latin typeface="Symbol" pitchFamily="18" charset="2"/>
                </a:rPr>
                <a:t>q</a:t>
              </a:r>
              <a:endParaRPr lang="en-US" altLang="zh-CN" sz="2800">
                <a:solidFill>
                  <a:schemeClr val="tx1"/>
                </a:solidFill>
              </a:endParaRPr>
            </a:p>
          </p:txBody>
        </p:sp>
        <p:sp>
          <p:nvSpPr>
            <p:cNvPr id="174095" name="Rectangle 15"/>
            <p:cNvSpPr>
              <a:spLocks noChangeArrowheads="1"/>
            </p:cNvSpPr>
            <p:nvPr/>
          </p:nvSpPr>
          <p:spPr bwMode="auto">
            <a:xfrm>
              <a:off x="2730" y="2112"/>
              <a:ext cx="118" cy="271"/>
            </a:xfrm>
            <a:prstGeom prst="rect">
              <a:avLst/>
            </a:prstGeom>
            <a:noFill/>
            <a:ln w="9525">
              <a:noFill/>
              <a:miter lim="800000"/>
              <a:headEnd/>
              <a:tailEnd/>
            </a:ln>
          </p:spPr>
          <p:txBody>
            <a:bodyPr wrap="none" lIns="0" tIns="0" rIns="0" bIns="0">
              <a:spAutoFit/>
            </a:bodyPr>
            <a:lstStyle/>
            <a:p>
              <a:r>
                <a:rPr lang="en-US" altLang="zh-CN" sz="2800" b="0" i="1">
                  <a:latin typeface="Symbol" pitchFamily="18" charset="2"/>
                </a:rPr>
                <a:t>q</a:t>
              </a:r>
              <a:endParaRPr lang="en-US" altLang="zh-CN" sz="2800">
                <a:solidFill>
                  <a:schemeClr val="tx1"/>
                </a:solidFill>
              </a:endParaRPr>
            </a:p>
          </p:txBody>
        </p:sp>
        <p:sp>
          <p:nvSpPr>
            <p:cNvPr id="174096" name="Rectangle 16"/>
            <p:cNvSpPr>
              <a:spLocks noChangeArrowheads="1"/>
            </p:cNvSpPr>
            <p:nvPr/>
          </p:nvSpPr>
          <p:spPr bwMode="auto">
            <a:xfrm>
              <a:off x="2975" y="2525"/>
              <a:ext cx="124" cy="271"/>
            </a:xfrm>
            <a:prstGeom prst="rect">
              <a:avLst/>
            </a:prstGeom>
            <a:noFill/>
            <a:ln w="9525">
              <a:noFill/>
              <a:miter lim="800000"/>
              <a:headEnd/>
              <a:tailEnd/>
            </a:ln>
          </p:spPr>
          <p:txBody>
            <a:bodyPr wrap="none" lIns="0" tIns="0" rIns="0" bIns="0">
              <a:spAutoFit/>
            </a:bodyPr>
            <a:lstStyle/>
            <a:p>
              <a:r>
                <a:rPr lang="zh-CN" altLang="en-US" sz="2800" b="0">
                  <a:latin typeface="Symbol" pitchFamily="18" charset="2"/>
                </a:rPr>
                <a:t>=</a:t>
              </a:r>
              <a:endParaRPr lang="zh-CN" altLang="en-US" sz="2800">
                <a:solidFill>
                  <a:schemeClr val="tx1"/>
                </a:solidFill>
              </a:endParaRPr>
            </a:p>
          </p:txBody>
        </p:sp>
        <p:sp>
          <p:nvSpPr>
            <p:cNvPr id="174097" name="Rectangle 17"/>
            <p:cNvSpPr>
              <a:spLocks noChangeArrowheads="1"/>
            </p:cNvSpPr>
            <p:nvPr/>
          </p:nvSpPr>
          <p:spPr bwMode="auto">
            <a:xfrm>
              <a:off x="2975" y="2112"/>
              <a:ext cx="124" cy="271"/>
            </a:xfrm>
            <a:prstGeom prst="rect">
              <a:avLst/>
            </a:prstGeom>
            <a:noFill/>
            <a:ln w="9525">
              <a:noFill/>
              <a:miter lim="800000"/>
              <a:headEnd/>
              <a:tailEnd/>
            </a:ln>
          </p:spPr>
          <p:txBody>
            <a:bodyPr wrap="none" lIns="0" tIns="0" rIns="0" bIns="0">
              <a:spAutoFit/>
            </a:bodyPr>
            <a:lstStyle/>
            <a:p>
              <a:r>
                <a:rPr lang="zh-CN" altLang="en-US" sz="2800" b="0">
                  <a:latin typeface="Symbol" pitchFamily="18" charset="2"/>
                </a:rPr>
                <a:t>=</a:t>
              </a:r>
              <a:endParaRPr lang="zh-CN" altLang="en-US" sz="2800">
                <a:solidFill>
                  <a:schemeClr val="tx1"/>
                </a:solidFill>
              </a:endParaRPr>
            </a:p>
          </p:txBody>
        </p:sp>
        <p:sp>
          <p:nvSpPr>
            <p:cNvPr id="174098" name="Text Box 18"/>
            <p:cNvSpPr txBox="1">
              <a:spLocks noChangeArrowheads="1"/>
            </p:cNvSpPr>
            <p:nvPr/>
          </p:nvSpPr>
          <p:spPr bwMode="auto">
            <a:xfrm>
              <a:off x="3654" y="2180"/>
              <a:ext cx="1242" cy="327"/>
            </a:xfrm>
            <a:prstGeom prst="rect">
              <a:avLst/>
            </a:prstGeom>
            <a:noFill/>
            <a:ln w="9525">
              <a:noFill/>
              <a:miter lim="800000"/>
              <a:headEnd/>
              <a:tailEnd/>
            </a:ln>
            <a:effectLst/>
          </p:spPr>
          <p:txBody>
            <a:bodyPr>
              <a:spAutoFit/>
            </a:bodyPr>
            <a:lstStyle/>
            <a:p>
              <a:pPr algn="ctr">
                <a:spcBef>
                  <a:spcPct val="50000"/>
                </a:spcBef>
              </a:pPr>
              <a:r>
                <a:rPr lang="zh-CN" altLang="en-US" sz="2800">
                  <a:solidFill>
                    <a:srgbClr val="CC0000"/>
                  </a:solidFill>
                </a:rPr>
                <a:t>稳定</a:t>
              </a:r>
              <a:r>
                <a:rPr lang="zh-CN" altLang="en-US" sz="2800">
                  <a:solidFill>
                    <a:schemeClr val="tx1"/>
                  </a:solidFill>
                </a:rPr>
                <a:t>平衡</a:t>
              </a:r>
            </a:p>
          </p:txBody>
        </p:sp>
        <p:sp>
          <p:nvSpPr>
            <p:cNvPr id="174099" name="Text Box 19"/>
            <p:cNvSpPr txBox="1">
              <a:spLocks noChangeArrowheads="1"/>
            </p:cNvSpPr>
            <p:nvPr/>
          </p:nvSpPr>
          <p:spPr bwMode="auto">
            <a:xfrm>
              <a:off x="3600" y="2553"/>
              <a:ext cx="1440" cy="327"/>
            </a:xfrm>
            <a:prstGeom prst="rect">
              <a:avLst/>
            </a:prstGeom>
            <a:noFill/>
            <a:ln w="9525">
              <a:noFill/>
              <a:miter lim="800000"/>
              <a:headEnd/>
              <a:tailEnd/>
            </a:ln>
            <a:effectLst/>
          </p:spPr>
          <p:txBody>
            <a:bodyPr>
              <a:spAutoFit/>
            </a:bodyPr>
            <a:lstStyle/>
            <a:p>
              <a:pPr algn="ctr">
                <a:spcBef>
                  <a:spcPct val="50000"/>
                </a:spcBef>
              </a:pPr>
              <a:r>
                <a:rPr lang="zh-CN" altLang="en-US" sz="2800">
                  <a:solidFill>
                    <a:srgbClr val="3333CC"/>
                  </a:solidFill>
                </a:rPr>
                <a:t>非稳定</a:t>
              </a:r>
              <a:r>
                <a:rPr lang="zh-CN" altLang="en-US" sz="2800">
                  <a:solidFill>
                    <a:schemeClr val="tx1"/>
                  </a:solidFill>
                </a:rPr>
                <a:t>平衡</a:t>
              </a:r>
            </a:p>
          </p:txBody>
        </p:sp>
        <p:sp>
          <p:nvSpPr>
            <p:cNvPr id="174100" name="AutoShape 20"/>
            <p:cNvSpPr>
              <a:spLocks/>
            </p:cNvSpPr>
            <p:nvPr/>
          </p:nvSpPr>
          <p:spPr bwMode="auto">
            <a:xfrm>
              <a:off x="2598" y="2276"/>
              <a:ext cx="96" cy="432"/>
            </a:xfrm>
            <a:prstGeom prst="leftBrace">
              <a:avLst>
                <a:gd name="adj1" fmla="val 37500"/>
                <a:gd name="adj2" fmla="val 50000"/>
              </a:avLst>
            </a:prstGeom>
            <a:noFill/>
            <a:ln w="28575">
              <a:solidFill>
                <a:srgbClr val="FF0000"/>
              </a:solidFill>
              <a:round/>
              <a:headEnd/>
              <a:tailEnd/>
            </a:ln>
            <a:effectLst/>
          </p:spPr>
          <p:txBody>
            <a:bodyPr wrap="none" anchor="ctr"/>
            <a:lstStyle/>
            <a:p>
              <a:endParaRPr lang="zh-CN" altLang="en-US" sz="2800"/>
            </a:p>
          </p:txBody>
        </p:sp>
        <p:graphicFrame>
          <p:nvGraphicFramePr>
            <p:cNvPr id="174101" name="Object 21"/>
            <p:cNvGraphicFramePr>
              <a:graphicFrameLocks noChangeAspect="1"/>
            </p:cNvGraphicFramePr>
            <p:nvPr/>
          </p:nvGraphicFramePr>
          <p:xfrm>
            <a:off x="624" y="2304"/>
            <a:ext cx="1872" cy="404"/>
          </p:xfrm>
          <a:graphic>
            <a:graphicData uri="http://schemas.openxmlformats.org/presentationml/2006/ole">
              <p:oleObj spid="_x0000_s1094661" name="Equation" r:id="rId7" imgW="1765080" imgH="380880" progId="Equation.3">
                <p:embed/>
              </p:oleObj>
            </a:graphicData>
          </a:graphic>
        </p:graphicFrame>
      </p:grpSp>
      <p:grpSp>
        <p:nvGrpSpPr>
          <p:cNvPr id="5" name="Group 22"/>
          <p:cNvGrpSpPr>
            <a:grpSpLocks/>
          </p:cNvGrpSpPr>
          <p:nvPr/>
        </p:nvGrpSpPr>
        <p:grpSpPr bwMode="auto">
          <a:xfrm>
            <a:off x="533400" y="5410200"/>
            <a:ext cx="4038600" cy="574675"/>
            <a:chOff x="336" y="3528"/>
            <a:chExt cx="2544" cy="362"/>
          </a:xfrm>
        </p:grpSpPr>
        <p:graphicFrame>
          <p:nvGraphicFramePr>
            <p:cNvPr id="174103" name="Object 23"/>
            <p:cNvGraphicFramePr>
              <a:graphicFrameLocks noChangeAspect="1"/>
            </p:cNvGraphicFramePr>
            <p:nvPr/>
          </p:nvGraphicFramePr>
          <p:xfrm>
            <a:off x="1440" y="3528"/>
            <a:ext cx="1440" cy="362"/>
          </p:xfrm>
          <a:graphic>
            <a:graphicData uri="http://schemas.openxmlformats.org/presentationml/2006/ole">
              <p:oleObj spid="_x0000_s1094660" name="Equation" r:id="rId8" imgW="1269720" imgH="368280" progId="Equation.3">
                <p:embed/>
              </p:oleObj>
            </a:graphicData>
          </a:graphic>
        </p:graphicFrame>
        <p:sp>
          <p:nvSpPr>
            <p:cNvPr id="174104" name="Text Box 24"/>
            <p:cNvSpPr txBox="1">
              <a:spLocks noChangeArrowheads="1"/>
            </p:cNvSpPr>
            <p:nvPr/>
          </p:nvSpPr>
          <p:spPr bwMode="auto">
            <a:xfrm>
              <a:off x="336" y="3552"/>
              <a:ext cx="1200" cy="327"/>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Char char="Ø"/>
              </a:pPr>
              <a:r>
                <a:rPr lang="zh-CN" altLang="en-US" sz="2800">
                  <a:solidFill>
                    <a:srgbClr val="1C1C1C"/>
                  </a:solidFill>
                </a:rPr>
                <a:t>   磁矩</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083"/>
                                        </p:tgtEl>
                                        <p:attrNameLst>
                                          <p:attrName>style.visibility</p:attrName>
                                        </p:attrNameLst>
                                      </p:cBhvr>
                                      <p:to>
                                        <p:strVal val="visible"/>
                                      </p:to>
                                    </p:set>
                                    <p:animEffect transition="in" filter="blinds(horizontal)">
                                      <p:cBhvr>
                                        <p:cTn id="7" dur="500"/>
                                        <p:tgtEl>
                                          <p:spTgt spid="1740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74084"/>
                                        </p:tgtEl>
                                        <p:attrNameLst>
                                          <p:attrName>style.visibility</p:attrName>
                                        </p:attrNameLst>
                                      </p:cBhvr>
                                      <p:to>
                                        <p:strVal val="visible"/>
                                      </p:to>
                                    </p:set>
                                    <p:animEffect transition="in" filter="blinds(vertical)">
                                      <p:cBhvr>
                                        <p:cTn id="17" dur="500"/>
                                        <p:tgtEl>
                                          <p:spTgt spid="17408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228600" y="838200"/>
            <a:ext cx="4267200" cy="519113"/>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一    磁介质   磁化强度</a:t>
            </a:r>
          </a:p>
        </p:txBody>
      </p:sp>
      <p:graphicFrame>
        <p:nvGraphicFramePr>
          <p:cNvPr id="157699" name="Object 3"/>
          <p:cNvGraphicFramePr>
            <a:graphicFrameLocks noChangeAspect="1"/>
          </p:cNvGraphicFramePr>
          <p:nvPr/>
        </p:nvGraphicFramePr>
        <p:xfrm>
          <a:off x="3429000" y="1447800"/>
          <a:ext cx="2895600" cy="847725"/>
        </p:xfrm>
        <a:graphic>
          <a:graphicData uri="http://schemas.openxmlformats.org/presentationml/2006/ole">
            <p:oleObj spid="_x0000_s1095682" name="Equation" r:id="rId3" imgW="711000" imgH="241200" progId="">
              <p:embed/>
            </p:oleObj>
          </a:graphicData>
        </a:graphic>
      </p:graphicFrame>
      <p:grpSp>
        <p:nvGrpSpPr>
          <p:cNvPr id="2" name="Group 4"/>
          <p:cNvGrpSpPr>
            <a:grpSpLocks/>
          </p:cNvGrpSpPr>
          <p:nvPr/>
        </p:nvGrpSpPr>
        <p:grpSpPr bwMode="auto">
          <a:xfrm>
            <a:off x="6248400" y="2743200"/>
            <a:ext cx="2667000" cy="1143000"/>
            <a:chOff x="3648" y="1488"/>
            <a:chExt cx="1680" cy="720"/>
          </a:xfrm>
        </p:grpSpPr>
        <p:sp>
          <p:nvSpPr>
            <p:cNvPr id="157701" name="AutoShape 5"/>
            <p:cNvSpPr>
              <a:spLocks noChangeArrowheads="1"/>
            </p:cNvSpPr>
            <p:nvPr/>
          </p:nvSpPr>
          <p:spPr bwMode="auto">
            <a:xfrm>
              <a:off x="3648" y="1488"/>
              <a:ext cx="1536" cy="720"/>
            </a:xfrm>
            <a:prstGeom prst="wedgeRectCallout">
              <a:avLst>
                <a:gd name="adj1" fmla="val -53514"/>
                <a:gd name="adj2" fmla="val -107500"/>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lstStyle/>
            <a:p>
              <a:pPr algn="ctr"/>
              <a:endParaRPr lang="zh-CN" altLang="en-US" sz="2800">
                <a:solidFill>
                  <a:srgbClr val="1C1C1C"/>
                </a:solidFill>
              </a:endParaRPr>
            </a:p>
          </p:txBody>
        </p:sp>
        <p:sp>
          <p:nvSpPr>
            <p:cNvPr id="157702" name="Text Box 6"/>
            <p:cNvSpPr txBox="1">
              <a:spLocks noChangeArrowheads="1"/>
            </p:cNvSpPr>
            <p:nvPr/>
          </p:nvSpPr>
          <p:spPr bwMode="auto">
            <a:xfrm>
              <a:off x="3696" y="1536"/>
              <a:ext cx="1632" cy="596"/>
            </a:xfrm>
            <a:prstGeom prst="rect">
              <a:avLst/>
            </a:prstGeom>
            <a:noFill/>
            <a:ln w="19050">
              <a:noFill/>
              <a:miter lim="800000"/>
              <a:headEnd/>
              <a:tailEnd/>
            </a:ln>
            <a:effectLst/>
          </p:spPr>
          <p:txBody>
            <a:bodyPr>
              <a:spAutoFit/>
            </a:bodyPr>
            <a:lstStyle/>
            <a:p>
              <a:pPr>
                <a:spcBef>
                  <a:spcPct val="50000"/>
                </a:spcBef>
              </a:pPr>
              <a:r>
                <a:rPr kumimoji="1" lang="zh-CN" altLang="en-US" sz="2800">
                  <a:solidFill>
                    <a:schemeClr val="tx1"/>
                  </a:solidFill>
                </a:rPr>
                <a:t>介质磁化后的附加磁感强度</a:t>
              </a:r>
            </a:p>
          </p:txBody>
        </p:sp>
      </p:grpSp>
      <p:sp>
        <p:nvSpPr>
          <p:cNvPr id="157703" name="Line 7"/>
          <p:cNvSpPr>
            <a:spLocks noChangeShapeType="1"/>
          </p:cNvSpPr>
          <p:nvPr/>
        </p:nvSpPr>
        <p:spPr bwMode="auto">
          <a:xfrm flipH="1" flipV="1">
            <a:off x="6324600" y="2362200"/>
            <a:ext cx="533400" cy="457200"/>
          </a:xfrm>
          <a:prstGeom prst="line">
            <a:avLst/>
          </a:prstGeom>
          <a:noFill/>
          <a:ln w="38100">
            <a:noFill/>
            <a:miter lim="800000"/>
            <a:headEnd/>
            <a:tailEnd type="triangle" w="med" len="med"/>
          </a:ln>
          <a:effectLst/>
        </p:spPr>
        <p:txBody>
          <a:bodyPr wrap="none" anchor="ctr"/>
          <a:lstStyle/>
          <a:p>
            <a:endParaRPr lang="zh-CN" altLang="en-US" sz="2800"/>
          </a:p>
        </p:txBody>
      </p:sp>
      <p:grpSp>
        <p:nvGrpSpPr>
          <p:cNvPr id="3" name="Group 8"/>
          <p:cNvGrpSpPr>
            <a:grpSpLocks/>
          </p:cNvGrpSpPr>
          <p:nvPr/>
        </p:nvGrpSpPr>
        <p:grpSpPr bwMode="auto">
          <a:xfrm>
            <a:off x="4191000" y="2438400"/>
            <a:ext cx="1752600" cy="1447800"/>
            <a:chOff x="2352" y="1296"/>
            <a:chExt cx="1104" cy="912"/>
          </a:xfrm>
        </p:grpSpPr>
        <p:sp>
          <p:nvSpPr>
            <p:cNvPr id="157705" name="AutoShape 9"/>
            <p:cNvSpPr>
              <a:spLocks noChangeArrowheads="1"/>
            </p:cNvSpPr>
            <p:nvPr/>
          </p:nvSpPr>
          <p:spPr bwMode="auto">
            <a:xfrm>
              <a:off x="2352" y="1536"/>
              <a:ext cx="1104" cy="672"/>
            </a:xfrm>
            <a:prstGeom prst="wedgeRectCallout">
              <a:avLst>
                <a:gd name="adj1" fmla="val -13588"/>
                <a:gd name="adj2" fmla="val -111310"/>
              </a:avLst>
            </a:prstGeom>
            <a:gradFill rotWithShape="0">
              <a:gsLst>
                <a:gs pos="0">
                  <a:schemeClr val="bg1"/>
                </a:gs>
                <a:gs pos="100000">
                  <a:schemeClr val="folHlink"/>
                </a:gs>
              </a:gsLst>
              <a:lin ang="5400000" scaled="1"/>
            </a:gradFill>
            <a:ln w="9525">
              <a:solidFill>
                <a:srgbClr val="9900CC"/>
              </a:solidFill>
              <a:miter lim="800000"/>
              <a:headEnd/>
              <a:tailEnd/>
            </a:ln>
            <a:effectLst/>
          </p:spPr>
          <p:txBody>
            <a:bodyPr/>
            <a:lstStyle/>
            <a:p>
              <a:pPr algn="ctr"/>
              <a:endParaRPr lang="zh-CN" altLang="en-US" sz="2800">
                <a:solidFill>
                  <a:srgbClr val="1C1C1C"/>
                </a:solidFill>
              </a:endParaRPr>
            </a:p>
          </p:txBody>
        </p:sp>
        <p:grpSp>
          <p:nvGrpSpPr>
            <p:cNvPr id="4" name="Group 10"/>
            <p:cNvGrpSpPr>
              <a:grpSpLocks/>
            </p:cNvGrpSpPr>
            <p:nvPr/>
          </p:nvGrpSpPr>
          <p:grpSpPr bwMode="auto">
            <a:xfrm>
              <a:off x="2400" y="1296"/>
              <a:ext cx="1056" cy="884"/>
              <a:chOff x="2640" y="1344"/>
              <a:chExt cx="1056" cy="884"/>
            </a:xfrm>
          </p:grpSpPr>
          <p:sp>
            <p:nvSpPr>
              <p:cNvPr id="157707" name="Text Box 11"/>
              <p:cNvSpPr txBox="1">
                <a:spLocks noChangeArrowheads="1"/>
              </p:cNvSpPr>
              <p:nvPr/>
            </p:nvSpPr>
            <p:spPr bwMode="auto">
              <a:xfrm>
                <a:off x="2640" y="1632"/>
                <a:ext cx="1056" cy="596"/>
              </a:xfrm>
              <a:prstGeom prst="rect">
                <a:avLst/>
              </a:prstGeom>
              <a:noFill/>
              <a:ln w="19050">
                <a:noFill/>
                <a:miter lim="800000"/>
                <a:headEnd/>
                <a:tailEnd/>
              </a:ln>
              <a:effectLst/>
            </p:spPr>
            <p:txBody>
              <a:bodyPr>
                <a:spAutoFit/>
              </a:bodyPr>
              <a:lstStyle/>
              <a:p>
                <a:pPr>
                  <a:spcBef>
                    <a:spcPct val="50000"/>
                  </a:spcBef>
                </a:pPr>
                <a:r>
                  <a:rPr kumimoji="1" lang="zh-CN" altLang="en-US" sz="2800">
                    <a:solidFill>
                      <a:schemeClr val="tx1"/>
                    </a:solidFill>
                  </a:rPr>
                  <a:t>真空中的磁感强度</a:t>
                </a:r>
              </a:p>
            </p:txBody>
          </p:sp>
          <p:sp>
            <p:nvSpPr>
              <p:cNvPr id="157708" name="Line 12"/>
              <p:cNvSpPr>
                <a:spLocks noChangeShapeType="1"/>
              </p:cNvSpPr>
              <p:nvPr/>
            </p:nvSpPr>
            <p:spPr bwMode="auto">
              <a:xfrm flipV="1">
                <a:off x="3072" y="1344"/>
                <a:ext cx="1" cy="528"/>
              </a:xfrm>
              <a:prstGeom prst="line">
                <a:avLst/>
              </a:prstGeom>
              <a:noFill/>
              <a:ln w="38100">
                <a:noFill/>
                <a:miter lim="800000"/>
                <a:headEnd/>
                <a:tailEnd type="triangle" w="med" len="med"/>
              </a:ln>
              <a:effectLst/>
            </p:spPr>
            <p:txBody>
              <a:bodyPr wrap="none" anchor="ctr"/>
              <a:lstStyle/>
              <a:p>
                <a:endParaRPr lang="zh-CN" altLang="en-US" sz="2800"/>
              </a:p>
            </p:txBody>
          </p:sp>
        </p:grpSp>
      </p:grpSp>
      <p:grpSp>
        <p:nvGrpSpPr>
          <p:cNvPr id="5" name="Group 13"/>
          <p:cNvGrpSpPr>
            <a:grpSpLocks/>
          </p:cNvGrpSpPr>
          <p:nvPr/>
        </p:nvGrpSpPr>
        <p:grpSpPr bwMode="auto">
          <a:xfrm>
            <a:off x="1371600" y="2895600"/>
            <a:ext cx="2286000" cy="1066800"/>
            <a:chOff x="576" y="1584"/>
            <a:chExt cx="1440" cy="672"/>
          </a:xfrm>
        </p:grpSpPr>
        <p:sp>
          <p:nvSpPr>
            <p:cNvPr id="157710" name="AutoShape 14"/>
            <p:cNvSpPr>
              <a:spLocks noChangeArrowheads="1"/>
            </p:cNvSpPr>
            <p:nvPr/>
          </p:nvSpPr>
          <p:spPr bwMode="auto">
            <a:xfrm>
              <a:off x="576" y="1584"/>
              <a:ext cx="1440" cy="672"/>
            </a:xfrm>
            <a:prstGeom prst="wedgeRectCallout">
              <a:avLst>
                <a:gd name="adj1" fmla="val 46319"/>
                <a:gd name="adj2" fmla="val -125148"/>
              </a:avLst>
            </a:prstGeom>
            <a:gradFill rotWithShape="0">
              <a:gsLst>
                <a:gs pos="0">
                  <a:schemeClr val="bg1"/>
                </a:gs>
                <a:gs pos="100000">
                  <a:srgbClr val="FFCCFF"/>
                </a:gs>
              </a:gsLst>
              <a:lin ang="5400000" scaled="1"/>
            </a:gradFill>
            <a:ln w="9525">
              <a:solidFill>
                <a:srgbClr val="D60093"/>
              </a:solidFill>
              <a:miter lim="800000"/>
              <a:headEnd/>
              <a:tailEnd/>
            </a:ln>
            <a:effectLst/>
          </p:spPr>
          <p:txBody>
            <a:bodyPr/>
            <a:lstStyle/>
            <a:p>
              <a:pPr algn="ctr"/>
              <a:endParaRPr lang="zh-CN" altLang="en-US" sz="2800">
                <a:solidFill>
                  <a:srgbClr val="1C1C1C"/>
                </a:solidFill>
              </a:endParaRPr>
            </a:p>
          </p:txBody>
        </p:sp>
        <p:sp>
          <p:nvSpPr>
            <p:cNvPr id="157711" name="Text Box 15"/>
            <p:cNvSpPr txBox="1">
              <a:spLocks noChangeArrowheads="1"/>
            </p:cNvSpPr>
            <p:nvPr/>
          </p:nvSpPr>
          <p:spPr bwMode="auto">
            <a:xfrm>
              <a:off x="672" y="1666"/>
              <a:ext cx="1344" cy="542"/>
            </a:xfrm>
            <a:prstGeom prst="rect">
              <a:avLst/>
            </a:prstGeom>
            <a:noFill/>
            <a:ln w="19050">
              <a:noFill/>
              <a:miter lim="800000"/>
              <a:headEnd/>
              <a:tailEnd/>
            </a:ln>
            <a:effectLst/>
          </p:spPr>
          <p:txBody>
            <a:bodyPr>
              <a:spAutoFit/>
            </a:bodyPr>
            <a:lstStyle/>
            <a:p>
              <a:pPr>
                <a:lnSpc>
                  <a:spcPct val="90000"/>
                </a:lnSpc>
                <a:spcBef>
                  <a:spcPct val="50000"/>
                </a:spcBef>
              </a:pPr>
              <a:r>
                <a:rPr kumimoji="1" lang="zh-CN" altLang="en-US" sz="2800">
                  <a:solidFill>
                    <a:schemeClr val="tx1"/>
                  </a:solidFill>
                </a:rPr>
                <a:t> 磁介质中的总磁感强度</a:t>
              </a:r>
            </a:p>
          </p:txBody>
        </p:sp>
      </p:grpSp>
      <p:grpSp>
        <p:nvGrpSpPr>
          <p:cNvPr id="6" name="Group 16"/>
          <p:cNvGrpSpPr>
            <a:grpSpLocks/>
          </p:cNvGrpSpPr>
          <p:nvPr/>
        </p:nvGrpSpPr>
        <p:grpSpPr bwMode="auto">
          <a:xfrm>
            <a:off x="873125" y="4114800"/>
            <a:ext cx="3124200" cy="1511300"/>
            <a:chOff x="694" y="2496"/>
            <a:chExt cx="1968" cy="952"/>
          </a:xfrm>
        </p:grpSpPr>
        <p:sp>
          <p:nvSpPr>
            <p:cNvPr id="157713" name="Text Box 17"/>
            <p:cNvSpPr txBox="1">
              <a:spLocks noChangeArrowheads="1"/>
            </p:cNvSpPr>
            <p:nvPr/>
          </p:nvSpPr>
          <p:spPr bwMode="auto">
            <a:xfrm>
              <a:off x="694" y="2544"/>
              <a:ext cx="1418"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顺磁质 </a:t>
              </a:r>
              <a:endParaRPr kumimoji="1" lang="zh-CN" altLang="en-US" sz="2800">
                <a:solidFill>
                  <a:srgbClr val="A50021"/>
                </a:solidFill>
              </a:endParaRPr>
            </a:p>
          </p:txBody>
        </p:sp>
        <p:graphicFrame>
          <p:nvGraphicFramePr>
            <p:cNvPr id="157714" name="Object 18"/>
            <p:cNvGraphicFramePr>
              <a:graphicFrameLocks noChangeAspect="1"/>
            </p:cNvGraphicFramePr>
            <p:nvPr/>
          </p:nvGraphicFramePr>
          <p:xfrm>
            <a:off x="1702" y="2496"/>
            <a:ext cx="960" cy="520"/>
          </p:xfrm>
          <a:graphic>
            <a:graphicData uri="http://schemas.openxmlformats.org/presentationml/2006/ole">
              <p:oleObj spid="_x0000_s1095684" name="公式" r:id="rId4" imgW="444240" imgH="241200" progId="Equation.3">
                <p:embed/>
              </p:oleObj>
            </a:graphicData>
          </a:graphic>
        </p:graphicFrame>
        <p:graphicFrame>
          <p:nvGraphicFramePr>
            <p:cNvPr id="157715" name="Object 19"/>
            <p:cNvGraphicFramePr>
              <a:graphicFrameLocks noChangeAspect="1"/>
            </p:cNvGraphicFramePr>
            <p:nvPr/>
          </p:nvGraphicFramePr>
          <p:xfrm>
            <a:off x="1702" y="2928"/>
            <a:ext cx="960" cy="520"/>
          </p:xfrm>
          <a:graphic>
            <a:graphicData uri="http://schemas.openxmlformats.org/presentationml/2006/ole">
              <p:oleObj spid="_x0000_s1095685" name="公式" r:id="rId5" imgW="444240" imgH="241200" progId="Equation.3">
                <p:embed/>
              </p:oleObj>
            </a:graphicData>
          </a:graphic>
        </p:graphicFrame>
        <p:sp>
          <p:nvSpPr>
            <p:cNvPr id="157716" name="Rectangle 20"/>
            <p:cNvSpPr>
              <a:spLocks noChangeArrowheads="1"/>
            </p:cNvSpPr>
            <p:nvPr/>
          </p:nvSpPr>
          <p:spPr bwMode="auto">
            <a:xfrm>
              <a:off x="694" y="3024"/>
              <a:ext cx="1034" cy="327"/>
            </a:xfrm>
            <a:prstGeom prst="rect">
              <a:avLst/>
            </a:prstGeom>
            <a:noFill/>
            <a:ln w="9525">
              <a:noFill/>
              <a:miter lim="800000"/>
              <a:headEnd/>
              <a:tailEnd/>
            </a:ln>
            <a:effectLst/>
          </p:spPr>
          <p:txBody>
            <a:bodyPr>
              <a:spAutoFit/>
            </a:bodyPr>
            <a:lstStyle/>
            <a:p>
              <a:r>
                <a:rPr kumimoji="1" lang="zh-CN" altLang="en-US" sz="2800">
                  <a:solidFill>
                    <a:srgbClr val="0000FF"/>
                  </a:solidFill>
                </a:rPr>
                <a:t>抗</a:t>
              </a:r>
              <a:r>
                <a:rPr kumimoji="1" lang="zh-CN" altLang="en-US" sz="2800">
                  <a:solidFill>
                    <a:schemeClr val="tx1"/>
                  </a:solidFill>
                </a:rPr>
                <a:t>磁质</a:t>
              </a:r>
              <a:endParaRPr kumimoji="1" lang="zh-CN" altLang="en-US" sz="2800">
                <a:solidFill>
                  <a:srgbClr val="3333CC"/>
                </a:solidFill>
              </a:endParaRPr>
            </a:p>
          </p:txBody>
        </p:sp>
      </p:grpSp>
      <p:grpSp>
        <p:nvGrpSpPr>
          <p:cNvPr id="7" name="Group 21"/>
          <p:cNvGrpSpPr>
            <a:grpSpLocks/>
          </p:cNvGrpSpPr>
          <p:nvPr/>
        </p:nvGrpSpPr>
        <p:grpSpPr bwMode="auto">
          <a:xfrm>
            <a:off x="838200" y="5638800"/>
            <a:ext cx="7010400" cy="762000"/>
            <a:chOff x="672" y="3456"/>
            <a:chExt cx="4368" cy="443"/>
          </a:xfrm>
        </p:grpSpPr>
        <p:graphicFrame>
          <p:nvGraphicFramePr>
            <p:cNvPr id="157718" name="Object 22"/>
            <p:cNvGraphicFramePr>
              <a:graphicFrameLocks noChangeAspect="1"/>
            </p:cNvGraphicFramePr>
            <p:nvPr/>
          </p:nvGraphicFramePr>
          <p:xfrm>
            <a:off x="1728" y="3456"/>
            <a:ext cx="864" cy="443"/>
          </p:xfrm>
          <a:graphic>
            <a:graphicData uri="http://schemas.openxmlformats.org/presentationml/2006/ole">
              <p:oleObj spid="_x0000_s1095683" name="公式" r:id="rId6" imgW="520560" imgH="241200" progId="Equation.3">
                <p:embed/>
              </p:oleObj>
            </a:graphicData>
          </a:graphic>
        </p:graphicFrame>
        <p:sp>
          <p:nvSpPr>
            <p:cNvPr id="157719" name="Rectangle 23"/>
            <p:cNvSpPr>
              <a:spLocks noChangeArrowheads="1"/>
            </p:cNvSpPr>
            <p:nvPr/>
          </p:nvSpPr>
          <p:spPr bwMode="auto">
            <a:xfrm>
              <a:off x="672" y="3504"/>
              <a:ext cx="1968" cy="302"/>
            </a:xfrm>
            <a:prstGeom prst="rect">
              <a:avLst/>
            </a:prstGeom>
            <a:noFill/>
            <a:ln w="9525">
              <a:noFill/>
              <a:miter lim="800000"/>
              <a:headEnd/>
              <a:tailEnd/>
            </a:ln>
            <a:effectLst/>
          </p:spPr>
          <p:txBody>
            <a:bodyPr>
              <a:spAutoFit/>
            </a:bodyPr>
            <a:lstStyle/>
            <a:p>
              <a:r>
                <a:rPr kumimoji="1" lang="zh-CN" altLang="en-US" sz="2800">
                  <a:solidFill>
                    <a:srgbClr val="CC3300"/>
                  </a:solidFill>
                </a:rPr>
                <a:t>铁</a:t>
              </a:r>
              <a:r>
                <a:rPr kumimoji="1" lang="zh-CN" altLang="en-US" sz="2800">
                  <a:solidFill>
                    <a:schemeClr val="tx1"/>
                  </a:solidFill>
                </a:rPr>
                <a:t>磁质</a:t>
              </a:r>
              <a:endParaRPr kumimoji="1" lang="zh-CN" altLang="en-US" sz="2800">
                <a:solidFill>
                  <a:srgbClr val="A50021"/>
                </a:solidFill>
              </a:endParaRPr>
            </a:p>
          </p:txBody>
        </p:sp>
        <p:sp>
          <p:nvSpPr>
            <p:cNvPr id="157720" name="Text Box 24"/>
            <p:cNvSpPr txBox="1">
              <a:spLocks noChangeArrowheads="1"/>
            </p:cNvSpPr>
            <p:nvPr/>
          </p:nvSpPr>
          <p:spPr bwMode="auto">
            <a:xfrm>
              <a:off x="2818" y="3504"/>
              <a:ext cx="2222" cy="302"/>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（铁、钴、镍等）</a:t>
              </a:r>
            </a:p>
          </p:txBody>
        </p:sp>
      </p:grpSp>
      <p:grpSp>
        <p:nvGrpSpPr>
          <p:cNvPr id="8" name="Group 25"/>
          <p:cNvGrpSpPr>
            <a:grpSpLocks/>
          </p:cNvGrpSpPr>
          <p:nvPr/>
        </p:nvGrpSpPr>
        <p:grpSpPr bwMode="auto">
          <a:xfrm>
            <a:off x="4267200" y="4191000"/>
            <a:ext cx="4643438" cy="1204913"/>
            <a:chOff x="2832" y="2544"/>
            <a:chExt cx="2925" cy="759"/>
          </a:xfrm>
        </p:grpSpPr>
        <p:sp>
          <p:nvSpPr>
            <p:cNvPr id="157722" name="Text Box 26"/>
            <p:cNvSpPr txBox="1">
              <a:spLocks noChangeArrowheads="1"/>
            </p:cNvSpPr>
            <p:nvPr/>
          </p:nvSpPr>
          <p:spPr bwMode="auto">
            <a:xfrm>
              <a:off x="2832" y="2544"/>
              <a:ext cx="2544"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（铝、氧、锰等）</a:t>
              </a:r>
            </a:p>
          </p:txBody>
        </p:sp>
        <p:sp>
          <p:nvSpPr>
            <p:cNvPr id="157723" name="Text Box 27"/>
            <p:cNvSpPr txBox="1">
              <a:spLocks noChangeArrowheads="1"/>
            </p:cNvSpPr>
            <p:nvPr/>
          </p:nvSpPr>
          <p:spPr bwMode="auto">
            <a:xfrm>
              <a:off x="2854" y="2976"/>
              <a:ext cx="2282"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（铜、铋、氢等）</a:t>
              </a:r>
            </a:p>
          </p:txBody>
        </p:sp>
        <p:sp>
          <p:nvSpPr>
            <p:cNvPr id="157724" name="Text Box 28"/>
            <p:cNvSpPr txBox="1">
              <a:spLocks noChangeArrowheads="1"/>
            </p:cNvSpPr>
            <p:nvPr/>
          </p:nvSpPr>
          <p:spPr bwMode="auto">
            <a:xfrm>
              <a:off x="4966" y="2736"/>
              <a:ext cx="791" cy="327"/>
            </a:xfrm>
            <a:prstGeom prst="rect">
              <a:avLst/>
            </a:prstGeom>
            <a:noFill/>
            <a:ln w="9525">
              <a:noFill/>
              <a:miter lim="800000"/>
              <a:headEnd/>
              <a:tailEnd/>
            </a:ln>
            <a:effectLst/>
          </p:spPr>
          <p:txBody>
            <a:bodyPr wrap="none">
              <a:spAutoFit/>
            </a:bodyPr>
            <a:lstStyle/>
            <a:p>
              <a:pPr>
                <a:spcBef>
                  <a:spcPct val="50000"/>
                </a:spcBef>
              </a:pPr>
              <a:r>
                <a:rPr kumimoji="1" lang="zh-CN" altLang="en-US" sz="2800">
                  <a:solidFill>
                    <a:schemeClr val="tx1"/>
                  </a:solidFill>
                </a:rPr>
                <a:t>弱磁质</a:t>
              </a:r>
            </a:p>
          </p:txBody>
        </p:sp>
        <p:sp>
          <p:nvSpPr>
            <p:cNvPr id="157725" name="AutoShape 29"/>
            <p:cNvSpPr>
              <a:spLocks/>
            </p:cNvSpPr>
            <p:nvPr/>
          </p:nvSpPr>
          <p:spPr bwMode="auto">
            <a:xfrm>
              <a:off x="4752" y="2688"/>
              <a:ext cx="144" cy="432"/>
            </a:xfrm>
            <a:prstGeom prst="rightBrace">
              <a:avLst>
                <a:gd name="adj1" fmla="val 25000"/>
                <a:gd name="adj2" fmla="val 50000"/>
              </a:avLst>
            </a:prstGeom>
            <a:noFill/>
            <a:ln w="28575">
              <a:solidFill>
                <a:srgbClr val="FF0000"/>
              </a:solidFill>
              <a:miter lim="800000"/>
              <a:headEnd/>
              <a:tailEnd/>
            </a:ln>
            <a:effectLst/>
          </p:spPr>
          <p:txBody>
            <a:bodyPr wrap="none" anchor="ctr"/>
            <a:lstStyle/>
            <a:p>
              <a:endParaRPr lang="zh-CN" altLang="en-US" sz="2800"/>
            </a:p>
          </p:txBody>
        </p:sp>
      </p:grpSp>
      <p:sp>
        <p:nvSpPr>
          <p:cNvPr id="157726" name="Rectangle 30"/>
          <p:cNvSpPr>
            <a:spLocks noChangeArrowheads="1"/>
          </p:cNvSpPr>
          <p:nvPr/>
        </p:nvSpPr>
        <p:spPr bwMode="auto">
          <a:xfrm>
            <a:off x="890588" y="1538288"/>
            <a:ext cx="2233612" cy="519112"/>
          </a:xfrm>
          <a:prstGeom prst="rect">
            <a:avLst/>
          </a:prstGeom>
          <a:noFill/>
          <a:ln w="9525">
            <a:noFill/>
            <a:miter lim="800000"/>
            <a:headEnd/>
            <a:tailEnd/>
          </a:ln>
          <a:effectLst/>
        </p:spPr>
        <p:txBody>
          <a:bodyPr>
            <a:spAutoFit/>
          </a:bodyPr>
          <a:lstStyle/>
          <a:p>
            <a:r>
              <a:rPr kumimoji="1" lang="zh-CN" altLang="en-US" sz="2800">
                <a:solidFill>
                  <a:srgbClr val="CC0000"/>
                </a:solidFill>
              </a:rPr>
              <a:t>1   </a:t>
            </a:r>
            <a:r>
              <a:rPr kumimoji="1" lang="zh-CN" altLang="en-US" sz="2800">
                <a:solidFill>
                  <a:schemeClr val="tx1"/>
                </a:solidFill>
              </a:rPr>
              <a:t>磁介质</a:t>
            </a:r>
          </a:p>
        </p:txBody>
      </p:sp>
      <p:sp>
        <p:nvSpPr>
          <p:cNvPr id="31" name="Rectangle 16"/>
          <p:cNvSpPr>
            <a:spLocks noChangeArrowheads="1"/>
          </p:cNvSpPr>
          <p:nvPr/>
        </p:nvSpPr>
        <p:spPr bwMode="auto">
          <a:xfrm>
            <a:off x="152400" y="152400"/>
            <a:ext cx="6477000" cy="646331"/>
          </a:xfrm>
          <a:prstGeom prst="rect">
            <a:avLst/>
          </a:prstGeom>
          <a:noFill/>
          <a:ln w="9525">
            <a:noFill/>
            <a:miter lim="800000"/>
            <a:headEnd/>
            <a:tailEnd/>
          </a:ln>
        </p:spPr>
        <p:txBody>
          <a:bodyPr wrap="square">
            <a:spAutoFit/>
          </a:bodyPr>
          <a:lstStyle/>
          <a:p>
            <a:pPr eaLnBrk="0" hangingPunct="0"/>
            <a:r>
              <a:rPr lang="en-US" altLang="zh-CN" sz="3600" b="1" dirty="0" smtClean="0">
                <a:solidFill>
                  <a:srgbClr val="000066"/>
                </a:solidFill>
                <a:latin typeface="+mn-ea"/>
                <a:cs typeface="Times New Roman"/>
              </a:rPr>
              <a:t>§</a:t>
            </a:r>
            <a:r>
              <a:rPr lang="en-US" altLang="zh-CN" sz="3600" b="1" dirty="0" smtClean="0">
                <a:solidFill>
                  <a:srgbClr val="000066"/>
                </a:solidFill>
                <a:latin typeface="+mj-ea"/>
                <a:ea typeface="+mj-ea"/>
                <a:cs typeface="Times New Roman"/>
              </a:rPr>
              <a:t>11</a:t>
            </a:r>
            <a:r>
              <a:rPr lang="en-US" altLang="zh-CN" sz="3600" b="1" dirty="0" smtClean="0">
                <a:solidFill>
                  <a:srgbClr val="000066"/>
                </a:solidFill>
                <a:latin typeface="+mj-ea"/>
                <a:ea typeface="+mj-ea"/>
              </a:rPr>
              <a:t>-9 </a:t>
            </a:r>
            <a:r>
              <a:rPr lang="zh-CN" altLang="en-US" sz="3600" b="1" smtClean="0">
                <a:solidFill>
                  <a:srgbClr val="000066"/>
                </a:solidFill>
                <a:latin typeface="+mj-ea"/>
                <a:ea typeface="+mj-ea"/>
                <a:cs typeface="Times New Roman"/>
              </a:rPr>
              <a:t>磁场中的介质</a:t>
            </a:r>
            <a:endParaRPr lang="en-US" altLang="zh-CN" sz="3600" b="1" dirty="0">
              <a:solidFill>
                <a:srgbClr val="000066"/>
              </a:solidFill>
              <a:latin typeface="+mj-ea"/>
              <a:ea typeface="+mj-ea"/>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7726"/>
                                        </p:tgtEl>
                                        <p:attrNameLst>
                                          <p:attrName>style.visibility</p:attrName>
                                        </p:attrNameLst>
                                      </p:cBhvr>
                                      <p:to>
                                        <p:strVal val="visible"/>
                                      </p:to>
                                    </p:set>
                                    <p:animEffect transition="in" filter="blinds(horizontal)">
                                      <p:cBhvr>
                                        <p:cTn id="7" dur="500"/>
                                        <p:tgtEl>
                                          <p:spTgt spid="1577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57699"/>
                                        </p:tgtEl>
                                        <p:attrNameLst>
                                          <p:attrName>style.visibility</p:attrName>
                                        </p:attrNameLst>
                                      </p:cBhvr>
                                      <p:to>
                                        <p:strVal val="visible"/>
                                      </p:to>
                                    </p:set>
                                    <p:animEffect transition="in" filter="blinds(vertical)">
                                      <p:cBhvr>
                                        <p:cTn id="12" dur="500"/>
                                        <p:tgtEl>
                                          <p:spTgt spid="15769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arn(outVertic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arn(outVertical)">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2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8722" name="Object 2"/>
          <p:cNvGraphicFramePr>
            <a:graphicFrameLocks noChangeAspect="1"/>
          </p:cNvGraphicFramePr>
          <p:nvPr/>
        </p:nvGraphicFramePr>
        <p:xfrm>
          <a:off x="6019800" y="1293813"/>
          <a:ext cx="2133600" cy="687387"/>
        </p:xfrm>
        <a:graphic>
          <a:graphicData uri="http://schemas.openxmlformats.org/presentationml/2006/ole">
            <p:oleObj spid="_x0000_s1096706" name="Equation" r:id="rId3" imgW="1180800" imgH="380880" progId="Equation.3">
              <p:embed/>
            </p:oleObj>
          </a:graphicData>
        </a:graphic>
      </p:graphicFrame>
      <p:grpSp>
        <p:nvGrpSpPr>
          <p:cNvPr id="2" name="Group 3"/>
          <p:cNvGrpSpPr>
            <a:grpSpLocks/>
          </p:cNvGrpSpPr>
          <p:nvPr/>
        </p:nvGrpSpPr>
        <p:grpSpPr bwMode="auto">
          <a:xfrm>
            <a:off x="957549" y="2024063"/>
            <a:ext cx="7356189" cy="4529137"/>
            <a:chOff x="384" y="1104"/>
            <a:chExt cx="4944" cy="3043"/>
          </a:xfrm>
        </p:grpSpPr>
        <p:sp>
          <p:nvSpPr>
            <p:cNvPr id="158724" name="Rectangle 4"/>
            <p:cNvSpPr>
              <a:spLocks noChangeArrowheads="1"/>
            </p:cNvSpPr>
            <p:nvPr/>
          </p:nvSpPr>
          <p:spPr bwMode="auto">
            <a:xfrm>
              <a:off x="384" y="1104"/>
              <a:ext cx="4944" cy="3024"/>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sp>
          <p:nvSpPr>
            <p:cNvPr id="158725" name="Text Box 5"/>
            <p:cNvSpPr txBox="1">
              <a:spLocks noChangeArrowheads="1"/>
            </p:cNvSpPr>
            <p:nvPr/>
          </p:nvSpPr>
          <p:spPr bwMode="auto">
            <a:xfrm>
              <a:off x="1248" y="3792"/>
              <a:ext cx="1536" cy="355"/>
            </a:xfrm>
            <a:prstGeom prst="rect">
              <a:avLst/>
            </a:prstGeom>
            <a:gradFill rotWithShape="0">
              <a:gsLst>
                <a:gs pos="0">
                  <a:schemeClr val="accent1"/>
                </a:gs>
                <a:gs pos="50000">
                  <a:srgbClr val="FFFFFF"/>
                </a:gs>
                <a:gs pos="100000">
                  <a:schemeClr val="accent1"/>
                </a:gs>
              </a:gsLst>
              <a:lin ang="5400000" scaled="1"/>
            </a:gradFill>
            <a:ln w="9525">
              <a:solidFill>
                <a:srgbClr val="008000"/>
              </a:solidFill>
              <a:miter lim="800000"/>
              <a:headEnd/>
              <a:tailEnd/>
            </a:ln>
            <a:effectLst/>
          </p:spPr>
          <p:txBody>
            <a:bodyPr>
              <a:spAutoFit/>
            </a:bodyPr>
            <a:lstStyle/>
            <a:p>
              <a:pPr algn="ctr">
                <a:spcBef>
                  <a:spcPct val="50000"/>
                </a:spcBef>
              </a:pPr>
              <a:r>
                <a:rPr kumimoji="1" lang="zh-CN" altLang="en-US" sz="2800"/>
                <a:t>无外磁场</a:t>
              </a:r>
            </a:p>
          </p:txBody>
        </p:sp>
        <p:sp>
          <p:nvSpPr>
            <p:cNvPr id="158726" name="Text Box 6"/>
            <p:cNvSpPr txBox="1">
              <a:spLocks noChangeArrowheads="1"/>
            </p:cNvSpPr>
            <p:nvPr/>
          </p:nvSpPr>
          <p:spPr bwMode="auto">
            <a:xfrm>
              <a:off x="401" y="1104"/>
              <a:ext cx="414" cy="3024"/>
            </a:xfrm>
            <a:prstGeom prst="rect">
              <a:avLst/>
            </a:prstGeom>
            <a:gradFill rotWithShape="0">
              <a:gsLst>
                <a:gs pos="0">
                  <a:srgbClr val="FFDDFF"/>
                </a:gs>
                <a:gs pos="50000">
                  <a:srgbClr val="FFFFFF"/>
                </a:gs>
                <a:gs pos="100000">
                  <a:srgbClr val="FFDDFF"/>
                </a:gs>
              </a:gsLst>
              <a:lin ang="0" scaled="1"/>
            </a:gradFill>
            <a:ln w="12700">
              <a:solidFill>
                <a:srgbClr val="CC00CC"/>
              </a:solidFill>
              <a:miter lim="800000"/>
              <a:headEnd/>
              <a:tailEnd/>
            </a:ln>
            <a:effectLst/>
          </p:spPr>
          <p:txBody>
            <a:bodyPr vert="eaVert">
              <a:spAutoFit/>
            </a:bodyPr>
            <a:lstStyle/>
            <a:p>
              <a:pPr algn="ctr">
                <a:spcBef>
                  <a:spcPct val="50000"/>
                </a:spcBef>
              </a:pPr>
              <a:r>
                <a:rPr kumimoji="1" lang="zh-CN" altLang="en-US" sz="2800"/>
                <a:t>顺 磁 质 的 磁 化</a:t>
              </a:r>
            </a:p>
          </p:txBody>
        </p:sp>
        <p:grpSp>
          <p:nvGrpSpPr>
            <p:cNvPr id="3" name="Group 7"/>
            <p:cNvGrpSpPr>
              <a:grpSpLocks/>
            </p:cNvGrpSpPr>
            <p:nvPr/>
          </p:nvGrpSpPr>
          <p:grpSpPr bwMode="auto">
            <a:xfrm>
              <a:off x="1392" y="1152"/>
              <a:ext cx="1254" cy="2521"/>
              <a:chOff x="1296" y="1104"/>
              <a:chExt cx="1254" cy="2521"/>
            </a:xfrm>
          </p:grpSpPr>
          <p:sp>
            <p:nvSpPr>
              <p:cNvPr id="158728" name="AutoShape 8"/>
              <p:cNvSpPr>
                <a:spLocks noChangeArrowheads="1"/>
              </p:cNvSpPr>
              <p:nvPr/>
            </p:nvSpPr>
            <p:spPr bwMode="auto">
              <a:xfrm>
                <a:off x="1296" y="1119"/>
                <a:ext cx="1254" cy="2506"/>
              </a:xfrm>
              <a:prstGeom prst="can">
                <a:avLst>
                  <a:gd name="adj" fmla="val 50561"/>
                </a:avLst>
              </a:prstGeom>
              <a:gradFill rotWithShape="0">
                <a:gsLst>
                  <a:gs pos="0">
                    <a:srgbClr val="B7ECFD"/>
                  </a:gs>
                  <a:gs pos="50000">
                    <a:srgbClr val="FFFFFF"/>
                  </a:gs>
                  <a:gs pos="100000">
                    <a:srgbClr val="B7ECFD"/>
                  </a:gs>
                </a:gsLst>
                <a:lin ang="0" scaled="1"/>
              </a:gradFill>
              <a:ln w="19050">
                <a:solidFill>
                  <a:srgbClr val="0066FF"/>
                </a:solidFill>
                <a:miter lim="800000"/>
                <a:headEnd/>
                <a:tailEnd/>
              </a:ln>
              <a:effectLst/>
            </p:spPr>
            <p:txBody>
              <a:bodyPr wrap="none" anchor="ctr"/>
              <a:lstStyle/>
              <a:p>
                <a:endParaRPr lang="zh-CN" altLang="en-US" sz="2800"/>
              </a:p>
            </p:txBody>
          </p:sp>
          <p:grpSp>
            <p:nvGrpSpPr>
              <p:cNvPr id="4" name="Group 9"/>
              <p:cNvGrpSpPr>
                <a:grpSpLocks/>
              </p:cNvGrpSpPr>
              <p:nvPr/>
            </p:nvGrpSpPr>
            <p:grpSpPr bwMode="auto">
              <a:xfrm>
                <a:off x="2216" y="2276"/>
                <a:ext cx="167" cy="302"/>
                <a:chOff x="3168" y="2448"/>
                <a:chExt cx="192" cy="336"/>
              </a:xfrm>
            </p:grpSpPr>
            <p:sp>
              <p:nvSpPr>
                <p:cNvPr id="158730" name="Oval 10"/>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31" name="Line 11"/>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5" name="Group 12"/>
              <p:cNvGrpSpPr>
                <a:grpSpLocks/>
              </p:cNvGrpSpPr>
              <p:nvPr/>
            </p:nvGrpSpPr>
            <p:grpSpPr bwMode="auto">
              <a:xfrm rot="5161467">
                <a:off x="2235" y="1956"/>
                <a:ext cx="172" cy="293"/>
                <a:chOff x="3168" y="2448"/>
                <a:chExt cx="192" cy="336"/>
              </a:xfrm>
            </p:grpSpPr>
            <p:sp>
              <p:nvSpPr>
                <p:cNvPr id="158733" name="Oval 13"/>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34" name="Line 14"/>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6" name="Group 15"/>
              <p:cNvGrpSpPr>
                <a:grpSpLocks/>
              </p:cNvGrpSpPr>
              <p:nvPr/>
            </p:nvGrpSpPr>
            <p:grpSpPr bwMode="auto">
              <a:xfrm rot="16200000">
                <a:off x="1397" y="2217"/>
                <a:ext cx="173" cy="292"/>
                <a:chOff x="3168" y="2448"/>
                <a:chExt cx="192" cy="336"/>
              </a:xfrm>
            </p:grpSpPr>
            <p:sp>
              <p:nvSpPr>
                <p:cNvPr id="158736" name="Oval 16"/>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37" name="Line 17"/>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7" name="Group 18"/>
              <p:cNvGrpSpPr>
                <a:grpSpLocks/>
              </p:cNvGrpSpPr>
              <p:nvPr/>
            </p:nvGrpSpPr>
            <p:grpSpPr bwMode="auto">
              <a:xfrm rot="10740882">
                <a:off x="1923" y="1930"/>
                <a:ext cx="167" cy="303"/>
                <a:chOff x="3168" y="2448"/>
                <a:chExt cx="192" cy="336"/>
              </a:xfrm>
            </p:grpSpPr>
            <p:sp>
              <p:nvSpPr>
                <p:cNvPr id="158739" name="Oval 19"/>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40" name="Line 20"/>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8" name="Group 21"/>
              <p:cNvGrpSpPr>
                <a:grpSpLocks/>
              </p:cNvGrpSpPr>
              <p:nvPr/>
            </p:nvGrpSpPr>
            <p:grpSpPr bwMode="auto">
              <a:xfrm>
                <a:off x="1589" y="1844"/>
                <a:ext cx="167" cy="302"/>
                <a:chOff x="3168" y="2448"/>
                <a:chExt cx="192" cy="336"/>
              </a:xfrm>
            </p:grpSpPr>
            <p:sp>
              <p:nvSpPr>
                <p:cNvPr id="158742" name="Oval 22"/>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43" name="Line 23"/>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9" name="Group 24"/>
              <p:cNvGrpSpPr>
                <a:grpSpLocks/>
              </p:cNvGrpSpPr>
              <p:nvPr/>
            </p:nvGrpSpPr>
            <p:grpSpPr bwMode="auto">
              <a:xfrm rot="10740882">
                <a:off x="1630" y="2545"/>
                <a:ext cx="168" cy="302"/>
                <a:chOff x="3168" y="2448"/>
                <a:chExt cx="192" cy="336"/>
              </a:xfrm>
            </p:grpSpPr>
            <p:sp>
              <p:nvSpPr>
                <p:cNvPr id="158745" name="Oval 25"/>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46" name="Line 26"/>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0" name="Group 27"/>
              <p:cNvGrpSpPr>
                <a:grpSpLocks/>
              </p:cNvGrpSpPr>
              <p:nvPr/>
            </p:nvGrpSpPr>
            <p:grpSpPr bwMode="auto">
              <a:xfrm rot="11995084">
                <a:off x="2258" y="3120"/>
                <a:ext cx="167" cy="303"/>
                <a:chOff x="3168" y="2448"/>
                <a:chExt cx="192" cy="336"/>
              </a:xfrm>
            </p:grpSpPr>
            <p:sp>
              <p:nvSpPr>
                <p:cNvPr id="158748" name="Oval 28"/>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49" name="Line 29"/>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1" name="Group 30"/>
              <p:cNvGrpSpPr>
                <a:grpSpLocks/>
              </p:cNvGrpSpPr>
              <p:nvPr/>
            </p:nvGrpSpPr>
            <p:grpSpPr bwMode="auto">
              <a:xfrm rot="10740882">
                <a:off x="1630" y="3169"/>
                <a:ext cx="168" cy="302"/>
                <a:chOff x="3168" y="2448"/>
                <a:chExt cx="192" cy="336"/>
              </a:xfrm>
            </p:grpSpPr>
            <p:sp>
              <p:nvSpPr>
                <p:cNvPr id="158751" name="Oval 31"/>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52" name="Line 32"/>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2" name="Group 33"/>
              <p:cNvGrpSpPr>
                <a:grpSpLocks/>
              </p:cNvGrpSpPr>
              <p:nvPr/>
            </p:nvGrpSpPr>
            <p:grpSpPr bwMode="auto">
              <a:xfrm rot="5161467">
                <a:off x="1983" y="2993"/>
                <a:ext cx="173" cy="293"/>
                <a:chOff x="3168" y="2448"/>
                <a:chExt cx="192" cy="336"/>
              </a:xfrm>
            </p:grpSpPr>
            <p:sp>
              <p:nvSpPr>
                <p:cNvPr id="158754" name="Oval 34"/>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55" name="Line 35"/>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3" name="Group 36"/>
              <p:cNvGrpSpPr>
                <a:grpSpLocks/>
              </p:cNvGrpSpPr>
              <p:nvPr/>
            </p:nvGrpSpPr>
            <p:grpSpPr bwMode="auto">
              <a:xfrm rot="16200000">
                <a:off x="2192" y="2691"/>
                <a:ext cx="173" cy="293"/>
                <a:chOff x="3168" y="2448"/>
                <a:chExt cx="192" cy="336"/>
              </a:xfrm>
            </p:grpSpPr>
            <p:sp>
              <p:nvSpPr>
                <p:cNvPr id="158757" name="Oval 37"/>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58" name="Line 38"/>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4" name="Group 39"/>
              <p:cNvGrpSpPr>
                <a:grpSpLocks/>
              </p:cNvGrpSpPr>
              <p:nvPr/>
            </p:nvGrpSpPr>
            <p:grpSpPr bwMode="auto">
              <a:xfrm rot="17911890">
                <a:off x="1816" y="2259"/>
                <a:ext cx="173" cy="293"/>
                <a:chOff x="3168" y="2448"/>
                <a:chExt cx="192" cy="336"/>
              </a:xfrm>
            </p:grpSpPr>
            <p:sp>
              <p:nvSpPr>
                <p:cNvPr id="158760" name="Oval 40"/>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61" name="Line 41"/>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 name="Group 42"/>
              <p:cNvGrpSpPr>
                <a:grpSpLocks/>
              </p:cNvGrpSpPr>
              <p:nvPr/>
            </p:nvGrpSpPr>
            <p:grpSpPr bwMode="auto">
              <a:xfrm rot="9201165">
                <a:off x="1897" y="2708"/>
                <a:ext cx="167" cy="302"/>
                <a:chOff x="3168" y="2448"/>
                <a:chExt cx="192" cy="336"/>
              </a:xfrm>
            </p:grpSpPr>
            <p:sp>
              <p:nvSpPr>
                <p:cNvPr id="158763" name="Oval 43"/>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64" name="Line 44"/>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6" name="Group 45"/>
              <p:cNvGrpSpPr>
                <a:grpSpLocks/>
              </p:cNvGrpSpPr>
              <p:nvPr/>
            </p:nvGrpSpPr>
            <p:grpSpPr bwMode="auto">
              <a:xfrm rot="23748669">
                <a:off x="1965" y="3269"/>
                <a:ext cx="167" cy="303"/>
                <a:chOff x="3168" y="2448"/>
                <a:chExt cx="192" cy="336"/>
              </a:xfrm>
            </p:grpSpPr>
            <p:sp>
              <p:nvSpPr>
                <p:cNvPr id="158766" name="Oval 46"/>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67" name="Line 47"/>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7" name="Group 48"/>
              <p:cNvGrpSpPr>
                <a:grpSpLocks/>
              </p:cNvGrpSpPr>
              <p:nvPr/>
            </p:nvGrpSpPr>
            <p:grpSpPr bwMode="auto">
              <a:xfrm rot="13707669">
                <a:off x="1397" y="2807"/>
                <a:ext cx="173" cy="292"/>
                <a:chOff x="3168" y="2448"/>
                <a:chExt cx="192" cy="336"/>
              </a:xfrm>
            </p:grpSpPr>
            <p:sp>
              <p:nvSpPr>
                <p:cNvPr id="158769" name="Oval 49"/>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70" name="Line 50"/>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8" name="Group 51"/>
              <p:cNvGrpSpPr>
                <a:grpSpLocks/>
              </p:cNvGrpSpPr>
              <p:nvPr/>
            </p:nvGrpSpPr>
            <p:grpSpPr bwMode="auto">
              <a:xfrm rot="9201165">
                <a:off x="1380" y="1714"/>
                <a:ext cx="167" cy="303"/>
                <a:chOff x="3168" y="2448"/>
                <a:chExt cx="192" cy="336"/>
              </a:xfrm>
            </p:grpSpPr>
            <p:sp>
              <p:nvSpPr>
                <p:cNvPr id="158772" name="Oval 52"/>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73" name="Line 53"/>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9" name="Group 54"/>
              <p:cNvGrpSpPr>
                <a:grpSpLocks/>
              </p:cNvGrpSpPr>
              <p:nvPr/>
            </p:nvGrpSpPr>
            <p:grpSpPr bwMode="auto">
              <a:xfrm rot="13707669">
                <a:off x="2275" y="1698"/>
                <a:ext cx="173" cy="292"/>
                <a:chOff x="3168" y="2448"/>
                <a:chExt cx="192" cy="336"/>
              </a:xfrm>
            </p:grpSpPr>
            <p:sp>
              <p:nvSpPr>
                <p:cNvPr id="158775" name="Oval 55"/>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76" name="Line 56"/>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0" name="Group 57"/>
              <p:cNvGrpSpPr>
                <a:grpSpLocks/>
              </p:cNvGrpSpPr>
              <p:nvPr/>
            </p:nvGrpSpPr>
            <p:grpSpPr bwMode="auto">
              <a:xfrm rot="13707669">
                <a:off x="1452" y="1222"/>
                <a:ext cx="173" cy="293"/>
                <a:chOff x="3168" y="2448"/>
                <a:chExt cx="192" cy="336"/>
              </a:xfrm>
            </p:grpSpPr>
            <p:sp>
              <p:nvSpPr>
                <p:cNvPr id="158778" name="Oval 58"/>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79" name="Line 59"/>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1" name="Group 60"/>
              <p:cNvGrpSpPr>
                <a:grpSpLocks/>
              </p:cNvGrpSpPr>
              <p:nvPr/>
            </p:nvGrpSpPr>
            <p:grpSpPr bwMode="auto">
              <a:xfrm rot="24019856">
                <a:off x="1536" y="1369"/>
                <a:ext cx="167" cy="302"/>
                <a:chOff x="3168" y="2448"/>
                <a:chExt cx="192" cy="336"/>
              </a:xfrm>
            </p:grpSpPr>
            <p:sp>
              <p:nvSpPr>
                <p:cNvPr id="158781" name="Oval 61"/>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82" name="Line 62"/>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2" name="Group 63"/>
              <p:cNvGrpSpPr>
                <a:grpSpLocks/>
              </p:cNvGrpSpPr>
              <p:nvPr/>
            </p:nvGrpSpPr>
            <p:grpSpPr bwMode="auto">
              <a:xfrm rot="33128503">
                <a:off x="1798" y="1498"/>
                <a:ext cx="167" cy="303"/>
                <a:chOff x="3168" y="2448"/>
                <a:chExt cx="192" cy="336"/>
              </a:xfrm>
            </p:grpSpPr>
            <p:sp>
              <p:nvSpPr>
                <p:cNvPr id="158784" name="Oval 64"/>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85" name="Line 65"/>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3" name="Group 66"/>
              <p:cNvGrpSpPr>
                <a:grpSpLocks/>
              </p:cNvGrpSpPr>
              <p:nvPr/>
            </p:nvGrpSpPr>
            <p:grpSpPr bwMode="auto">
              <a:xfrm rot="21869764">
                <a:off x="2090" y="1359"/>
                <a:ext cx="168" cy="302"/>
                <a:chOff x="3168" y="2448"/>
                <a:chExt cx="192" cy="336"/>
              </a:xfrm>
            </p:grpSpPr>
            <p:sp>
              <p:nvSpPr>
                <p:cNvPr id="158787" name="Oval 67"/>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88" name="Line 68"/>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4" name="Group 69"/>
              <p:cNvGrpSpPr>
                <a:grpSpLocks/>
              </p:cNvGrpSpPr>
              <p:nvPr/>
            </p:nvGrpSpPr>
            <p:grpSpPr bwMode="auto">
              <a:xfrm rot="5161467">
                <a:off x="2317" y="1266"/>
                <a:ext cx="173" cy="292"/>
                <a:chOff x="3168" y="2448"/>
                <a:chExt cx="192" cy="336"/>
              </a:xfrm>
            </p:grpSpPr>
            <p:sp>
              <p:nvSpPr>
                <p:cNvPr id="158790" name="Oval 70"/>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91" name="Line 71"/>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5" name="Group 72"/>
              <p:cNvGrpSpPr>
                <a:grpSpLocks/>
              </p:cNvGrpSpPr>
              <p:nvPr/>
            </p:nvGrpSpPr>
            <p:grpSpPr bwMode="auto">
              <a:xfrm>
                <a:off x="1776" y="1104"/>
                <a:ext cx="167" cy="303"/>
                <a:chOff x="3168" y="2448"/>
                <a:chExt cx="192" cy="336"/>
              </a:xfrm>
            </p:grpSpPr>
            <p:sp>
              <p:nvSpPr>
                <p:cNvPr id="158793" name="Oval 73"/>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94" name="Line 74"/>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6" name="Group 75"/>
              <p:cNvGrpSpPr>
                <a:grpSpLocks/>
              </p:cNvGrpSpPr>
              <p:nvPr/>
            </p:nvGrpSpPr>
            <p:grpSpPr bwMode="auto">
              <a:xfrm rot="742897">
                <a:off x="1380" y="3140"/>
                <a:ext cx="167" cy="302"/>
                <a:chOff x="3168" y="2448"/>
                <a:chExt cx="192" cy="336"/>
              </a:xfrm>
            </p:grpSpPr>
            <p:sp>
              <p:nvSpPr>
                <p:cNvPr id="158796" name="Oval 76"/>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797" name="Line 77"/>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27" name="Group 78"/>
              <p:cNvGrpSpPr>
                <a:grpSpLocks/>
              </p:cNvGrpSpPr>
              <p:nvPr/>
            </p:nvGrpSpPr>
            <p:grpSpPr bwMode="auto">
              <a:xfrm rot="17911890">
                <a:off x="1984" y="1092"/>
                <a:ext cx="172" cy="293"/>
                <a:chOff x="3168" y="2448"/>
                <a:chExt cx="192" cy="336"/>
              </a:xfrm>
            </p:grpSpPr>
            <p:sp>
              <p:nvSpPr>
                <p:cNvPr id="158799" name="Oval 79"/>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00" name="Line 80"/>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grpSp>
      <p:grpSp>
        <p:nvGrpSpPr>
          <p:cNvPr id="28" name="Group 81"/>
          <p:cNvGrpSpPr>
            <a:grpSpLocks/>
          </p:cNvGrpSpPr>
          <p:nvPr/>
        </p:nvGrpSpPr>
        <p:grpSpPr bwMode="auto">
          <a:xfrm>
            <a:off x="762000" y="990600"/>
            <a:ext cx="4876800" cy="844550"/>
            <a:chOff x="192" y="432"/>
            <a:chExt cx="3072" cy="532"/>
          </a:xfrm>
        </p:grpSpPr>
        <p:sp>
          <p:nvSpPr>
            <p:cNvPr id="158802" name="Text Box 82"/>
            <p:cNvSpPr txBox="1">
              <a:spLocks noChangeArrowheads="1"/>
            </p:cNvSpPr>
            <p:nvPr/>
          </p:nvSpPr>
          <p:spPr bwMode="auto">
            <a:xfrm>
              <a:off x="192" y="624"/>
              <a:ext cx="2160" cy="327"/>
            </a:xfrm>
            <a:prstGeom prst="rect">
              <a:avLst/>
            </a:prstGeom>
            <a:noFill/>
            <a:ln w="9525">
              <a:noFill/>
              <a:miter lim="800000"/>
              <a:headEnd/>
              <a:tailEnd/>
            </a:ln>
            <a:effectLst/>
          </p:spPr>
          <p:txBody>
            <a:bodyPr>
              <a:spAutoFit/>
            </a:bodyPr>
            <a:lstStyle/>
            <a:p>
              <a:pPr>
                <a:spcBef>
                  <a:spcPct val="50000"/>
                </a:spcBef>
              </a:pPr>
              <a:r>
                <a:rPr kumimoji="1" lang="zh-CN" altLang="en-US" sz="2800"/>
                <a:t>分子圆电流和磁矩</a:t>
              </a:r>
            </a:p>
          </p:txBody>
        </p:sp>
        <p:grpSp>
          <p:nvGrpSpPr>
            <p:cNvPr id="29" name="Group 83"/>
            <p:cNvGrpSpPr>
              <a:grpSpLocks/>
            </p:cNvGrpSpPr>
            <p:nvPr/>
          </p:nvGrpSpPr>
          <p:grpSpPr bwMode="auto">
            <a:xfrm>
              <a:off x="2400" y="432"/>
              <a:ext cx="864" cy="532"/>
              <a:chOff x="2352" y="476"/>
              <a:chExt cx="864" cy="532"/>
            </a:xfrm>
          </p:grpSpPr>
          <p:sp>
            <p:nvSpPr>
              <p:cNvPr id="158804" name="Oval 84"/>
              <p:cNvSpPr>
                <a:spLocks noChangeArrowheads="1"/>
              </p:cNvSpPr>
              <p:nvPr/>
            </p:nvSpPr>
            <p:spPr bwMode="auto">
              <a:xfrm>
                <a:off x="2352" y="764"/>
                <a:ext cx="864" cy="240"/>
              </a:xfrm>
              <a:prstGeom prst="ellipse">
                <a:avLst/>
              </a:prstGeom>
              <a:solidFill>
                <a:schemeClr val="folHlink">
                  <a:alpha val="50000"/>
                </a:schemeClr>
              </a:solidFill>
              <a:ln w="38100">
                <a:solidFill>
                  <a:srgbClr val="0000FF"/>
                </a:solidFill>
                <a:miter lim="800000"/>
                <a:headEnd/>
                <a:tailEnd/>
              </a:ln>
              <a:effectLst/>
            </p:spPr>
            <p:txBody>
              <a:bodyPr wrap="none" anchor="ctr"/>
              <a:lstStyle/>
              <a:p>
                <a:endParaRPr lang="zh-CN" altLang="en-US" sz="2800"/>
              </a:p>
            </p:txBody>
          </p:sp>
          <p:sp>
            <p:nvSpPr>
              <p:cNvPr id="158805" name="Line 85"/>
              <p:cNvSpPr>
                <a:spLocks noChangeShapeType="1"/>
              </p:cNvSpPr>
              <p:nvPr/>
            </p:nvSpPr>
            <p:spPr bwMode="auto">
              <a:xfrm flipV="1">
                <a:off x="2784" y="476"/>
                <a:ext cx="0" cy="384"/>
              </a:xfrm>
              <a:prstGeom prst="line">
                <a:avLst/>
              </a:prstGeom>
              <a:noFill/>
              <a:ln w="38100">
                <a:solidFill>
                  <a:srgbClr val="FF0000"/>
                </a:solidFill>
                <a:miter lim="800000"/>
                <a:headEnd/>
                <a:tailEnd type="triangle" w="sm" len="lg"/>
              </a:ln>
              <a:effectLst/>
            </p:spPr>
            <p:txBody>
              <a:bodyPr wrap="none" anchor="ctr"/>
              <a:lstStyle/>
              <a:p>
                <a:endParaRPr lang="zh-CN" altLang="en-US" sz="2800"/>
              </a:p>
            </p:txBody>
          </p:sp>
          <p:sp>
            <p:nvSpPr>
              <p:cNvPr id="158806" name="Line 86"/>
              <p:cNvSpPr>
                <a:spLocks noChangeShapeType="1"/>
              </p:cNvSpPr>
              <p:nvPr/>
            </p:nvSpPr>
            <p:spPr bwMode="auto">
              <a:xfrm>
                <a:off x="2736" y="1008"/>
                <a:ext cx="125" cy="0"/>
              </a:xfrm>
              <a:prstGeom prst="line">
                <a:avLst/>
              </a:prstGeom>
              <a:noFill/>
              <a:ln w="38100">
                <a:solidFill>
                  <a:srgbClr val="0000FF"/>
                </a:solidFill>
                <a:miter lim="800000"/>
                <a:headEnd/>
                <a:tailEnd type="triangle" w="sm" len="lg"/>
              </a:ln>
              <a:effectLst/>
            </p:spPr>
            <p:txBody>
              <a:bodyPr wrap="none" anchor="ctr"/>
              <a:lstStyle/>
              <a:p>
                <a:endParaRPr lang="zh-CN" altLang="en-US" sz="2800"/>
              </a:p>
            </p:txBody>
          </p:sp>
          <p:graphicFrame>
            <p:nvGraphicFramePr>
              <p:cNvPr id="158807" name="Object 87"/>
              <p:cNvGraphicFramePr>
                <a:graphicFrameLocks noChangeAspect="1"/>
              </p:cNvGraphicFramePr>
              <p:nvPr/>
            </p:nvGraphicFramePr>
            <p:xfrm>
              <a:off x="2448" y="476"/>
              <a:ext cx="244" cy="244"/>
            </p:xfrm>
            <a:graphic>
              <a:graphicData uri="http://schemas.openxmlformats.org/presentationml/2006/ole">
                <p:oleObj spid="_x0000_s1096709" name="公式" r:id="rId4" imgW="228600" imgH="228600" progId="Equation.3">
                  <p:embed/>
                </p:oleObj>
              </a:graphicData>
            </a:graphic>
          </p:graphicFrame>
          <p:graphicFrame>
            <p:nvGraphicFramePr>
              <p:cNvPr id="158808" name="Object 88"/>
              <p:cNvGraphicFramePr>
                <a:graphicFrameLocks noChangeAspect="1"/>
              </p:cNvGraphicFramePr>
              <p:nvPr/>
            </p:nvGraphicFramePr>
            <p:xfrm>
              <a:off x="2832" y="768"/>
              <a:ext cx="140" cy="196"/>
            </p:xfrm>
            <a:graphic>
              <a:graphicData uri="http://schemas.openxmlformats.org/presentationml/2006/ole">
                <p:oleObj spid="_x0000_s1096710" name="公式" r:id="rId5" imgW="164880" imgH="228600" progId="Equation.3">
                  <p:embed/>
                </p:oleObj>
              </a:graphicData>
            </a:graphic>
          </p:graphicFrame>
        </p:grpSp>
      </p:grpSp>
      <p:grpSp>
        <p:nvGrpSpPr>
          <p:cNvPr id="30" name="Group 89"/>
          <p:cNvGrpSpPr>
            <a:grpSpLocks/>
          </p:cNvGrpSpPr>
          <p:nvPr/>
        </p:nvGrpSpPr>
        <p:grpSpPr bwMode="auto">
          <a:xfrm>
            <a:off x="5378450" y="2090738"/>
            <a:ext cx="2732088" cy="4449762"/>
            <a:chOff x="3360" y="1104"/>
            <a:chExt cx="1840" cy="2997"/>
          </a:xfrm>
        </p:grpSpPr>
        <p:grpSp>
          <p:nvGrpSpPr>
            <p:cNvPr id="31" name="Group 90"/>
            <p:cNvGrpSpPr>
              <a:grpSpLocks/>
            </p:cNvGrpSpPr>
            <p:nvPr/>
          </p:nvGrpSpPr>
          <p:grpSpPr bwMode="auto">
            <a:xfrm>
              <a:off x="4896" y="1680"/>
              <a:ext cx="304" cy="1152"/>
              <a:chOff x="4800" y="1728"/>
              <a:chExt cx="304" cy="1152"/>
            </a:xfrm>
          </p:grpSpPr>
          <p:sp>
            <p:nvSpPr>
              <p:cNvPr id="158811" name="Line 91"/>
              <p:cNvSpPr>
                <a:spLocks noChangeShapeType="1"/>
              </p:cNvSpPr>
              <p:nvPr/>
            </p:nvSpPr>
            <p:spPr bwMode="auto">
              <a:xfrm flipV="1">
                <a:off x="4944" y="2112"/>
                <a:ext cx="0" cy="768"/>
              </a:xfrm>
              <a:prstGeom prst="line">
                <a:avLst/>
              </a:prstGeom>
              <a:noFill/>
              <a:ln w="57150">
                <a:solidFill>
                  <a:srgbClr val="0000FF"/>
                </a:solidFill>
                <a:miter lim="800000"/>
                <a:headEnd/>
                <a:tailEnd type="triangle" w="sm" len="lg"/>
              </a:ln>
              <a:effectLst/>
            </p:spPr>
            <p:txBody>
              <a:bodyPr wrap="none" anchor="ctr"/>
              <a:lstStyle/>
              <a:p>
                <a:endParaRPr lang="zh-CN" altLang="en-US" sz="2800"/>
              </a:p>
            </p:txBody>
          </p:sp>
          <p:graphicFrame>
            <p:nvGraphicFramePr>
              <p:cNvPr id="158812" name="Object 92"/>
              <p:cNvGraphicFramePr>
                <a:graphicFrameLocks noChangeAspect="1"/>
              </p:cNvGraphicFramePr>
              <p:nvPr/>
            </p:nvGraphicFramePr>
            <p:xfrm>
              <a:off x="4800" y="1728"/>
              <a:ext cx="304" cy="395"/>
            </p:xfrm>
            <a:graphic>
              <a:graphicData uri="http://schemas.openxmlformats.org/presentationml/2006/ole">
                <p:oleObj spid="_x0000_s1096708" name="公式" r:id="rId6" imgW="279360" imgH="342720" progId="Equation.3">
                  <p:embed/>
                </p:oleObj>
              </a:graphicData>
            </a:graphic>
          </p:graphicFrame>
        </p:grpSp>
        <p:sp>
          <p:nvSpPr>
            <p:cNvPr id="158813" name="Text Box 93"/>
            <p:cNvSpPr txBox="1">
              <a:spLocks noChangeArrowheads="1"/>
            </p:cNvSpPr>
            <p:nvPr/>
          </p:nvSpPr>
          <p:spPr bwMode="auto">
            <a:xfrm>
              <a:off x="3360" y="3745"/>
              <a:ext cx="1632" cy="356"/>
            </a:xfrm>
            <a:prstGeom prst="rect">
              <a:avLst/>
            </a:prstGeom>
            <a:gradFill rotWithShape="0">
              <a:gsLst>
                <a:gs pos="0">
                  <a:schemeClr val="accent1"/>
                </a:gs>
                <a:gs pos="50000">
                  <a:srgbClr val="FFFFFF"/>
                </a:gs>
                <a:gs pos="100000">
                  <a:schemeClr val="accent1"/>
                </a:gs>
              </a:gsLst>
              <a:lin ang="5400000" scaled="1"/>
            </a:gradFill>
            <a:ln w="9525">
              <a:solidFill>
                <a:srgbClr val="008000"/>
              </a:solidFill>
              <a:miter lim="800000"/>
              <a:headEnd/>
              <a:tailEnd/>
            </a:ln>
            <a:effectLst/>
          </p:spPr>
          <p:txBody>
            <a:bodyPr>
              <a:spAutoFit/>
            </a:bodyPr>
            <a:lstStyle/>
            <a:p>
              <a:pPr algn="ctr">
                <a:spcBef>
                  <a:spcPct val="50000"/>
                </a:spcBef>
              </a:pPr>
              <a:r>
                <a:rPr kumimoji="1" lang="zh-CN" altLang="en-US" sz="2800"/>
                <a:t>有外磁场</a:t>
              </a:r>
            </a:p>
          </p:txBody>
        </p:sp>
        <p:graphicFrame>
          <p:nvGraphicFramePr>
            <p:cNvPr id="158814" name="Object 94"/>
            <p:cNvGraphicFramePr>
              <a:graphicFrameLocks noChangeAspect="1"/>
            </p:cNvGraphicFramePr>
            <p:nvPr/>
          </p:nvGraphicFramePr>
          <p:xfrm>
            <a:off x="4793" y="1200"/>
            <a:ext cx="246" cy="414"/>
          </p:xfrm>
          <a:graphic>
            <a:graphicData uri="http://schemas.openxmlformats.org/presentationml/2006/ole">
              <p:oleObj spid="_x0000_s1096707" name="Equation" r:id="rId7" imgW="241200" imgH="380880" progId="Equation.3">
                <p:embed/>
              </p:oleObj>
            </a:graphicData>
          </a:graphic>
        </p:graphicFrame>
        <p:grpSp>
          <p:nvGrpSpPr>
            <p:cNvPr id="158817" name="Group 95"/>
            <p:cNvGrpSpPr>
              <a:grpSpLocks/>
            </p:cNvGrpSpPr>
            <p:nvPr/>
          </p:nvGrpSpPr>
          <p:grpSpPr bwMode="auto">
            <a:xfrm>
              <a:off x="3504" y="1104"/>
              <a:ext cx="1254" cy="2554"/>
              <a:chOff x="1296" y="1152"/>
              <a:chExt cx="1254" cy="2554"/>
            </a:xfrm>
          </p:grpSpPr>
          <p:sp>
            <p:nvSpPr>
              <p:cNvPr id="158816" name="AutoShape 96"/>
              <p:cNvSpPr>
                <a:spLocks noChangeArrowheads="1"/>
              </p:cNvSpPr>
              <p:nvPr/>
            </p:nvSpPr>
            <p:spPr bwMode="auto">
              <a:xfrm>
                <a:off x="1296" y="1200"/>
                <a:ext cx="1254" cy="2506"/>
              </a:xfrm>
              <a:prstGeom prst="can">
                <a:avLst>
                  <a:gd name="adj" fmla="val 50561"/>
                </a:avLst>
              </a:prstGeom>
              <a:gradFill rotWithShape="0">
                <a:gsLst>
                  <a:gs pos="0">
                    <a:srgbClr val="B7ECFD"/>
                  </a:gs>
                  <a:gs pos="50000">
                    <a:srgbClr val="FFFFFF"/>
                  </a:gs>
                  <a:gs pos="100000">
                    <a:srgbClr val="B7ECFD"/>
                  </a:gs>
                </a:gsLst>
                <a:lin ang="0" scaled="1"/>
              </a:gradFill>
              <a:ln w="19050">
                <a:solidFill>
                  <a:srgbClr val="0066FF"/>
                </a:solidFill>
                <a:miter lim="800000"/>
                <a:headEnd/>
                <a:tailEnd/>
              </a:ln>
              <a:effectLst/>
            </p:spPr>
            <p:txBody>
              <a:bodyPr wrap="none" anchor="ctr"/>
              <a:lstStyle/>
              <a:p>
                <a:endParaRPr lang="zh-CN" altLang="en-US" sz="2800"/>
              </a:p>
            </p:txBody>
          </p:sp>
          <p:grpSp>
            <p:nvGrpSpPr>
              <p:cNvPr id="158820" name="Group 97"/>
              <p:cNvGrpSpPr>
                <a:grpSpLocks/>
              </p:cNvGrpSpPr>
              <p:nvPr/>
            </p:nvGrpSpPr>
            <p:grpSpPr bwMode="auto">
              <a:xfrm>
                <a:off x="2112" y="2352"/>
                <a:ext cx="167" cy="302"/>
                <a:chOff x="3168" y="2448"/>
                <a:chExt cx="192" cy="336"/>
              </a:xfrm>
            </p:grpSpPr>
            <p:sp>
              <p:nvSpPr>
                <p:cNvPr id="158818" name="Oval 98"/>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19" name="Line 99"/>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23" name="Group 100"/>
              <p:cNvGrpSpPr>
                <a:grpSpLocks/>
              </p:cNvGrpSpPr>
              <p:nvPr/>
            </p:nvGrpSpPr>
            <p:grpSpPr bwMode="auto">
              <a:xfrm rot="205286">
                <a:off x="2304" y="2112"/>
                <a:ext cx="172" cy="293"/>
                <a:chOff x="3168" y="2448"/>
                <a:chExt cx="192" cy="336"/>
              </a:xfrm>
            </p:grpSpPr>
            <p:sp>
              <p:nvSpPr>
                <p:cNvPr id="158821" name="Oval 101"/>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22" name="Line 102"/>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26" name="Group 103"/>
              <p:cNvGrpSpPr>
                <a:grpSpLocks/>
              </p:cNvGrpSpPr>
              <p:nvPr/>
            </p:nvGrpSpPr>
            <p:grpSpPr bwMode="auto">
              <a:xfrm rot="21011933">
                <a:off x="1392" y="2208"/>
                <a:ext cx="173" cy="292"/>
                <a:chOff x="3168" y="2448"/>
                <a:chExt cx="192" cy="336"/>
              </a:xfrm>
            </p:grpSpPr>
            <p:sp>
              <p:nvSpPr>
                <p:cNvPr id="158824" name="Oval 104"/>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25" name="Line 105"/>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29" name="Group 106"/>
              <p:cNvGrpSpPr>
                <a:grpSpLocks/>
              </p:cNvGrpSpPr>
              <p:nvPr/>
            </p:nvGrpSpPr>
            <p:grpSpPr bwMode="auto">
              <a:xfrm rot="21469644">
                <a:off x="1923" y="1872"/>
                <a:ext cx="167" cy="303"/>
                <a:chOff x="3168" y="2448"/>
                <a:chExt cx="192" cy="336"/>
              </a:xfrm>
            </p:grpSpPr>
            <p:sp>
              <p:nvSpPr>
                <p:cNvPr id="158827" name="Oval 107"/>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28" name="Line 108"/>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32" name="Group 109"/>
              <p:cNvGrpSpPr>
                <a:grpSpLocks/>
              </p:cNvGrpSpPr>
              <p:nvPr/>
            </p:nvGrpSpPr>
            <p:grpSpPr bwMode="auto">
              <a:xfrm>
                <a:off x="1632" y="1920"/>
                <a:ext cx="167" cy="302"/>
                <a:chOff x="3168" y="2448"/>
                <a:chExt cx="192" cy="336"/>
              </a:xfrm>
            </p:grpSpPr>
            <p:sp>
              <p:nvSpPr>
                <p:cNvPr id="158830" name="Oval 110"/>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31" name="Line 111"/>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35" name="Group 112"/>
              <p:cNvGrpSpPr>
                <a:grpSpLocks/>
              </p:cNvGrpSpPr>
              <p:nvPr/>
            </p:nvGrpSpPr>
            <p:grpSpPr bwMode="auto">
              <a:xfrm rot="571256">
                <a:off x="1584" y="2496"/>
                <a:ext cx="168" cy="302"/>
                <a:chOff x="3168" y="2448"/>
                <a:chExt cx="192" cy="336"/>
              </a:xfrm>
            </p:grpSpPr>
            <p:sp>
              <p:nvSpPr>
                <p:cNvPr id="158833" name="Oval 113"/>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34" name="Line 114"/>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38" name="Group 115"/>
              <p:cNvGrpSpPr>
                <a:grpSpLocks/>
              </p:cNvGrpSpPr>
              <p:nvPr/>
            </p:nvGrpSpPr>
            <p:grpSpPr bwMode="auto">
              <a:xfrm rot="292050">
                <a:off x="2258" y="3201"/>
                <a:ext cx="167" cy="303"/>
                <a:chOff x="3168" y="2448"/>
                <a:chExt cx="192" cy="336"/>
              </a:xfrm>
            </p:grpSpPr>
            <p:sp>
              <p:nvSpPr>
                <p:cNvPr id="158836" name="Oval 116"/>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37" name="Line 117"/>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41" name="Group 118"/>
              <p:cNvGrpSpPr>
                <a:grpSpLocks/>
              </p:cNvGrpSpPr>
              <p:nvPr/>
            </p:nvGrpSpPr>
            <p:grpSpPr bwMode="auto">
              <a:xfrm rot="-209063">
                <a:off x="1680" y="2928"/>
                <a:ext cx="168" cy="302"/>
                <a:chOff x="3168" y="2448"/>
                <a:chExt cx="192" cy="336"/>
              </a:xfrm>
            </p:grpSpPr>
            <p:sp>
              <p:nvSpPr>
                <p:cNvPr id="158839" name="Oval 119"/>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40" name="Line 120"/>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44" name="Group 121"/>
              <p:cNvGrpSpPr>
                <a:grpSpLocks/>
              </p:cNvGrpSpPr>
              <p:nvPr/>
            </p:nvGrpSpPr>
            <p:grpSpPr bwMode="auto">
              <a:xfrm rot="132235">
                <a:off x="2064" y="2976"/>
                <a:ext cx="173" cy="293"/>
                <a:chOff x="3168" y="2448"/>
                <a:chExt cx="192" cy="336"/>
              </a:xfrm>
            </p:grpSpPr>
            <p:sp>
              <p:nvSpPr>
                <p:cNvPr id="158842" name="Oval 122"/>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43" name="Line 123"/>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47" name="Group 124"/>
              <p:cNvGrpSpPr>
                <a:grpSpLocks/>
              </p:cNvGrpSpPr>
              <p:nvPr/>
            </p:nvGrpSpPr>
            <p:grpSpPr bwMode="auto">
              <a:xfrm rot="21212882">
                <a:off x="2256" y="2688"/>
                <a:ext cx="173" cy="293"/>
                <a:chOff x="3168" y="2448"/>
                <a:chExt cx="192" cy="336"/>
              </a:xfrm>
            </p:grpSpPr>
            <p:sp>
              <p:nvSpPr>
                <p:cNvPr id="158845" name="Oval 125"/>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46" name="Line 126"/>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50" name="Group 127"/>
              <p:cNvGrpSpPr>
                <a:grpSpLocks/>
              </p:cNvGrpSpPr>
              <p:nvPr/>
            </p:nvGrpSpPr>
            <p:grpSpPr bwMode="auto">
              <a:xfrm rot="20438309">
                <a:off x="1776" y="2256"/>
                <a:ext cx="173" cy="293"/>
                <a:chOff x="3168" y="2448"/>
                <a:chExt cx="192" cy="336"/>
              </a:xfrm>
            </p:grpSpPr>
            <p:sp>
              <p:nvSpPr>
                <p:cNvPr id="158848" name="Oval 128"/>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49" name="Line 129"/>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53" name="Group 130"/>
              <p:cNvGrpSpPr>
                <a:grpSpLocks/>
              </p:cNvGrpSpPr>
              <p:nvPr/>
            </p:nvGrpSpPr>
            <p:grpSpPr bwMode="auto">
              <a:xfrm rot="287796">
                <a:off x="1920" y="2688"/>
                <a:ext cx="167" cy="302"/>
                <a:chOff x="3168" y="2448"/>
                <a:chExt cx="192" cy="336"/>
              </a:xfrm>
            </p:grpSpPr>
            <p:sp>
              <p:nvSpPr>
                <p:cNvPr id="158851" name="Oval 131"/>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52" name="Line 132"/>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56" name="Group 133"/>
              <p:cNvGrpSpPr>
                <a:grpSpLocks/>
              </p:cNvGrpSpPr>
              <p:nvPr/>
            </p:nvGrpSpPr>
            <p:grpSpPr bwMode="auto">
              <a:xfrm rot="23748669">
                <a:off x="1968" y="3360"/>
                <a:ext cx="167" cy="303"/>
                <a:chOff x="3168" y="2448"/>
                <a:chExt cx="192" cy="336"/>
              </a:xfrm>
            </p:grpSpPr>
            <p:sp>
              <p:nvSpPr>
                <p:cNvPr id="158854" name="Oval 134"/>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55" name="Line 135"/>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59" name="Group 136"/>
              <p:cNvGrpSpPr>
                <a:grpSpLocks/>
              </p:cNvGrpSpPr>
              <p:nvPr/>
            </p:nvGrpSpPr>
            <p:grpSpPr bwMode="auto">
              <a:xfrm rot="20520930">
                <a:off x="1392" y="2784"/>
                <a:ext cx="173" cy="292"/>
                <a:chOff x="3168" y="2448"/>
                <a:chExt cx="192" cy="336"/>
              </a:xfrm>
            </p:grpSpPr>
            <p:sp>
              <p:nvSpPr>
                <p:cNvPr id="158857" name="Oval 137"/>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58" name="Line 138"/>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62" name="Group 139"/>
              <p:cNvGrpSpPr>
                <a:grpSpLocks/>
              </p:cNvGrpSpPr>
              <p:nvPr/>
            </p:nvGrpSpPr>
            <p:grpSpPr bwMode="auto">
              <a:xfrm rot="21116680">
                <a:off x="1344" y="1776"/>
                <a:ext cx="167" cy="303"/>
                <a:chOff x="3168" y="2448"/>
                <a:chExt cx="192" cy="336"/>
              </a:xfrm>
            </p:grpSpPr>
            <p:sp>
              <p:nvSpPr>
                <p:cNvPr id="158860" name="Oval 140"/>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61" name="Line 141"/>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65" name="Group 142"/>
              <p:cNvGrpSpPr>
                <a:grpSpLocks/>
              </p:cNvGrpSpPr>
              <p:nvPr/>
            </p:nvGrpSpPr>
            <p:grpSpPr bwMode="auto">
              <a:xfrm rot="21650513">
                <a:off x="2256" y="1776"/>
                <a:ext cx="173" cy="292"/>
                <a:chOff x="3168" y="2448"/>
                <a:chExt cx="192" cy="336"/>
              </a:xfrm>
            </p:grpSpPr>
            <p:sp>
              <p:nvSpPr>
                <p:cNvPr id="158863" name="Oval 143"/>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64" name="Line 144"/>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68" name="Group 145"/>
              <p:cNvGrpSpPr>
                <a:grpSpLocks/>
              </p:cNvGrpSpPr>
              <p:nvPr/>
            </p:nvGrpSpPr>
            <p:grpSpPr bwMode="auto">
              <a:xfrm rot="21566614">
                <a:off x="1392" y="1291"/>
                <a:ext cx="173" cy="293"/>
                <a:chOff x="3168" y="2448"/>
                <a:chExt cx="192" cy="336"/>
              </a:xfrm>
            </p:grpSpPr>
            <p:sp>
              <p:nvSpPr>
                <p:cNvPr id="158866" name="Oval 146"/>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67" name="Line 147"/>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71" name="Group 148"/>
              <p:cNvGrpSpPr>
                <a:grpSpLocks/>
              </p:cNvGrpSpPr>
              <p:nvPr/>
            </p:nvGrpSpPr>
            <p:grpSpPr bwMode="auto">
              <a:xfrm rot="21874424">
                <a:off x="1536" y="1450"/>
                <a:ext cx="167" cy="302"/>
                <a:chOff x="3168" y="2448"/>
                <a:chExt cx="192" cy="336"/>
              </a:xfrm>
            </p:grpSpPr>
            <p:sp>
              <p:nvSpPr>
                <p:cNvPr id="158869" name="Oval 149"/>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70" name="Line 150"/>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74" name="Group 151"/>
              <p:cNvGrpSpPr>
                <a:grpSpLocks/>
              </p:cNvGrpSpPr>
              <p:nvPr/>
            </p:nvGrpSpPr>
            <p:grpSpPr bwMode="auto">
              <a:xfrm rot="21869764">
                <a:off x="2090" y="1440"/>
                <a:ext cx="168" cy="302"/>
                <a:chOff x="3168" y="2448"/>
                <a:chExt cx="192" cy="336"/>
              </a:xfrm>
            </p:grpSpPr>
            <p:sp>
              <p:nvSpPr>
                <p:cNvPr id="158872" name="Oval 152"/>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73" name="Line 153"/>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77" name="Group 154"/>
              <p:cNvGrpSpPr>
                <a:grpSpLocks/>
              </p:cNvGrpSpPr>
              <p:nvPr/>
            </p:nvGrpSpPr>
            <p:grpSpPr bwMode="auto">
              <a:xfrm rot="285822">
                <a:off x="2317" y="1292"/>
                <a:ext cx="173" cy="292"/>
                <a:chOff x="3168" y="2448"/>
                <a:chExt cx="192" cy="336"/>
              </a:xfrm>
            </p:grpSpPr>
            <p:sp>
              <p:nvSpPr>
                <p:cNvPr id="158875" name="Oval 155"/>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76" name="Line 156"/>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80" name="Group 157"/>
              <p:cNvGrpSpPr>
                <a:grpSpLocks/>
              </p:cNvGrpSpPr>
              <p:nvPr/>
            </p:nvGrpSpPr>
            <p:grpSpPr bwMode="auto">
              <a:xfrm rot="-516121">
                <a:off x="1680" y="1152"/>
                <a:ext cx="167" cy="303"/>
                <a:chOff x="3168" y="2448"/>
                <a:chExt cx="192" cy="336"/>
              </a:xfrm>
            </p:grpSpPr>
            <p:sp>
              <p:nvSpPr>
                <p:cNvPr id="158878" name="Oval 158"/>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79" name="Line 159"/>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83" name="Group 160"/>
              <p:cNvGrpSpPr>
                <a:grpSpLocks/>
              </p:cNvGrpSpPr>
              <p:nvPr/>
            </p:nvGrpSpPr>
            <p:grpSpPr bwMode="auto">
              <a:xfrm rot="742897">
                <a:off x="1344" y="3120"/>
                <a:ext cx="167" cy="302"/>
                <a:chOff x="3168" y="2448"/>
                <a:chExt cx="192" cy="336"/>
              </a:xfrm>
            </p:grpSpPr>
            <p:sp>
              <p:nvSpPr>
                <p:cNvPr id="158881" name="Oval 161"/>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82" name="Line 162"/>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86" name="Group 163"/>
              <p:cNvGrpSpPr>
                <a:grpSpLocks/>
              </p:cNvGrpSpPr>
              <p:nvPr/>
            </p:nvGrpSpPr>
            <p:grpSpPr bwMode="auto">
              <a:xfrm rot="22097981">
                <a:off x="2036" y="1173"/>
                <a:ext cx="172" cy="293"/>
                <a:chOff x="3168" y="2448"/>
                <a:chExt cx="192" cy="336"/>
              </a:xfrm>
            </p:grpSpPr>
            <p:sp>
              <p:nvSpPr>
                <p:cNvPr id="158884" name="Oval 164"/>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85" name="Line 165"/>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89" name="Group 166"/>
              <p:cNvGrpSpPr>
                <a:grpSpLocks/>
              </p:cNvGrpSpPr>
              <p:nvPr/>
            </p:nvGrpSpPr>
            <p:grpSpPr bwMode="auto">
              <a:xfrm rot="285822">
                <a:off x="1872" y="1296"/>
                <a:ext cx="173" cy="292"/>
                <a:chOff x="3168" y="2448"/>
                <a:chExt cx="192" cy="336"/>
              </a:xfrm>
            </p:grpSpPr>
            <p:sp>
              <p:nvSpPr>
                <p:cNvPr id="158887" name="Oval 167"/>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88" name="Line 168"/>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92" name="Group 169"/>
              <p:cNvGrpSpPr>
                <a:grpSpLocks/>
              </p:cNvGrpSpPr>
              <p:nvPr/>
            </p:nvGrpSpPr>
            <p:grpSpPr bwMode="auto">
              <a:xfrm rot="21797318">
                <a:off x="1798" y="1488"/>
                <a:ext cx="167" cy="303"/>
                <a:chOff x="3168" y="2448"/>
                <a:chExt cx="192" cy="336"/>
              </a:xfrm>
            </p:grpSpPr>
            <p:sp>
              <p:nvSpPr>
                <p:cNvPr id="158890" name="Oval 170"/>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91" name="Line 171"/>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nvGrpSpPr>
              <p:cNvPr id="158898" name="Group 172"/>
              <p:cNvGrpSpPr>
                <a:grpSpLocks/>
              </p:cNvGrpSpPr>
              <p:nvPr/>
            </p:nvGrpSpPr>
            <p:grpSpPr bwMode="auto">
              <a:xfrm rot="285822">
                <a:off x="1584" y="3312"/>
                <a:ext cx="173" cy="292"/>
                <a:chOff x="3168" y="2448"/>
                <a:chExt cx="192" cy="336"/>
              </a:xfrm>
            </p:grpSpPr>
            <p:sp>
              <p:nvSpPr>
                <p:cNvPr id="158893" name="Oval 173"/>
                <p:cNvSpPr>
                  <a:spLocks noChangeArrowheads="1"/>
                </p:cNvSpPr>
                <p:nvPr/>
              </p:nvSpPr>
              <p:spPr bwMode="auto">
                <a:xfrm>
                  <a:off x="3168" y="2640"/>
                  <a:ext cx="192" cy="144"/>
                </a:xfrm>
                <a:prstGeom prst="ellipse">
                  <a:avLst/>
                </a:prstGeom>
                <a:gradFill rotWithShape="0">
                  <a:gsLst>
                    <a:gs pos="0">
                      <a:srgbClr val="E7E6E5">
                        <a:gamma/>
                        <a:shade val="56078"/>
                        <a:invGamma/>
                      </a:srgbClr>
                    </a:gs>
                    <a:gs pos="50000">
                      <a:srgbClr val="E7E6E5"/>
                    </a:gs>
                    <a:gs pos="100000">
                      <a:srgbClr val="E7E6E5">
                        <a:gamma/>
                        <a:shade val="56078"/>
                        <a:invGamma/>
                      </a:srgbClr>
                    </a:gs>
                  </a:gsLst>
                  <a:lin ang="0" scaled="1"/>
                </a:gradFill>
                <a:ln w="28575">
                  <a:solidFill>
                    <a:schemeClr val="tx1"/>
                  </a:solidFill>
                  <a:miter lim="800000"/>
                  <a:headEnd/>
                  <a:tailEnd/>
                </a:ln>
                <a:effectLst/>
              </p:spPr>
              <p:txBody>
                <a:bodyPr wrap="none" anchor="ctr"/>
                <a:lstStyle/>
                <a:p>
                  <a:endParaRPr lang="zh-CN" altLang="en-US" sz="2800"/>
                </a:p>
              </p:txBody>
            </p:sp>
            <p:sp>
              <p:nvSpPr>
                <p:cNvPr id="158894" name="Line 174"/>
                <p:cNvSpPr>
                  <a:spLocks noChangeShapeType="1"/>
                </p:cNvSpPr>
                <p:nvPr/>
              </p:nvSpPr>
              <p:spPr bwMode="auto">
                <a:xfrm flipV="1">
                  <a:off x="3264" y="2448"/>
                  <a:ext cx="0" cy="240"/>
                </a:xfrm>
                <a:prstGeom prst="line">
                  <a:avLst/>
                </a:prstGeom>
                <a:noFill/>
                <a:ln w="28575">
                  <a:solidFill>
                    <a:srgbClr val="FF0000"/>
                  </a:solidFill>
                  <a:miter lim="800000"/>
                  <a:headEnd/>
                  <a:tailEnd type="triangle" w="sm" len="lg"/>
                </a:ln>
                <a:effectLst/>
              </p:spPr>
              <p:txBody>
                <a:bodyPr wrap="none" anchor="ctr"/>
                <a:lstStyle/>
                <a:p>
                  <a:endParaRPr lang="zh-CN" altLang="en-US" sz="2800"/>
                </a:p>
              </p:txBody>
            </p:sp>
          </p:grpSp>
        </p:grpSp>
        <p:sp>
          <p:nvSpPr>
            <p:cNvPr id="158895" name="Oval 175"/>
            <p:cNvSpPr>
              <a:spLocks noChangeArrowheads="1"/>
            </p:cNvSpPr>
            <p:nvPr/>
          </p:nvSpPr>
          <p:spPr bwMode="auto">
            <a:xfrm>
              <a:off x="3504" y="1152"/>
              <a:ext cx="1248" cy="625"/>
            </a:xfrm>
            <a:prstGeom prst="ellipse">
              <a:avLst/>
            </a:prstGeom>
            <a:noFill/>
            <a:ln w="38100">
              <a:solidFill>
                <a:srgbClr val="FF3399"/>
              </a:solidFill>
              <a:miter lim="800000"/>
              <a:headEnd/>
              <a:tailEnd/>
            </a:ln>
            <a:effectLst/>
          </p:spPr>
          <p:txBody>
            <a:bodyPr wrap="none" anchor="ctr"/>
            <a:lstStyle/>
            <a:p>
              <a:endParaRPr lang="zh-CN" altLang="en-US" sz="2800"/>
            </a:p>
          </p:txBody>
        </p:sp>
        <p:sp>
          <p:nvSpPr>
            <p:cNvPr id="158896" name="Line 176"/>
            <p:cNvSpPr>
              <a:spLocks noChangeShapeType="1"/>
            </p:cNvSpPr>
            <p:nvPr/>
          </p:nvSpPr>
          <p:spPr bwMode="auto">
            <a:xfrm flipH="1" flipV="1">
              <a:off x="4656" y="1296"/>
              <a:ext cx="96" cy="144"/>
            </a:xfrm>
            <a:prstGeom prst="line">
              <a:avLst/>
            </a:prstGeom>
            <a:noFill/>
            <a:ln w="38100">
              <a:solidFill>
                <a:srgbClr val="FF3399"/>
              </a:solidFill>
              <a:miter lim="800000"/>
              <a:headEnd/>
              <a:tailEnd type="triangle" w="sm" len="lg"/>
            </a:ln>
            <a:effectLst/>
          </p:spPr>
          <p:txBody>
            <a:bodyPr wrap="none" anchor="ctr"/>
            <a:lstStyle/>
            <a:p>
              <a:endParaRPr lang="zh-CN" altLang="en-US" sz="2800"/>
            </a:p>
          </p:txBody>
        </p:sp>
      </p:grpSp>
      <p:sp>
        <p:nvSpPr>
          <p:cNvPr id="158897" name="Rectangle 177"/>
          <p:cNvSpPr>
            <a:spLocks noChangeArrowheads="1"/>
          </p:cNvSpPr>
          <p:nvPr/>
        </p:nvSpPr>
        <p:spPr bwMode="auto">
          <a:xfrm>
            <a:off x="381000" y="609600"/>
            <a:ext cx="4343400" cy="519113"/>
          </a:xfrm>
          <a:prstGeom prst="rect">
            <a:avLst/>
          </a:prstGeom>
          <a:noFill/>
          <a:ln w="9525">
            <a:noFill/>
            <a:miter lim="800000"/>
            <a:headEnd/>
            <a:tailEnd/>
          </a:ln>
          <a:effectLst/>
        </p:spPr>
        <p:txBody>
          <a:bodyPr>
            <a:spAutoFit/>
          </a:bodyPr>
          <a:lstStyle/>
          <a:p>
            <a:r>
              <a:rPr kumimoji="1" lang="zh-CN" altLang="en-US" sz="2800">
                <a:solidFill>
                  <a:srgbClr val="CC0000"/>
                </a:solidFill>
              </a:rPr>
              <a:t>2   </a:t>
            </a:r>
            <a:r>
              <a:rPr kumimoji="1" lang="zh-CN" altLang="en-US" sz="2800">
                <a:solidFill>
                  <a:schemeClr val="tx1"/>
                </a:solidFill>
              </a:rPr>
              <a:t>顺磁质和抗磁质的磁化</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heckerboard(across)">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58722"/>
                                        </p:tgtEl>
                                        <p:attrNameLst>
                                          <p:attrName>style.visibility</p:attrName>
                                        </p:attrNameLst>
                                      </p:cBhvr>
                                      <p:to>
                                        <p:strVal val="visible"/>
                                      </p:to>
                                    </p:set>
                                    <p:animEffect transition="in" filter="blinds(vertical)">
                                      <p:cBhvr>
                                        <p:cTn id="17" dur="500"/>
                                        <p:tgtEl>
                                          <p:spTgt spid="15872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ox(out)">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828800" y="1517650"/>
            <a:ext cx="3733800" cy="4191000"/>
            <a:chOff x="1152" y="956"/>
            <a:chExt cx="2352" cy="2640"/>
          </a:xfrm>
        </p:grpSpPr>
        <p:grpSp>
          <p:nvGrpSpPr>
            <p:cNvPr id="3" name="Group 3"/>
            <p:cNvGrpSpPr>
              <a:grpSpLocks/>
            </p:cNvGrpSpPr>
            <p:nvPr/>
          </p:nvGrpSpPr>
          <p:grpSpPr bwMode="auto">
            <a:xfrm>
              <a:off x="1152" y="956"/>
              <a:ext cx="2064" cy="2640"/>
              <a:chOff x="1152" y="956"/>
              <a:chExt cx="2064" cy="2640"/>
            </a:xfrm>
          </p:grpSpPr>
          <p:sp>
            <p:nvSpPr>
              <p:cNvPr id="159748" name="Rectangle 4"/>
              <p:cNvSpPr>
                <a:spLocks noChangeArrowheads="1"/>
              </p:cNvSpPr>
              <p:nvPr/>
            </p:nvSpPr>
            <p:spPr bwMode="auto">
              <a:xfrm>
                <a:off x="1152" y="956"/>
                <a:ext cx="1824" cy="264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4" name="Group 5"/>
              <p:cNvGrpSpPr>
                <a:grpSpLocks/>
              </p:cNvGrpSpPr>
              <p:nvPr/>
            </p:nvGrpSpPr>
            <p:grpSpPr bwMode="auto">
              <a:xfrm>
                <a:off x="1440" y="1104"/>
                <a:ext cx="1242" cy="2023"/>
                <a:chOff x="1056" y="1017"/>
                <a:chExt cx="1242" cy="2023"/>
              </a:xfrm>
            </p:grpSpPr>
            <p:sp>
              <p:nvSpPr>
                <p:cNvPr id="159750" name="Line 6"/>
                <p:cNvSpPr>
                  <a:spLocks noChangeShapeType="1"/>
                </p:cNvSpPr>
                <p:nvPr/>
              </p:nvSpPr>
              <p:spPr bwMode="auto">
                <a:xfrm flipV="1">
                  <a:off x="1263" y="1017"/>
                  <a:ext cx="0" cy="2023"/>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51" name="Line 7"/>
                <p:cNvSpPr>
                  <a:spLocks noChangeShapeType="1"/>
                </p:cNvSpPr>
                <p:nvPr/>
              </p:nvSpPr>
              <p:spPr bwMode="auto">
                <a:xfrm flipV="1">
                  <a:off x="1470" y="1017"/>
                  <a:ext cx="0" cy="2023"/>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52" name="Line 8"/>
                <p:cNvSpPr>
                  <a:spLocks noChangeShapeType="1"/>
                </p:cNvSpPr>
                <p:nvPr/>
              </p:nvSpPr>
              <p:spPr bwMode="auto">
                <a:xfrm flipV="1">
                  <a:off x="1677" y="1017"/>
                  <a:ext cx="0" cy="2023"/>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53" name="Line 9"/>
                <p:cNvSpPr>
                  <a:spLocks noChangeShapeType="1"/>
                </p:cNvSpPr>
                <p:nvPr/>
              </p:nvSpPr>
              <p:spPr bwMode="auto">
                <a:xfrm flipV="1">
                  <a:off x="1884" y="1017"/>
                  <a:ext cx="0" cy="2023"/>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54" name="Line 10"/>
                <p:cNvSpPr>
                  <a:spLocks noChangeShapeType="1"/>
                </p:cNvSpPr>
                <p:nvPr/>
              </p:nvSpPr>
              <p:spPr bwMode="auto">
                <a:xfrm flipV="1">
                  <a:off x="2091" y="1017"/>
                  <a:ext cx="0" cy="2023"/>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55" name="Line 11"/>
                <p:cNvSpPr>
                  <a:spLocks noChangeShapeType="1"/>
                </p:cNvSpPr>
                <p:nvPr/>
              </p:nvSpPr>
              <p:spPr bwMode="auto">
                <a:xfrm flipV="1">
                  <a:off x="2298" y="1017"/>
                  <a:ext cx="0" cy="2023"/>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56" name="Line 12"/>
                <p:cNvSpPr>
                  <a:spLocks noChangeShapeType="1"/>
                </p:cNvSpPr>
                <p:nvPr/>
              </p:nvSpPr>
              <p:spPr bwMode="auto">
                <a:xfrm flipV="1">
                  <a:off x="1056" y="1017"/>
                  <a:ext cx="0" cy="2023"/>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grpSp>
          <p:sp>
            <p:nvSpPr>
              <p:cNvPr id="159757" name="Oval 13"/>
              <p:cNvSpPr>
                <a:spLocks noChangeArrowheads="1"/>
              </p:cNvSpPr>
              <p:nvPr/>
            </p:nvSpPr>
            <p:spPr bwMode="auto">
              <a:xfrm>
                <a:off x="1523" y="1971"/>
                <a:ext cx="1035" cy="524"/>
              </a:xfrm>
              <a:prstGeom prst="ellipse">
                <a:avLst/>
              </a:prstGeom>
              <a:noFill/>
              <a:ln w="28575">
                <a:solidFill>
                  <a:srgbClr val="9900CC"/>
                </a:solidFill>
                <a:miter lim="800000"/>
                <a:headEnd/>
                <a:tailEnd/>
              </a:ln>
              <a:effectLst/>
            </p:spPr>
            <p:txBody>
              <a:bodyPr wrap="none" anchor="ctr"/>
              <a:lstStyle/>
              <a:p>
                <a:endParaRPr lang="zh-CN" altLang="en-US" sz="2800"/>
              </a:p>
            </p:txBody>
          </p:sp>
          <p:graphicFrame>
            <p:nvGraphicFramePr>
              <p:cNvPr id="159758" name="Object 14"/>
              <p:cNvGraphicFramePr>
                <a:graphicFrameLocks noChangeAspect="1"/>
              </p:cNvGraphicFramePr>
              <p:nvPr/>
            </p:nvGraphicFramePr>
            <p:xfrm>
              <a:off x="1824" y="2060"/>
              <a:ext cx="202" cy="250"/>
            </p:xfrm>
            <a:graphic>
              <a:graphicData uri="http://schemas.openxmlformats.org/presentationml/2006/ole">
                <p:oleObj spid="_x0000_s1097744" name="公式" r:id="rId3" imgW="177480" imgH="241200" progId="Equation.3">
                  <p:embed/>
                </p:oleObj>
              </a:graphicData>
            </a:graphic>
          </p:graphicFrame>
          <p:sp>
            <p:nvSpPr>
              <p:cNvPr id="159759" name="Line 15"/>
              <p:cNvSpPr>
                <a:spLocks noChangeShapeType="1"/>
              </p:cNvSpPr>
              <p:nvPr/>
            </p:nvSpPr>
            <p:spPr bwMode="auto">
              <a:xfrm flipV="1">
                <a:off x="2064" y="1541"/>
                <a:ext cx="0" cy="647"/>
              </a:xfrm>
              <a:prstGeom prst="line">
                <a:avLst/>
              </a:prstGeom>
              <a:noFill/>
              <a:ln w="38100">
                <a:solidFill>
                  <a:srgbClr val="FF0066"/>
                </a:solidFill>
                <a:miter lim="800000"/>
                <a:headEnd/>
                <a:tailEnd type="triangle" w="sm" len="lg"/>
              </a:ln>
              <a:effectLst/>
            </p:spPr>
            <p:txBody>
              <a:bodyPr wrap="none" anchor="ctr"/>
              <a:lstStyle/>
              <a:p>
                <a:endParaRPr lang="zh-CN" altLang="en-US" sz="2800"/>
              </a:p>
            </p:txBody>
          </p:sp>
          <p:grpSp>
            <p:nvGrpSpPr>
              <p:cNvPr id="5" name="Group 16"/>
              <p:cNvGrpSpPr>
                <a:grpSpLocks/>
              </p:cNvGrpSpPr>
              <p:nvPr/>
            </p:nvGrpSpPr>
            <p:grpSpPr bwMode="auto">
              <a:xfrm>
                <a:off x="2453" y="1920"/>
                <a:ext cx="331" cy="491"/>
                <a:chOff x="2453" y="1920"/>
                <a:chExt cx="331" cy="491"/>
              </a:xfrm>
            </p:grpSpPr>
            <p:sp>
              <p:nvSpPr>
                <p:cNvPr id="159761" name="Freeform 17"/>
                <p:cNvSpPr>
                  <a:spLocks/>
                </p:cNvSpPr>
                <p:nvPr/>
              </p:nvSpPr>
              <p:spPr bwMode="auto">
                <a:xfrm>
                  <a:off x="2453" y="2112"/>
                  <a:ext cx="331" cy="299"/>
                </a:xfrm>
                <a:custGeom>
                  <a:avLst/>
                  <a:gdLst/>
                  <a:ahLst/>
                  <a:cxnLst>
                    <a:cxn ang="0">
                      <a:pos x="0" y="299"/>
                    </a:cxn>
                    <a:cxn ang="0">
                      <a:pos x="331" y="0"/>
                    </a:cxn>
                  </a:cxnLst>
                  <a:rect l="0" t="0" r="r" b="b"/>
                  <a:pathLst>
                    <a:path w="331" h="299">
                      <a:moveTo>
                        <a:pt x="0" y="299"/>
                      </a:moveTo>
                      <a:lnTo>
                        <a:pt x="331" y="0"/>
                      </a:lnTo>
                    </a:path>
                  </a:pathLst>
                </a:custGeom>
                <a:noFill/>
                <a:ln w="28575">
                  <a:solidFill>
                    <a:srgbClr val="0000FF"/>
                  </a:solidFill>
                  <a:miter lim="800000"/>
                  <a:headEnd/>
                  <a:tailEnd type="triangle" w="sm" len="lg"/>
                </a:ln>
                <a:effectLst/>
              </p:spPr>
              <p:txBody>
                <a:bodyPr wrap="none" anchor="ctr"/>
                <a:lstStyle/>
                <a:p>
                  <a:endParaRPr lang="zh-CN" altLang="en-US" sz="2800"/>
                </a:p>
              </p:txBody>
            </p:sp>
            <p:graphicFrame>
              <p:nvGraphicFramePr>
                <p:cNvPr id="159762" name="Object 18"/>
                <p:cNvGraphicFramePr>
                  <a:graphicFrameLocks noChangeAspect="1"/>
                </p:cNvGraphicFramePr>
                <p:nvPr/>
              </p:nvGraphicFramePr>
              <p:xfrm>
                <a:off x="2544" y="1920"/>
                <a:ext cx="240" cy="303"/>
              </p:xfrm>
              <a:graphic>
                <a:graphicData uri="http://schemas.openxmlformats.org/presentationml/2006/ole">
                  <p:oleObj spid="_x0000_s1097747" name="Equation" r:id="rId4" imgW="126720" imgH="177480" progId="Equation.3">
                    <p:embed/>
                  </p:oleObj>
                </a:graphicData>
              </a:graphic>
            </p:graphicFrame>
          </p:grpSp>
          <p:graphicFrame>
            <p:nvGraphicFramePr>
              <p:cNvPr id="159763" name="Object 19"/>
              <p:cNvGraphicFramePr>
                <a:graphicFrameLocks noChangeAspect="1"/>
              </p:cNvGraphicFramePr>
              <p:nvPr/>
            </p:nvGraphicFramePr>
            <p:xfrm>
              <a:off x="1920" y="1301"/>
              <a:ext cx="260" cy="251"/>
            </p:xfrm>
            <a:graphic>
              <a:graphicData uri="http://schemas.openxmlformats.org/presentationml/2006/ole">
                <p:oleObj spid="_x0000_s1097745" name="公式" r:id="rId5" imgW="215640" imgH="228600" progId="Equation.3">
                  <p:embed/>
                </p:oleObj>
              </a:graphicData>
            </a:graphic>
          </p:graphicFrame>
          <p:graphicFrame>
            <p:nvGraphicFramePr>
              <p:cNvPr id="159764" name="Object 20"/>
              <p:cNvGraphicFramePr>
                <a:graphicFrameLocks noChangeAspect="1"/>
              </p:cNvGraphicFramePr>
              <p:nvPr/>
            </p:nvGraphicFramePr>
            <p:xfrm>
              <a:off x="2672" y="1104"/>
              <a:ext cx="352" cy="341"/>
            </p:xfrm>
            <a:graphic>
              <a:graphicData uri="http://schemas.openxmlformats.org/presentationml/2006/ole">
                <p:oleObj spid="_x0000_s1097746" name="公式" r:id="rId6" imgW="279360" imgH="342720" progId="Equation.3">
                  <p:embed/>
                </p:oleObj>
              </a:graphicData>
            </a:graphic>
          </p:graphicFrame>
          <p:sp>
            <p:nvSpPr>
              <p:cNvPr id="159765" name="Rectangle 21"/>
              <p:cNvSpPr>
                <a:spLocks noChangeArrowheads="1"/>
              </p:cNvSpPr>
              <p:nvPr/>
            </p:nvSpPr>
            <p:spPr bwMode="auto">
              <a:xfrm>
                <a:off x="2544" y="2828"/>
                <a:ext cx="672" cy="672"/>
              </a:xfrm>
              <a:prstGeom prst="rect">
                <a:avLst/>
              </a:prstGeom>
              <a:noFill/>
              <a:ln w="12700">
                <a:noFill/>
                <a:miter lim="800000"/>
                <a:headEnd/>
                <a:tailEnd/>
              </a:ln>
              <a:effectLst/>
            </p:spPr>
            <p:txBody>
              <a:bodyPr wrap="none" anchor="ctr"/>
              <a:lstStyle/>
              <a:p>
                <a:endParaRPr lang="zh-CN" altLang="en-US" sz="2800"/>
              </a:p>
            </p:txBody>
          </p:sp>
          <p:grpSp>
            <p:nvGrpSpPr>
              <p:cNvPr id="6" name="Group 22"/>
              <p:cNvGrpSpPr>
                <a:grpSpLocks/>
              </p:cNvGrpSpPr>
              <p:nvPr/>
            </p:nvGrpSpPr>
            <p:grpSpPr bwMode="auto">
              <a:xfrm>
                <a:off x="2400" y="2357"/>
                <a:ext cx="96" cy="96"/>
                <a:chOff x="2736" y="2064"/>
                <a:chExt cx="289" cy="288"/>
              </a:xfrm>
            </p:grpSpPr>
            <p:sp>
              <p:nvSpPr>
                <p:cNvPr id="159767" name="Oval 23"/>
                <p:cNvSpPr>
                  <a:spLocks noChangeArrowheads="1"/>
                </p:cNvSpPr>
                <p:nvPr/>
              </p:nvSpPr>
              <p:spPr bwMode="auto">
                <a:xfrm>
                  <a:off x="2736" y="2064"/>
                  <a:ext cx="289" cy="288"/>
                </a:xfrm>
                <a:prstGeom prst="ellipse">
                  <a:avLst/>
                </a:prstGeom>
                <a:solidFill>
                  <a:srgbClr val="FFFFFF"/>
                </a:solidFill>
                <a:ln w="28575">
                  <a:solidFill>
                    <a:schemeClr val="tx2"/>
                  </a:solidFill>
                  <a:miter lim="800000"/>
                  <a:headEnd/>
                  <a:tailEnd/>
                </a:ln>
                <a:effectLst/>
              </p:spPr>
              <p:txBody>
                <a:bodyPr wrap="none" anchor="ctr"/>
                <a:lstStyle/>
                <a:p>
                  <a:endParaRPr lang="zh-CN" altLang="en-US" sz="2800"/>
                </a:p>
              </p:txBody>
            </p:sp>
            <p:sp>
              <p:nvSpPr>
                <p:cNvPr id="159768" name="Line 24"/>
                <p:cNvSpPr>
                  <a:spLocks noChangeShapeType="1"/>
                </p:cNvSpPr>
                <p:nvPr/>
              </p:nvSpPr>
              <p:spPr bwMode="auto">
                <a:xfrm>
                  <a:off x="2784" y="2208"/>
                  <a:ext cx="192" cy="0"/>
                </a:xfrm>
                <a:prstGeom prst="line">
                  <a:avLst/>
                </a:prstGeom>
                <a:noFill/>
                <a:ln w="28575">
                  <a:solidFill>
                    <a:schemeClr val="tx2"/>
                  </a:solidFill>
                  <a:miter lim="800000"/>
                  <a:headEnd/>
                  <a:tailEnd type="none" w="sm" len="lg"/>
                </a:ln>
                <a:effectLst/>
              </p:spPr>
              <p:txBody>
                <a:bodyPr wrap="none" anchor="ctr"/>
                <a:lstStyle/>
                <a:p>
                  <a:endParaRPr lang="zh-CN" altLang="en-US" sz="2800"/>
                </a:p>
              </p:txBody>
            </p:sp>
          </p:grpSp>
          <p:grpSp>
            <p:nvGrpSpPr>
              <p:cNvPr id="7" name="Group 25"/>
              <p:cNvGrpSpPr>
                <a:grpSpLocks/>
              </p:cNvGrpSpPr>
              <p:nvPr/>
            </p:nvGrpSpPr>
            <p:grpSpPr bwMode="auto">
              <a:xfrm>
                <a:off x="1968" y="2165"/>
                <a:ext cx="144" cy="144"/>
                <a:chOff x="2976" y="1584"/>
                <a:chExt cx="288" cy="288"/>
              </a:xfrm>
            </p:grpSpPr>
            <p:sp>
              <p:nvSpPr>
                <p:cNvPr id="159770" name="Oval 26"/>
                <p:cNvSpPr>
                  <a:spLocks noChangeArrowheads="1"/>
                </p:cNvSpPr>
                <p:nvPr/>
              </p:nvSpPr>
              <p:spPr bwMode="auto">
                <a:xfrm>
                  <a:off x="2976" y="1584"/>
                  <a:ext cx="288" cy="288"/>
                </a:xfrm>
                <a:prstGeom prst="ellipse">
                  <a:avLst/>
                </a:prstGeom>
                <a:solidFill>
                  <a:srgbClr val="FFFFFF"/>
                </a:solidFill>
                <a:ln w="28575">
                  <a:solidFill>
                    <a:srgbClr val="FF0000"/>
                  </a:solidFill>
                  <a:miter lim="800000"/>
                  <a:headEnd/>
                  <a:tailEnd/>
                </a:ln>
                <a:effectLst/>
              </p:spPr>
              <p:txBody>
                <a:bodyPr wrap="none" anchor="ctr"/>
                <a:lstStyle/>
                <a:p>
                  <a:endParaRPr lang="zh-CN" altLang="en-US" sz="2800"/>
                </a:p>
              </p:txBody>
            </p:sp>
            <p:sp>
              <p:nvSpPr>
                <p:cNvPr id="159771" name="Line 27"/>
                <p:cNvSpPr>
                  <a:spLocks noChangeShapeType="1"/>
                </p:cNvSpPr>
                <p:nvPr/>
              </p:nvSpPr>
              <p:spPr bwMode="auto">
                <a:xfrm>
                  <a:off x="2976" y="1728"/>
                  <a:ext cx="288" cy="0"/>
                </a:xfrm>
                <a:prstGeom prst="line">
                  <a:avLst/>
                </a:prstGeom>
                <a:noFill/>
                <a:ln w="28575">
                  <a:solidFill>
                    <a:srgbClr val="FF0000"/>
                  </a:solidFill>
                  <a:miter lim="800000"/>
                  <a:headEnd/>
                  <a:tailEnd type="none" w="sm" len="lg"/>
                </a:ln>
                <a:effectLst/>
              </p:spPr>
              <p:txBody>
                <a:bodyPr wrap="none" anchor="ctr"/>
                <a:lstStyle/>
                <a:p>
                  <a:endParaRPr lang="zh-CN" altLang="en-US" sz="2800"/>
                </a:p>
              </p:txBody>
            </p:sp>
            <p:sp>
              <p:nvSpPr>
                <p:cNvPr id="159772" name="Line 28"/>
                <p:cNvSpPr>
                  <a:spLocks noChangeShapeType="1"/>
                </p:cNvSpPr>
                <p:nvPr/>
              </p:nvSpPr>
              <p:spPr bwMode="auto">
                <a:xfrm>
                  <a:off x="3120" y="1584"/>
                  <a:ext cx="0" cy="288"/>
                </a:xfrm>
                <a:prstGeom prst="line">
                  <a:avLst/>
                </a:prstGeom>
                <a:noFill/>
                <a:ln w="28575">
                  <a:solidFill>
                    <a:srgbClr val="FF0000"/>
                  </a:solidFill>
                  <a:miter lim="800000"/>
                  <a:headEnd/>
                  <a:tailEnd type="none" w="sm" len="lg"/>
                </a:ln>
                <a:effectLst/>
              </p:spPr>
              <p:txBody>
                <a:bodyPr wrap="none" anchor="ctr"/>
                <a:lstStyle/>
                <a:p>
                  <a:endParaRPr lang="zh-CN" altLang="en-US" sz="2800"/>
                </a:p>
              </p:txBody>
            </p:sp>
          </p:grpSp>
          <p:sp>
            <p:nvSpPr>
              <p:cNvPr id="159773" name="Rectangle 29"/>
              <p:cNvSpPr>
                <a:spLocks noChangeArrowheads="1"/>
              </p:cNvSpPr>
              <p:nvPr/>
            </p:nvSpPr>
            <p:spPr bwMode="auto">
              <a:xfrm>
                <a:off x="1152" y="3164"/>
                <a:ext cx="1824" cy="432"/>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endParaRPr lang="zh-CN" altLang="en-US" sz="2800"/>
              </a:p>
            </p:txBody>
          </p:sp>
        </p:grpSp>
        <p:grpSp>
          <p:nvGrpSpPr>
            <p:cNvPr id="8" name="Group 30"/>
            <p:cNvGrpSpPr>
              <a:grpSpLocks/>
            </p:cNvGrpSpPr>
            <p:nvPr/>
          </p:nvGrpSpPr>
          <p:grpSpPr bwMode="auto">
            <a:xfrm>
              <a:off x="1392" y="3213"/>
              <a:ext cx="2112" cy="383"/>
              <a:chOff x="1056" y="3072"/>
              <a:chExt cx="2112" cy="383"/>
            </a:xfrm>
          </p:grpSpPr>
          <p:graphicFrame>
            <p:nvGraphicFramePr>
              <p:cNvPr id="159775" name="Object 31"/>
              <p:cNvGraphicFramePr>
                <a:graphicFrameLocks noChangeAspect="1"/>
              </p:cNvGraphicFramePr>
              <p:nvPr/>
            </p:nvGraphicFramePr>
            <p:xfrm>
              <a:off x="1056" y="3072"/>
              <a:ext cx="576" cy="383"/>
            </p:xfrm>
            <a:graphic>
              <a:graphicData uri="http://schemas.openxmlformats.org/presentationml/2006/ole">
                <p:oleObj spid="_x0000_s1097743" name="公式" r:id="rId7" imgW="533160" imgH="342720" progId="Equation.3">
                  <p:embed/>
                </p:oleObj>
              </a:graphicData>
            </a:graphic>
          </p:graphicFrame>
          <p:sp>
            <p:nvSpPr>
              <p:cNvPr id="159776" name="Text Box 32"/>
              <p:cNvSpPr txBox="1">
                <a:spLocks noChangeArrowheads="1"/>
              </p:cNvSpPr>
              <p:nvPr/>
            </p:nvSpPr>
            <p:spPr bwMode="auto">
              <a:xfrm>
                <a:off x="1632" y="3120"/>
                <a:ext cx="1536"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 同</a:t>
                </a:r>
                <a:r>
                  <a:rPr kumimoji="1" lang="zh-CN" altLang="en-US" sz="2800">
                    <a:solidFill>
                      <a:schemeClr val="tx1"/>
                    </a:solidFill>
                  </a:rPr>
                  <a:t>向</a:t>
                </a:r>
                <a:r>
                  <a:rPr kumimoji="1" lang="zh-CN" altLang="zh-CN" sz="2800">
                    <a:solidFill>
                      <a:schemeClr val="tx1"/>
                    </a:solidFill>
                  </a:rPr>
                  <a:t>时</a:t>
                </a:r>
              </a:p>
            </p:txBody>
          </p:sp>
        </p:grpSp>
      </p:grpSp>
      <p:grpSp>
        <p:nvGrpSpPr>
          <p:cNvPr id="9" name="Group 33"/>
          <p:cNvGrpSpPr>
            <a:grpSpLocks/>
          </p:cNvGrpSpPr>
          <p:nvPr/>
        </p:nvGrpSpPr>
        <p:grpSpPr bwMode="auto">
          <a:xfrm>
            <a:off x="5105400" y="1517650"/>
            <a:ext cx="3657600" cy="4197350"/>
            <a:chOff x="3216" y="956"/>
            <a:chExt cx="2304" cy="2644"/>
          </a:xfrm>
        </p:grpSpPr>
        <p:sp>
          <p:nvSpPr>
            <p:cNvPr id="159778" name="Rectangle 34"/>
            <p:cNvSpPr>
              <a:spLocks noChangeArrowheads="1"/>
            </p:cNvSpPr>
            <p:nvPr/>
          </p:nvSpPr>
          <p:spPr bwMode="auto">
            <a:xfrm>
              <a:off x="3216" y="956"/>
              <a:ext cx="1968" cy="264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grpSp>
          <p:nvGrpSpPr>
            <p:cNvPr id="10" name="Group 35"/>
            <p:cNvGrpSpPr>
              <a:grpSpLocks/>
            </p:cNvGrpSpPr>
            <p:nvPr/>
          </p:nvGrpSpPr>
          <p:grpSpPr bwMode="auto">
            <a:xfrm>
              <a:off x="3504" y="1056"/>
              <a:ext cx="1285" cy="2072"/>
              <a:chOff x="3408" y="1017"/>
              <a:chExt cx="1285" cy="2072"/>
            </a:xfrm>
          </p:grpSpPr>
          <p:sp>
            <p:nvSpPr>
              <p:cNvPr id="159780" name="Line 36"/>
              <p:cNvSpPr>
                <a:spLocks noChangeShapeType="1"/>
              </p:cNvSpPr>
              <p:nvPr/>
            </p:nvSpPr>
            <p:spPr bwMode="auto">
              <a:xfrm flipV="1">
                <a:off x="3622" y="1017"/>
                <a:ext cx="0" cy="2072"/>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81" name="Line 37"/>
              <p:cNvSpPr>
                <a:spLocks noChangeShapeType="1"/>
              </p:cNvSpPr>
              <p:nvPr/>
            </p:nvSpPr>
            <p:spPr bwMode="auto">
              <a:xfrm flipV="1">
                <a:off x="3836" y="1017"/>
                <a:ext cx="0" cy="2072"/>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82" name="Line 38"/>
              <p:cNvSpPr>
                <a:spLocks noChangeShapeType="1"/>
              </p:cNvSpPr>
              <p:nvPr/>
            </p:nvSpPr>
            <p:spPr bwMode="auto">
              <a:xfrm flipV="1">
                <a:off x="4051" y="1017"/>
                <a:ext cx="0" cy="2072"/>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83" name="Line 39"/>
              <p:cNvSpPr>
                <a:spLocks noChangeShapeType="1"/>
              </p:cNvSpPr>
              <p:nvPr/>
            </p:nvSpPr>
            <p:spPr bwMode="auto">
              <a:xfrm flipV="1">
                <a:off x="4265" y="1017"/>
                <a:ext cx="0" cy="2072"/>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84" name="Line 40"/>
              <p:cNvSpPr>
                <a:spLocks noChangeShapeType="1"/>
              </p:cNvSpPr>
              <p:nvPr/>
            </p:nvSpPr>
            <p:spPr bwMode="auto">
              <a:xfrm flipV="1">
                <a:off x="4479" y="1017"/>
                <a:ext cx="0" cy="2072"/>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85" name="Line 41"/>
              <p:cNvSpPr>
                <a:spLocks noChangeShapeType="1"/>
              </p:cNvSpPr>
              <p:nvPr/>
            </p:nvSpPr>
            <p:spPr bwMode="auto">
              <a:xfrm flipV="1">
                <a:off x="4693" y="1017"/>
                <a:ext cx="0" cy="2072"/>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sp>
            <p:nvSpPr>
              <p:cNvPr id="159786" name="Line 42"/>
              <p:cNvSpPr>
                <a:spLocks noChangeShapeType="1"/>
              </p:cNvSpPr>
              <p:nvPr/>
            </p:nvSpPr>
            <p:spPr bwMode="auto">
              <a:xfrm flipV="1">
                <a:off x="3408" y="1017"/>
                <a:ext cx="0" cy="2072"/>
              </a:xfrm>
              <a:prstGeom prst="line">
                <a:avLst/>
              </a:prstGeom>
              <a:noFill/>
              <a:ln w="19050">
                <a:solidFill>
                  <a:schemeClr val="tx2"/>
                </a:solidFill>
                <a:miter lim="800000"/>
                <a:headEnd/>
                <a:tailEnd type="triangle" w="sm" len="lg"/>
              </a:ln>
              <a:effectLst/>
            </p:spPr>
            <p:txBody>
              <a:bodyPr wrap="none" anchor="ctr"/>
              <a:lstStyle/>
              <a:p>
                <a:endParaRPr lang="zh-CN" altLang="en-US" sz="2800"/>
              </a:p>
            </p:txBody>
          </p:sp>
        </p:grpSp>
        <p:sp>
          <p:nvSpPr>
            <p:cNvPr id="159787" name="Oval 43"/>
            <p:cNvSpPr>
              <a:spLocks noChangeArrowheads="1"/>
            </p:cNvSpPr>
            <p:nvPr/>
          </p:nvSpPr>
          <p:spPr bwMode="auto">
            <a:xfrm>
              <a:off x="3590" y="1814"/>
              <a:ext cx="1071" cy="537"/>
            </a:xfrm>
            <a:prstGeom prst="ellipse">
              <a:avLst/>
            </a:prstGeom>
            <a:noFill/>
            <a:ln w="28575">
              <a:solidFill>
                <a:srgbClr val="9900CC"/>
              </a:solidFill>
              <a:miter lim="800000"/>
              <a:headEnd/>
              <a:tailEnd/>
            </a:ln>
            <a:effectLst/>
          </p:spPr>
          <p:txBody>
            <a:bodyPr wrap="none" anchor="ctr"/>
            <a:lstStyle/>
            <a:p>
              <a:endParaRPr lang="zh-CN" altLang="en-US" sz="2800"/>
            </a:p>
          </p:txBody>
        </p:sp>
        <p:sp>
          <p:nvSpPr>
            <p:cNvPr id="159788" name="Line 44"/>
            <p:cNvSpPr>
              <a:spLocks noChangeShapeType="1"/>
            </p:cNvSpPr>
            <p:nvPr/>
          </p:nvSpPr>
          <p:spPr bwMode="auto">
            <a:xfrm>
              <a:off x="4147" y="2159"/>
              <a:ext cx="1" cy="652"/>
            </a:xfrm>
            <a:prstGeom prst="line">
              <a:avLst/>
            </a:prstGeom>
            <a:noFill/>
            <a:ln w="38100">
              <a:solidFill>
                <a:srgbClr val="0000FF"/>
              </a:solidFill>
              <a:miter lim="800000"/>
              <a:headEnd/>
              <a:tailEnd type="triangle" w="sm" len="lg"/>
            </a:ln>
            <a:effectLst/>
          </p:spPr>
          <p:txBody>
            <a:bodyPr wrap="none" anchor="ctr"/>
            <a:lstStyle/>
            <a:p>
              <a:endParaRPr lang="zh-CN" altLang="en-US" sz="2800"/>
            </a:p>
          </p:txBody>
        </p:sp>
        <p:graphicFrame>
          <p:nvGraphicFramePr>
            <p:cNvPr id="159789" name="Object 45"/>
            <p:cNvGraphicFramePr>
              <a:graphicFrameLocks noChangeAspect="1"/>
            </p:cNvGraphicFramePr>
            <p:nvPr/>
          </p:nvGraphicFramePr>
          <p:xfrm>
            <a:off x="3984" y="2832"/>
            <a:ext cx="259" cy="248"/>
          </p:xfrm>
          <a:graphic>
            <a:graphicData uri="http://schemas.openxmlformats.org/presentationml/2006/ole">
              <p:oleObj spid="_x0000_s1097738" name="公式" r:id="rId8" imgW="215640" imgH="228600" progId="Equation.3">
                <p:embed/>
              </p:oleObj>
            </a:graphicData>
          </a:graphic>
        </p:graphicFrame>
        <p:grpSp>
          <p:nvGrpSpPr>
            <p:cNvPr id="11" name="Group 46"/>
            <p:cNvGrpSpPr>
              <a:grpSpLocks/>
            </p:cNvGrpSpPr>
            <p:nvPr/>
          </p:nvGrpSpPr>
          <p:grpSpPr bwMode="auto">
            <a:xfrm>
              <a:off x="4464" y="2208"/>
              <a:ext cx="96" cy="96"/>
              <a:chOff x="2736" y="2064"/>
              <a:chExt cx="289" cy="288"/>
            </a:xfrm>
          </p:grpSpPr>
          <p:sp>
            <p:nvSpPr>
              <p:cNvPr id="159791" name="Oval 47"/>
              <p:cNvSpPr>
                <a:spLocks noChangeArrowheads="1"/>
              </p:cNvSpPr>
              <p:nvPr/>
            </p:nvSpPr>
            <p:spPr bwMode="auto">
              <a:xfrm>
                <a:off x="2736" y="2064"/>
                <a:ext cx="289" cy="288"/>
              </a:xfrm>
              <a:prstGeom prst="ellipse">
                <a:avLst/>
              </a:prstGeom>
              <a:solidFill>
                <a:srgbClr val="FFFFFF"/>
              </a:solidFill>
              <a:ln w="28575">
                <a:solidFill>
                  <a:schemeClr val="tx2"/>
                </a:solidFill>
                <a:miter lim="800000"/>
                <a:headEnd/>
                <a:tailEnd/>
              </a:ln>
              <a:effectLst/>
            </p:spPr>
            <p:txBody>
              <a:bodyPr wrap="none" anchor="ctr"/>
              <a:lstStyle/>
              <a:p>
                <a:endParaRPr lang="zh-CN" altLang="en-US" sz="2800"/>
              </a:p>
            </p:txBody>
          </p:sp>
          <p:sp>
            <p:nvSpPr>
              <p:cNvPr id="159792" name="Line 48"/>
              <p:cNvSpPr>
                <a:spLocks noChangeShapeType="1"/>
              </p:cNvSpPr>
              <p:nvPr/>
            </p:nvSpPr>
            <p:spPr bwMode="auto">
              <a:xfrm>
                <a:off x="2784" y="2208"/>
                <a:ext cx="192" cy="0"/>
              </a:xfrm>
              <a:prstGeom prst="line">
                <a:avLst/>
              </a:prstGeom>
              <a:noFill/>
              <a:ln w="28575">
                <a:solidFill>
                  <a:schemeClr val="tx2"/>
                </a:solidFill>
                <a:miter lim="800000"/>
                <a:headEnd/>
                <a:tailEnd type="none" w="sm" len="lg"/>
              </a:ln>
              <a:effectLst/>
            </p:spPr>
            <p:txBody>
              <a:bodyPr wrap="none" anchor="ctr"/>
              <a:lstStyle/>
              <a:p>
                <a:endParaRPr lang="zh-CN" altLang="en-US" sz="2800"/>
              </a:p>
            </p:txBody>
          </p:sp>
        </p:grpSp>
        <p:graphicFrame>
          <p:nvGraphicFramePr>
            <p:cNvPr id="159793" name="Object 49"/>
            <p:cNvGraphicFramePr>
              <a:graphicFrameLocks noChangeAspect="1"/>
            </p:cNvGraphicFramePr>
            <p:nvPr/>
          </p:nvGraphicFramePr>
          <p:xfrm>
            <a:off x="3926" y="1911"/>
            <a:ext cx="202" cy="250"/>
          </p:xfrm>
          <a:graphic>
            <a:graphicData uri="http://schemas.openxmlformats.org/presentationml/2006/ole">
              <p:oleObj spid="_x0000_s1097739" name="公式" r:id="rId9" imgW="177480" imgH="241200" progId="Equation.3">
                <p:embed/>
              </p:oleObj>
            </a:graphicData>
          </a:graphic>
        </p:graphicFrame>
        <p:grpSp>
          <p:nvGrpSpPr>
            <p:cNvPr id="12" name="Group 50"/>
            <p:cNvGrpSpPr>
              <a:grpSpLocks/>
            </p:cNvGrpSpPr>
            <p:nvPr/>
          </p:nvGrpSpPr>
          <p:grpSpPr bwMode="auto">
            <a:xfrm>
              <a:off x="4080" y="2016"/>
              <a:ext cx="144" cy="144"/>
              <a:chOff x="2976" y="1584"/>
              <a:chExt cx="288" cy="288"/>
            </a:xfrm>
          </p:grpSpPr>
          <p:sp>
            <p:nvSpPr>
              <p:cNvPr id="159795" name="Oval 51"/>
              <p:cNvSpPr>
                <a:spLocks noChangeArrowheads="1"/>
              </p:cNvSpPr>
              <p:nvPr/>
            </p:nvSpPr>
            <p:spPr bwMode="auto">
              <a:xfrm>
                <a:off x="2976" y="1584"/>
                <a:ext cx="288" cy="288"/>
              </a:xfrm>
              <a:prstGeom prst="ellipse">
                <a:avLst/>
              </a:prstGeom>
              <a:solidFill>
                <a:srgbClr val="FFFFFF"/>
              </a:solidFill>
              <a:ln w="28575">
                <a:solidFill>
                  <a:srgbClr val="FF0000"/>
                </a:solidFill>
                <a:miter lim="800000"/>
                <a:headEnd/>
                <a:tailEnd/>
              </a:ln>
              <a:effectLst/>
            </p:spPr>
            <p:txBody>
              <a:bodyPr wrap="none" anchor="ctr"/>
              <a:lstStyle/>
              <a:p>
                <a:endParaRPr lang="zh-CN" altLang="en-US" sz="2800"/>
              </a:p>
            </p:txBody>
          </p:sp>
          <p:sp>
            <p:nvSpPr>
              <p:cNvPr id="159796" name="Line 52"/>
              <p:cNvSpPr>
                <a:spLocks noChangeShapeType="1"/>
              </p:cNvSpPr>
              <p:nvPr/>
            </p:nvSpPr>
            <p:spPr bwMode="auto">
              <a:xfrm>
                <a:off x="2976" y="1728"/>
                <a:ext cx="288" cy="0"/>
              </a:xfrm>
              <a:prstGeom prst="line">
                <a:avLst/>
              </a:prstGeom>
              <a:noFill/>
              <a:ln w="28575">
                <a:solidFill>
                  <a:srgbClr val="FF0000"/>
                </a:solidFill>
                <a:miter lim="800000"/>
                <a:headEnd/>
                <a:tailEnd type="none" w="sm" len="lg"/>
              </a:ln>
              <a:effectLst/>
            </p:spPr>
            <p:txBody>
              <a:bodyPr wrap="none" anchor="ctr"/>
              <a:lstStyle/>
              <a:p>
                <a:endParaRPr lang="zh-CN" altLang="en-US" sz="2800"/>
              </a:p>
            </p:txBody>
          </p:sp>
          <p:sp>
            <p:nvSpPr>
              <p:cNvPr id="159797" name="Line 53"/>
              <p:cNvSpPr>
                <a:spLocks noChangeShapeType="1"/>
              </p:cNvSpPr>
              <p:nvPr/>
            </p:nvSpPr>
            <p:spPr bwMode="auto">
              <a:xfrm>
                <a:off x="3120" y="1584"/>
                <a:ext cx="0" cy="288"/>
              </a:xfrm>
              <a:prstGeom prst="line">
                <a:avLst/>
              </a:prstGeom>
              <a:noFill/>
              <a:ln w="28575">
                <a:solidFill>
                  <a:srgbClr val="FF0000"/>
                </a:solidFill>
                <a:miter lim="800000"/>
                <a:headEnd/>
                <a:tailEnd type="none" w="sm" len="lg"/>
              </a:ln>
              <a:effectLst/>
            </p:spPr>
            <p:txBody>
              <a:bodyPr wrap="none" anchor="ctr"/>
              <a:lstStyle/>
              <a:p>
                <a:endParaRPr lang="zh-CN" altLang="en-US" sz="2800"/>
              </a:p>
            </p:txBody>
          </p:sp>
        </p:grpSp>
        <p:grpSp>
          <p:nvGrpSpPr>
            <p:cNvPr id="13" name="Group 54"/>
            <p:cNvGrpSpPr>
              <a:grpSpLocks/>
            </p:cNvGrpSpPr>
            <p:nvPr/>
          </p:nvGrpSpPr>
          <p:grpSpPr bwMode="auto">
            <a:xfrm>
              <a:off x="4176" y="2295"/>
              <a:ext cx="337" cy="375"/>
              <a:chOff x="4128" y="2217"/>
              <a:chExt cx="337" cy="375"/>
            </a:xfrm>
          </p:grpSpPr>
          <p:sp>
            <p:nvSpPr>
              <p:cNvPr id="159799" name="Line 55"/>
              <p:cNvSpPr>
                <a:spLocks noChangeShapeType="1"/>
              </p:cNvSpPr>
              <p:nvPr/>
            </p:nvSpPr>
            <p:spPr bwMode="auto">
              <a:xfrm flipH="1">
                <a:off x="4128" y="2217"/>
                <a:ext cx="310" cy="192"/>
              </a:xfrm>
              <a:prstGeom prst="line">
                <a:avLst/>
              </a:prstGeom>
              <a:noFill/>
              <a:ln w="38100">
                <a:solidFill>
                  <a:srgbClr val="0000FF"/>
                </a:solidFill>
                <a:miter lim="800000"/>
                <a:headEnd/>
                <a:tailEnd type="triangle" w="sm" len="lg"/>
              </a:ln>
              <a:effectLst/>
            </p:spPr>
            <p:txBody>
              <a:bodyPr wrap="none" anchor="ctr"/>
              <a:lstStyle/>
              <a:p>
                <a:endParaRPr lang="zh-CN" altLang="en-US" sz="2800"/>
              </a:p>
            </p:txBody>
          </p:sp>
          <p:graphicFrame>
            <p:nvGraphicFramePr>
              <p:cNvPr id="159800" name="Object 56"/>
              <p:cNvGraphicFramePr>
                <a:graphicFrameLocks noChangeAspect="1"/>
              </p:cNvGraphicFramePr>
              <p:nvPr/>
            </p:nvGraphicFramePr>
            <p:xfrm>
              <a:off x="4224" y="2286"/>
              <a:ext cx="241" cy="306"/>
            </p:xfrm>
            <a:graphic>
              <a:graphicData uri="http://schemas.openxmlformats.org/presentationml/2006/ole">
                <p:oleObj spid="_x0000_s1097742" name="Equation" r:id="rId10" imgW="126720" imgH="177480" progId="Equation.3">
                  <p:embed/>
                </p:oleObj>
              </a:graphicData>
            </a:graphic>
          </p:graphicFrame>
        </p:grpSp>
        <p:sp>
          <p:nvSpPr>
            <p:cNvPr id="159801" name="Rectangle 57"/>
            <p:cNvSpPr>
              <a:spLocks noChangeArrowheads="1"/>
            </p:cNvSpPr>
            <p:nvPr/>
          </p:nvSpPr>
          <p:spPr bwMode="auto">
            <a:xfrm>
              <a:off x="3216" y="3168"/>
              <a:ext cx="1968" cy="428"/>
            </a:xfrm>
            <a:prstGeom prst="rect">
              <a:avLst/>
            </a:prstGeom>
            <a:gradFill rotWithShape="0">
              <a:gsLst>
                <a:gs pos="0">
                  <a:schemeClr val="folHlink"/>
                </a:gs>
                <a:gs pos="50000">
                  <a:schemeClr val="bg1"/>
                </a:gs>
                <a:gs pos="100000">
                  <a:schemeClr val="folHlink"/>
                </a:gs>
              </a:gsLst>
              <a:lin ang="5400000" scaled="1"/>
            </a:gradFill>
            <a:ln w="9525">
              <a:solidFill>
                <a:srgbClr val="CC00CC"/>
              </a:solidFill>
              <a:miter lim="800000"/>
              <a:headEnd/>
              <a:tailEnd/>
            </a:ln>
            <a:effectLst/>
          </p:spPr>
          <p:txBody>
            <a:bodyPr wrap="none" anchor="ctr"/>
            <a:lstStyle/>
            <a:p>
              <a:endParaRPr lang="zh-CN" altLang="en-US" sz="2800"/>
            </a:p>
          </p:txBody>
        </p:sp>
        <p:grpSp>
          <p:nvGrpSpPr>
            <p:cNvPr id="14" name="Group 58"/>
            <p:cNvGrpSpPr>
              <a:grpSpLocks/>
            </p:cNvGrpSpPr>
            <p:nvPr/>
          </p:nvGrpSpPr>
          <p:grpSpPr bwMode="auto">
            <a:xfrm>
              <a:off x="3504" y="3217"/>
              <a:ext cx="2016" cy="383"/>
              <a:chOff x="3552" y="3168"/>
              <a:chExt cx="2016" cy="383"/>
            </a:xfrm>
          </p:grpSpPr>
          <p:graphicFrame>
            <p:nvGraphicFramePr>
              <p:cNvPr id="159803" name="Object 59"/>
              <p:cNvGraphicFramePr>
                <a:graphicFrameLocks noChangeAspect="1"/>
              </p:cNvGraphicFramePr>
              <p:nvPr/>
            </p:nvGraphicFramePr>
            <p:xfrm>
              <a:off x="3552" y="3168"/>
              <a:ext cx="576" cy="383"/>
            </p:xfrm>
            <a:graphic>
              <a:graphicData uri="http://schemas.openxmlformats.org/presentationml/2006/ole">
                <p:oleObj spid="_x0000_s1097741" name="公式" r:id="rId11" imgW="533160" imgH="342720" progId="Equation.3">
                  <p:embed/>
                </p:oleObj>
              </a:graphicData>
            </a:graphic>
          </p:graphicFrame>
          <p:sp>
            <p:nvSpPr>
              <p:cNvPr id="159804" name="Text Box 60"/>
              <p:cNvSpPr txBox="1">
                <a:spLocks noChangeArrowheads="1"/>
              </p:cNvSpPr>
              <p:nvPr/>
            </p:nvSpPr>
            <p:spPr bwMode="auto">
              <a:xfrm>
                <a:off x="4176" y="3177"/>
                <a:ext cx="1392"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 </a:t>
                </a:r>
                <a:r>
                  <a:rPr kumimoji="1" lang="zh-CN" altLang="en-US" sz="2800">
                    <a:solidFill>
                      <a:srgbClr val="0000FF"/>
                    </a:solidFill>
                  </a:rPr>
                  <a:t>反</a:t>
                </a:r>
                <a:r>
                  <a:rPr kumimoji="1" lang="zh-CN" altLang="en-US" sz="2800">
                    <a:solidFill>
                      <a:schemeClr val="tx1"/>
                    </a:solidFill>
                  </a:rPr>
                  <a:t>向</a:t>
                </a:r>
                <a:r>
                  <a:rPr kumimoji="1" lang="zh-CN" altLang="zh-CN" sz="2800">
                    <a:solidFill>
                      <a:schemeClr val="tx1"/>
                    </a:solidFill>
                  </a:rPr>
                  <a:t>时</a:t>
                </a:r>
              </a:p>
            </p:txBody>
          </p:sp>
        </p:grpSp>
        <p:graphicFrame>
          <p:nvGraphicFramePr>
            <p:cNvPr id="159805" name="Object 61"/>
            <p:cNvGraphicFramePr>
              <a:graphicFrameLocks noChangeAspect="1"/>
            </p:cNvGraphicFramePr>
            <p:nvPr/>
          </p:nvGraphicFramePr>
          <p:xfrm>
            <a:off x="4800" y="1056"/>
            <a:ext cx="352" cy="341"/>
          </p:xfrm>
          <a:graphic>
            <a:graphicData uri="http://schemas.openxmlformats.org/presentationml/2006/ole">
              <p:oleObj spid="_x0000_s1097740" name="公式" r:id="rId12" imgW="279360" imgH="342720" progId="Equation.3">
                <p:embed/>
              </p:oleObj>
            </a:graphicData>
          </a:graphic>
        </p:graphicFrame>
      </p:grpSp>
      <p:grpSp>
        <p:nvGrpSpPr>
          <p:cNvPr id="15" name="Group 62"/>
          <p:cNvGrpSpPr>
            <a:grpSpLocks/>
          </p:cNvGrpSpPr>
          <p:nvPr/>
        </p:nvGrpSpPr>
        <p:grpSpPr bwMode="auto">
          <a:xfrm>
            <a:off x="1143000" y="776288"/>
            <a:ext cx="6400800" cy="519112"/>
            <a:chOff x="576" y="489"/>
            <a:chExt cx="4032" cy="377"/>
          </a:xfrm>
        </p:grpSpPr>
        <p:sp>
          <p:nvSpPr>
            <p:cNvPr id="159807" name="Rectangle 63"/>
            <p:cNvSpPr>
              <a:spLocks noChangeArrowheads="1"/>
            </p:cNvSpPr>
            <p:nvPr/>
          </p:nvSpPr>
          <p:spPr bwMode="auto">
            <a:xfrm>
              <a:off x="576" y="489"/>
              <a:ext cx="3648" cy="377"/>
            </a:xfrm>
            <a:prstGeom prst="rect">
              <a:avLst/>
            </a:prstGeom>
            <a:noFill/>
            <a:ln w="19050">
              <a:noFill/>
              <a:miter lim="800000"/>
              <a:headEnd/>
              <a:tailEnd/>
            </a:ln>
            <a:effectLst/>
          </p:spPr>
          <p:txBody>
            <a:bodyPr>
              <a:spAutoFit/>
            </a:bodyPr>
            <a:lstStyle/>
            <a:p>
              <a:r>
                <a:rPr kumimoji="1" lang="zh-CN" altLang="zh-CN" sz="2800">
                  <a:solidFill>
                    <a:schemeClr val="tx1"/>
                  </a:solidFill>
                </a:rPr>
                <a:t>无外磁场时抗磁质</a:t>
              </a:r>
              <a:r>
                <a:rPr kumimoji="1" lang="zh-CN" altLang="en-US" sz="2800">
                  <a:solidFill>
                    <a:schemeClr val="tx1"/>
                  </a:solidFill>
                </a:rPr>
                <a:t>分子磁矩为零                     </a:t>
              </a:r>
            </a:p>
          </p:txBody>
        </p:sp>
        <p:graphicFrame>
          <p:nvGraphicFramePr>
            <p:cNvPr id="159808" name="Object 64"/>
            <p:cNvGraphicFramePr>
              <a:graphicFrameLocks noChangeAspect="1"/>
            </p:cNvGraphicFramePr>
            <p:nvPr/>
          </p:nvGraphicFramePr>
          <p:xfrm>
            <a:off x="3936" y="528"/>
            <a:ext cx="672" cy="280"/>
          </p:xfrm>
          <a:graphic>
            <a:graphicData uri="http://schemas.openxmlformats.org/presentationml/2006/ole">
              <p:oleObj spid="_x0000_s1097737" name="公式" r:id="rId13" imgW="609480" imgH="241200" progId="Equation.3">
                <p:embed/>
              </p:oleObj>
            </a:graphicData>
          </a:graphic>
        </p:graphicFrame>
      </p:grpSp>
      <p:grpSp>
        <p:nvGrpSpPr>
          <p:cNvPr id="16" name="Group 68"/>
          <p:cNvGrpSpPr>
            <a:grpSpLocks/>
          </p:cNvGrpSpPr>
          <p:nvPr/>
        </p:nvGrpSpPr>
        <p:grpSpPr bwMode="auto">
          <a:xfrm>
            <a:off x="3429000" y="3330575"/>
            <a:ext cx="531813" cy="473075"/>
            <a:chOff x="1776" y="2006"/>
            <a:chExt cx="335" cy="298"/>
          </a:xfrm>
        </p:grpSpPr>
        <p:sp>
          <p:nvSpPr>
            <p:cNvPr id="159813" name="Line 69"/>
            <p:cNvSpPr>
              <a:spLocks noChangeShapeType="1"/>
            </p:cNvSpPr>
            <p:nvPr/>
          </p:nvSpPr>
          <p:spPr bwMode="auto">
            <a:xfrm flipH="1" flipV="1">
              <a:off x="1776" y="2191"/>
              <a:ext cx="240" cy="113"/>
            </a:xfrm>
            <a:prstGeom prst="line">
              <a:avLst/>
            </a:prstGeom>
            <a:noFill/>
            <a:ln w="38100">
              <a:solidFill>
                <a:srgbClr val="FF6600"/>
              </a:solidFill>
              <a:miter lim="800000"/>
              <a:headEnd/>
              <a:tailEnd type="triangle" w="sm" len="lg"/>
            </a:ln>
            <a:effectLst/>
          </p:spPr>
          <p:txBody>
            <a:bodyPr wrap="none" anchor="ctr"/>
            <a:lstStyle/>
            <a:p>
              <a:endParaRPr lang="zh-CN" altLang="en-US" sz="2800"/>
            </a:p>
          </p:txBody>
        </p:sp>
        <p:graphicFrame>
          <p:nvGraphicFramePr>
            <p:cNvPr id="159814" name="Object 70"/>
            <p:cNvGraphicFramePr>
              <a:graphicFrameLocks noChangeAspect="1"/>
            </p:cNvGraphicFramePr>
            <p:nvPr/>
          </p:nvGraphicFramePr>
          <p:xfrm>
            <a:off x="1872" y="2006"/>
            <a:ext cx="239" cy="250"/>
          </p:xfrm>
          <a:graphic>
            <a:graphicData uri="http://schemas.openxmlformats.org/presentationml/2006/ole">
              <p:oleObj spid="_x0000_s1097736" name="公式" r:id="rId14" imgW="228600" imgH="266400" progId="Equation.3">
                <p:embed/>
              </p:oleObj>
            </a:graphicData>
          </a:graphic>
        </p:graphicFrame>
      </p:grpSp>
      <p:grpSp>
        <p:nvGrpSpPr>
          <p:cNvPr id="17" name="Group 71"/>
          <p:cNvGrpSpPr>
            <a:grpSpLocks/>
          </p:cNvGrpSpPr>
          <p:nvPr/>
        </p:nvGrpSpPr>
        <p:grpSpPr bwMode="auto">
          <a:xfrm>
            <a:off x="3236913" y="3663950"/>
            <a:ext cx="496887" cy="1122363"/>
            <a:chOff x="2039" y="2308"/>
            <a:chExt cx="313" cy="707"/>
          </a:xfrm>
        </p:grpSpPr>
        <p:sp>
          <p:nvSpPr>
            <p:cNvPr id="159816" name="Line 72"/>
            <p:cNvSpPr>
              <a:spLocks noChangeShapeType="1"/>
            </p:cNvSpPr>
            <p:nvPr/>
          </p:nvSpPr>
          <p:spPr bwMode="auto">
            <a:xfrm>
              <a:off x="2061" y="2308"/>
              <a:ext cx="3" cy="529"/>
            </a:xfrm>
            <a:prstGeom prst="line">
              <a:avLst/>
            </a:prstGeom>
            <a:noFill/>
            <a:ln w="38100">
              <a:solidFill>
                <a:srgbClr val="D60093"/>
              </a:solidFill>
              <a:miter lim="800000"/>
              <a:headEnd/>
              <a:tailEnd type="triangle" w="sm" len="lg"/>
            </a:ln>
            <a:effectLst/>
          </p:spPr>
          <p:txBody>
            <a:bodyPr wrap="none" anchor="ctr"/>
            <a:lstStyle/>
            <a:p>
              <a:endParaRPr lang="zh-CN" altLang="en-US" sz="2800"/>
            </a:p>
          </p:txBody>
        </p:sp>
        <p:graphicFrame>
          <p:nvGraphicFramePr>
            <p:cNvPr id="159817" name="Object 73"/>
            <p:cNvGraphicFramePr>
              <a:graphicFrameLocks noChangeAspect="1"/>
            </p:cNvGraphicFramePr>
            <p:nvPr/>
          </p:nvGraphicFramePr>
          <p:xfrm>
            <a:off x="2039" y="2693"/>
            <a:ext cx="313" cy="322"/>
          </p:xfrm>
          <a:graphic>
            <a:graphicData uri="http://schemas.openxmlformats.org/presentationml/2006/ole">
              <p:oleObj spid="_x0000_s1097735" name="Equation" r:id="rId15" imgW="266400" imgH="304560" progId="Equation.3">
                <p:embed/>
              </p:oleObj>
            </a:graphicData>
          </a:graphic>
        </p:graphicFrame>
      </p:grpSp>
      <p:grpSp>
        <p:nvGrpSpPr>
          <p:cNvPr id="18" name="Group 74"/>
          <p:cNvGrpSpPr>
            <a:grpSpLocks/>
          </p:cNvGrpSpPr>
          <p:nvPr/>
        </p:nvGrpSpPr>
        <p:grpSpPr bwMode="auto">
          <a:xfrm>
            <a:off x="7239000" y="3262313"/>
            <a:ext cx="533400" cy="530225"/>
            <a:chOff x="4464" y="2016"/>
            <a:chExt cx="336" cy="334"/>
          </a:xfrm>
        </p:grpSpPr>
        <p:sp>
          <p:nvSpPr>
            <p:cNvPr id="159819" name="Line 75"/>
            <p:cNvSpPr>
              <a:spLocks noChangeShapeType="1"/>
            </p:cNvSpPr>
            <p:nvPr/>
          </p:nvSpPr>
          <p:spPr bwMode="auto">
            <a:xfrm>
              <a:off x="4464" y="2217"/>
              <a:ext cx="315" cy="133"/>
            </a:xfrm>
            <a:prstGeom prst="line">
              <a:avLst/>
            </a:prstGeom>
            <a:noFill/>
            <a:ln w="38100">
              <a:solidFill>
                <a:srgbClr val="FF6600"/>
              </a:solidFill>
              <a:miter lim="800000"/>
              <a:headEnd/>
              <a:tailEnd type="triangle" w="sm" len="lg"/>
            </a:ln>
            <a:effectLst/>
          </p:spPr>
          <p:txBody>
            <a:bodyPr wrap="none" anchor="ctr"/>
            <a:lstStyle/>
            <a:p>
              <a:endParaRPr lang="zh-CN" altLang="en-US" sz="2800"/>
            </a:p>
          </p:txBody>
        </p:sp>
        <p:graphicFrame>
          <p:nvGraphicFramePr>
            <p:cNvPr id="159820" name="Object 76"/>
            <p:cNvGraphicFramePr>
              <a:graphicFrameLocks noChangeAspect="1"/>
            </p:cNvGraphicFramePr>
            <p:nvPr/>
          </p:nvGraphicFramePr>
          <p:xfrm>
            <a:off x="4571" y="2016"/>
            <a:ext cx="229" cy="288"/>
          </p:xfrm>
          <a:graphic>
            <a:graphicData uri="http://schemas.openxmlformats.org/presentationml/2006/ole">
              <p:oleObj spid="_x0000_s1097734" name="公式" r:id="rId16" imgW="228600" imgH="266400" progId="Equation.3">
                <p:embed/>
              </p:oleObj>
            </a:graphicData>
          </a:graphic>
        </p:graphicFrame>
      </p:grpSp>
      <p:grpSp>
        <p:nvGrpSpPr>
          <p:cNvPr id="19" name="Group 77"/>
          <p:cNvGrpSpPr>
            <a:grpSpLocks/>
          </p:cNvGrpSpPr>
          <p:nvPr/>
        </p:nvGrpSpPr>
        <p:grpSpPr bwMode="auto">
          <a:xfrm>
            <a:off x="6413500" y="1890713"/>
            <a:ext cx="477838" cy="1292225"/>
            <a:chOff x="4040" y="1191"/>
            <a:chExt cx="301" cy="814"/>
          </a:xfrm>
        </p:grpSpPr>
        <p:sp>
          <p:nvSpPr>
            <p:cNvPr id="159822" name="Line 78"/>
            <p:cNvSpPr>
              <a:spLocks noChangeShapeType="1"/>
            </p:cNvSpPr>
            <p:nvPr/>
          </p:nvSpPr>
          <p:spPr bwMode="auto">
            <a:xfrm flipV="1">
              <a:off x="4147" y="1507"/>
              <a:ext cx="0" cy="498"/>
            </a:xfrm>
            <a:prstGeom prst="line">
              <a:avLst/>
            </a:prstGeom>
            <a:noFill/>
            <a:ln w="38100">
              <a:solidFill>
                <a:srgbClr val="FF0066"/>
              </a:solidFill>
              <a:miter lim="800000"/>
              <a:headEnd/>
              <a:tailEnd type="triangle" w="sm" len="lg"/>
            </a:ln>
            <a:effectLst/>
          </p:spPr>
          <p:txBody>
            <a:bodyPr wrap="none" anchor="ctr"/>
            <a:lstStyle/>
            <a:p>
              <a:endParaRPr lang="zh-CN" altLang="en-US" sz="2800"/>
            </a:p>
          </p:txBody>
        </p:sp>
        <p:graphicFrame>
          <p:nvGraphicFramePr>
            <p:cNvPr id="159823" name="Object 79"/>
            <p:cNvGraphicFramePr>
              <a:graphicFrameLocks noChangeAspect="1"/>
            </p:cNvGraphicFramePr>
            <p:nvPr/>
          </p:nvGraphicFramePr>
          <p:xfrm>
            <a:off x="4040" y="1191"/>
            <a:ext cx="301" cy="307"/>
          </p:xfrm>
          <a:graphic>
            <a:graphicData uri="http://schemas.openxmlformats.org/presentationml/2006/ole">
              <p:oleObj spid="_x0000_s1097733" name="Equation" r:id="rId17" imgW="266400" imgH="304560" progId="Equation.3">
                <p:embed/>
              </p:oleObj>
            </a:graphicData>
          </a:graphic>
        </p:graphicFrame>
      </p:grpSp>
      <p:grpSp>
        <p:nvGrpSpPr>
          <p:cNvPr id="20" name="Group 80"/>
          <p:cNvGrpSpPr>
            <a:grpSpLocks/>
          </p:cNvGrpSpPr>
          <p:nvPr/>
        </p:nvGrpSpPr>
        <p:grpSpPr bwMode="auto">
          <a:xfrm>
            <a:off x="2514600" y="3665538"/>
            <a:ext cx="762000" cy="677862"/>
            <a:chOff x="1584" y="2309"/>
            <a:chExt cx="480" cy="427"/>
          </a:xfrm>
        </p:grpSpPr>
        <p:sp>
          <p:nvSpPr>
            <p:cNvPr id="159825" name="Line 81"/>
            <p:cNvSpPr>
              <a:spLocks noChangeShapeType="1"/>
            </p:cNvSpPr>
            <p:nvPr/>
          </p:nvSpPr>
          <p:spPr bwMode="auto">
            <a:xfrm>
              <a:off x="2061" y="2309"/>
              <a:ext cx="3" cy="283"/>
            </a:xfrm>
            <a:prstGeom prst="line">
              <a:avLst/>
            </a:prstGeom>
            <a:noFill/>
            <a:ln w="38100">
              <a:solidFill>
                <a:srgbClr val="0000FF"/>
              </a:solidFill>
              <a:miter lim="800000"/>
              <a:headEnd/>
              <a:tailEnd type="triangle" w="sm" len="lg"/>
            </a:ln>
            <a:effectLst/>
          </p:spPr>
          <p:txBody>
            <a:bodyPr wrap="none" anchor="ctr"/>
            <a:lstStyle/>
            <a:p>
              <a:endParaRPr lang="zh-CN" altLang="en-US" sz="2800"/>
            </a:p>
          </p:txBody>
        </p:sp>
        <p:graphicFrame>
          <p:nvGraphicFramePr>
            <p:cNvPr id="159826" name="Object 82"/>
            <p:cNvGraphicFramePr>
              <a:graphicFrameLocks noChangeAspect="1"/>
            </p:cNvGraphicFramePr>
            <p:nvPr/>
          </p:nvGraphicFramePr>
          <p:xfrm>
            <a:off x="1584" y="2409"/>
            <a:ext cx="425" cy="327"/>
          </p:xfrm>
          <a:graphic>
            <a:graphicData uri="http://schemas.openxmlformats.org/presentationml/2006/ole">
              <p:oleObj spid="_x0000_s1097732" name="Equation" r:id="rId18" imgW="419040" imgH="304560" progId="Equation.3">
                <p:embed/>
              </p:oleObj>
            </a:graphicData>
          </a:graphic>
        </p:graphicFrame>
      </p:grpSp>
      <p:grpSp>
        <p:nvGrpSpPr>
          <p:cNvPr id="21" name="Group 83"/>
          <p:cNvGrpSpPr>
            <a:grpSpLocks/>
          </p:cNvGrpSpPr>
          <p:nvPr/>
        </p:nvGrpSpPr>
        <p:grpSpPr bwMode="auto">
          <a:xfrm>
            <a:off x="5775325" y="3429000"/>
            <a:ext cx="808038" cy="762000"/>
            <a:chOff x="3638" y="2160"/>
            <a:chExt cx="509" cy="480"/>
          </a:xfrm>
        </p:grpSpPr>
        <p:sp>
          <p:nvSpPr>
            <p:cNvPr id="159828" name="Line 84"/>
            <p:cNvSpPr>
              <a:spLocks noChangeShapeType="1"/>
            </p:cNvSpPr>
            <p:nvPr/>
          </p:nvSpPr>
          <p:spPr bwMode="auto">
            <a:xfrm>
              <a:off x="4147" y="2160"/>
              <a:ext cx="0" cy="307"/>
            </a:xfrm>
            <a:prstGeom prst="line">
              <a:avLst/>
            </a:prstGeom>
            <a:noFill/>
            <a:ln w="38100">
              <a:solidFill>
                <a:srgbClr val="FF0000"/>
              </a:solidFill>
              <a:miter lim="800000"/>
              <a:headEnd/>
              <a:tailEnd type="triangle" w="sm" len="lg"/>
            </a:ln>
            <a:effectLst/>
          </p:spPr>
          <p:txBody>
            <a:bodyPr wrap="none" anchor="ctr"/>
            <a:lstStyle/>
            <a:p>
              <a:endParaRPr lang="zh-CN" altLang="en-US" sz="2800"/>
            </a:p>
          </p:txBody>
        </p:sp>
        <p:graphicFrame>
          <p:nvGraphicFramePr>
            <p:cNvPr id="159829" name="Object 85"/>
            <p:cNvGraphicFramePr>
              <a:graphicFrameLocks noChangeAspect="1"/>
            </p:cNvGraphicFramePr>
            <p:nvPr/>
          </p:nvGraphicFramePr>
          <p:xfrm>
            <a:off x="3638" y="2322"/>
            <a:ext cx="490" cy="318"/>
          </p:xfrm>
          <a:graphic>
            <a:graphicData uri="http://schemas.openxmlformats.org/presentationml/2006/ole">
              <p:oleObj spid="_x0000_s1097731" name="Equation" r:id="rId19" imgW="419040" imgH="304560" progId="Equation.3">
                <p:embed/>
              </p:oleObj>
            </a:graphicData>
          </a:graphic>
        </p:graphicFrame>
      </p:grpSp>
      <p:sp>
        <p:nvSpPr>
          <p:cNvPr id="159830" name="Text Box 86"/>
          <p:cNvSpPr txBox="1">
            <a:spLocks noChangeArrowheads="1"/>
          </p:cNvSpPr>
          <p:nvPr/>
        </p:nvSpPr>
        <p:spPr bwMode="auto">
          <a:xfrm>
            <a:off x="903685" y="1524000"/>
            <a:ext cx="615553" cy="4191000"/>
          </a:xfrm>
          <a:prstGeom prst="rect">
            <a:avLst/>
          </a:prstGeom>
          <a:gradFill rotWithShape="0">
            <a:gsLst>
              <a:gs pos="0">
                <a:srgbClr val="FFE1FF"/>
              </a:gs>
              <a:gs pos="50000">
                <a:srgbClr val="FFFFFF"/>
              </a:gs>
              <a:gs pos="100000">
                <a:srgbClr val="FFE1FF"/>
              </a:gs>
            </a:gsLst>
            <a:lin ang="0" scaled="1"/>
          </a:gradFill>
          <a:ln w="9525">
            <a:solidFill>
              <a:srgbClr val="CC00CC"/>
            </a:solidFill>
            <a:miter lim="800000"/>
            <a:headEnd/>
            <a:tailEnd/>
          </a:ln>
          <a:effectLst/>
        </p:spPr>
        <p:txBody>
          <a:bodyPr vert="eaVert">
            <a:spAutoFit/>
          </a:bodyPr>
          <a:lstStyle/>
          <a:p>
            <a:pPr algn="ctr">
              <a:spcBef>
                <a:spcPct val="50000"/>
              </a:spcBef>
            </a:pPr>
            <a:r>
              <a:rPr kumimoji="1" lang="zh-CN" altLang="en-US" sz="2800">
                <a:solidFill>
                  <a:schemeClr val="tx1"/>
                </a:solidFill>
              </a:rPr>
              <a:t>抗磁质的磁化</a:t>
            </a:r>
          </a:p>
        </p:txBody>
      </p:sp>
      <p:grpSp>
        <p:nvGrpSpPr>
          <p:cNvPr id="22" name="Group 87"/>
          <p:cNvGrpSpPr>
            <a:grpSpLocks/>
          </p:cNvGrpSpPr>
          <p:nvPr/>
        </p:nvGrpSpPr>
        <p:grpSpPr bwMode="auto">
          <a:xfrm>
            <a:off x="1812925" y="5840413"/>
            <a:ext cx="5578475" cy="712787"/>
            <a:chOff x="768" y="1152"/>
            <a:chExt cx="3514" cy="449"/>
          </a:xfrm>
        </p:grpSpPr>
        <p:graphicFrame>
          <p:nvGraphicFramePr>
            <p:cNvPr id="159832" name="Object 88"/>
            <p:cNvGraphicFramePr>
              <a:graphicFrameLocks noChangeAspect="1"/>
            </p:cNvGraphicFramePr>
            <p:nvPr/>
          </p:nvGraphicFramePr>
          <p:xfrm>
            <a:off x="2832" y="1152"/>
            <a:ext cx="1450" cy="449"/>
          </p:xfrm>
          <a:graphic>
            <a:graphicData uri="http://schemas.openxmlformats.org/presentationml/2006/ole">
              <p:oleObj spid="_x0000_s1097730" name="Equation" r:id="rId20" imgW="736560" imgH="228600" progId="Equation.3">
                <p:embed/>
              </p:oleObj>
            </a:graphicData>
          </a:graphic>
        </p:graphicFrame>
        <p:sp>
          <p:nvSpPr>
            <p:cNvPr id="159833" name="Rectangle 89"/>
            <p:cNvSpPr>
              <a:spLocks noChangeArrowheads="1"/>
            </p:cNvSpPr>
            <p:nvPr/>
          </p:nvSpPr>
          <p:spPr bwMode="auto">
            <a:xfrm>
              <a:off x="768" y="1200"/>
              <a:ext cx="1920" cy="327"/>
            </a:xfrm>
            <a:prstGeom prst="rect">
              <a:avLst/>
            </a:prstGeom>
            <a:noFill/>
            <a:ln w="19050">
              <a:noFill/>
              <a:miter lim="800000"/>
              <a:headEnd/>
              <a:tailEnd/>
            </a:ln>
            <a:effectLst/>
          </p:spPr>
          <p:txBody>
            <a:bodyPr>
              <a:spAutoFit/>
            </a:bodyPr>
            <a:lstStyle/>
            <a:p>
              <a:r>
                <a:rPr kumimoji="1" lang="zh-CN" altLang="en-US" sz="2800">
                  <a:solidFill>
                    <a:schemeClr val="tx1"/>
                  </a:solidFill>
                </a:rPr>
                <a:t>抗磁质内磁场</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9830"/>
                                        </p:tgtEl>
                                        <p:attrNameLst>
                                          <p:attrName>style.visibility</p:attrName>
                                        </p:attrNameLst>
                                      </p:cBhvr>
                                      <p:to>
                                        <p:strVal val="visible"/>
                                      </p:to>
                                    </p:set>
                                    <p:animEffect transition="in" filter="blinds(horizontal)">
                                      <p:cBhvr>
                                        <p:cTn id="7" dur="500"/>
                                        <p:tgtEl>
                                          <p:spTgt spid="1598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strips(down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9"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trips(up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strips(down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ou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9"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strips(up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strips(downRigh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strips(downLeft)">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830"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1524000" y="2743200"/>
            <a:ext cx="3352800" cy="519113"/>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3     </a:t>
            </a:r>
            <a:r>
              <a:rPr kumimoji="1" lang="zh-CN" altLang="en-US" sz="2800">
                <a:solidFill>
                  <a:schemeClr val="tx1"/>
                </a:solidFill>
              </a:rPr>
              <a:t>磁化强度</a:t>
            </a:r>
          </a:p>
        </p:txBody>
      </p:sp>
      <p:graphicFrame>
        <p:nvGraphicFramePr>
          <p:cNvPr id="160771" name="Object 3"/>
          <p:cNvGraphicFramePr>
            <a:graphicFrameLocks noChangeAspect="1"/>
          </p:cNvGraphicFramePr>
          <p:nvPr/>
        </p:nvGraphicFramePr>
        <p:xfrm>
          <a:off x="1066800" y="3810000"/>
          <a:ext cx="1752600" cy="1290638"/>
        </p:xfrm>
        <a:graphic>
          <a:graphicData uri="http://schemas.openxmlformats.org/presentationml/2006/ole">
            <p:oleObj spid="_x0000_s1098754" name="Equation" r:id="rId3" imgW="672840" imgH="431640" progId="Equation.3">
              <p:embed/>
            </p:oleObj>
          </a:graphicData>
        </a:graphic>
      </p:graphicFrame>
      <p:grpSp>
        <p:nvGrpSpPr>
          <p:cNvPr id="2" name="Group 4"/>
          <p:cNvGrpSpPr>
            <a:grpSpLocks/>
          </p:cNvGrpSpPr>
          <p:nvPr/>
        </p:nvGrpSpPr>
        <p:grpSpPr bwMode="auto">
          <a:xfrm>
            <a:off x="3200400" y="3581400"/>
            <a:ext cx="1981200" cy="946150"/>
            <a:chOff x="2016" y="2380"/>
            <a:chExt cx="1248" cy="596"/>
          </a:xfrm>
        </p:grpSpPr>
        <p:sp>
          <p:nvSpPr>
            <p:cNvPr id="160773" name="AutoShape 5"/>
            <p:cNvSpPr>
              <a:spLocks noChangeArrowheads="1"/>
            </p:cNvSpPr>
            <p:nvPr/>
          </p:nvSpPr>
          <p:spPr bwMode="auto">
            <a:xfrm>
              <a:off x="2016" y="2400"/>
              <a:ext cx="1056" cy="576"/>
            </a:xfrm>
            <a:prstGeom prst="wedgeRectCallout">
              <a:avLst>
                <a:gd name="adj1" fmla="val -74528"/>
                <a:gd name="adj2" fmla="val -5208"/>
              </a:avLst>
            </a:prstGeom>
            <a:gradFill rotWithShape="0">
              <a:gsLst>
                <a:gs pos="0">
                  <a:schemeClr val="folHlink"/>
                </a:gs>
                <a:gs pos="50000">
                  <a:schemeClr val="bg1"/>
                </a:gs>
                <a:gs pos="100000">
                  <a:schemeClr val="folHlink"/>
                </a:gs>
              </a:gsLst>
              <a:lin ang="5400000" scaled="1"/>
            </a:gradFill>
            <a:ln w="9525">
              <a:solidFill>
                <a:srgbClr val="D60093"/>
              </a:solidFill>
              <a:miter lim="800000"/>
              <a:headEnd/>
              <a:tailEnd/>
            </a:ln>
            <a:effectLst/>
          </p:spPr>
          <p:txBody>
            <a:bodyPr/>
            <a:lstStyle/>
            <a:p>
              <a:pPr algn="ctr"/>
              <a:endParaRPr lang="zh-CN" altLang="en-US" sz="2800">
                <a:solidFill>
                  <a:srgbClr val="1C1C1C"/>
                </a:solidFill>
              </a:endParaRPr>
            </a:p>
          </p:txBody>
        </p:sp>
        <p:sp>
          <p:nvSpPr>
            <p:cNvPr id="160774" name="Text Box 6"/>
            <p:cNvSpPr txBox="1">
              <a:spLocks noChangeArrowheads="1"/>
            </p:cNvSpPr>
            <p:nvPr/>
          </p:nvSpPr>
          <p:spPr bwMode="auto">
            <a:xfrm>
              <a:off x="2056" y="2380"/>
              <a:ext cx="1208" cy="596"/>
            </a:xfrm>
            <a:prstGeom prst="rect">
              <a:avLst/>
            </a:prstGeom>
            <a:noFill/>
            <a:ln w="19050">
              <a:noFill/>
              <a:prstDash val="dash"/>
              <a:miter lim="800000"/>
              <a:headEnd/>
              <a:tailEnd/>
            </a:ln>
            <a:effectLst/>
          </p:spPr>
          <p:txBody>
            <a:bodyPr>
              <a:spAutoFit/>
            </a:bodyPr>
            <a:lstStyle/>
            <a:p>
              <a:pPr>
                <a:spcBef>
                  <a:spcPct val="50000"/>
                </a:spcBef>
              </a:pPr>
              <a:r>
                <a:rPr kumimoji="1" lang="zh-CN" altLang="en-US" sz="2800">
                  <a:solidFill>
                    <a:schemeClr val="tx1"/>
                  </a:solidFill>
                </a:rPr>
                <a:t>分子磁矩的矢量和</a:t>
              </a:r>
              <a:endParaRPr kumimoji="1" lang="en-US" altLang="zh-CN" sz="2800">
                <a:solidFill>
                  <a:schemeClr val="tx1"/>
                </a:solidFill>
              </a:endParaRPr>
            </a:p>
          </p:txBody>
        </p:sp>
      </p:grpSp>
      <p:grpSp>
        <p:nvGrpSpPr>
          <p:cNvPr id="3" name="Group 7"/>
          <p:cNvGrpSpPr>
            <a:grpSpLocks/>
          </p:cNvGrpSpPr>
          <p:nvPr/>
        </p:nvGrpSpPr>
        <p:grpSpPr bwMode="auto">
          <a:xfrm>
            <a:off x="3276600" y="4876800"/>
            <a:ext cx="1981200" cy="533400"/>
            <a:chOff x="2064" y="3168"/>
            <a:chExt cx="1248" cy="336"/>
          </a:xfrm>
        </p:grpSpPr>
        <p:sp>
          <p:nvSpPr>
            <p:cNvPr id="160776" name="AutoShape 8"/>
            <p:cNvSpPr>
              <a:spLocks noChangeArrowheads="1"/>
            </p:cNvSpPr>
            <p:nvPr/>
          </p:nvSpPr>
          <p:spPr bwMode="auto">
            <a:xfrm>
              <a:off x="2064" y="3168"/>
              <a:ext cx="1056" cy="336"/>
            </a:xfrm>
            <a:prstGeom prst="wedgeRectCallout">
              <a:avLst>
                <a:gd name="adj1" fmla="val -82861"/>
                <a:gd name="adj2" fmla="val -34819"/>
              </a:avLst>
            </a:prstGeom>
            <a:gradFill rotWithShape="0">
              <a:gsLst>
                <a:gs pos="0">
                  <a:schemeClr val="folHlink"/>
                </a:gs>
                <a:gs pos="50000">
                  <a:schemeClr val="bg1"/>
                </a:gs>
                <a:gs pos="100000">
                  <a:schemeClr val="folHlink"/>
                </a:gs>
              </a:gsLst>
              <a:lin ang="5400000" scaled="1"/>
            </a:gradFill>
            <a:ln w="9525">
              <a:solidFill>
                <a:srgbClr val="D60093"/>
              </a:solidFill>
              <a:miter lim="800000"/>
              <a:headEnd/>
              <a:tailEnd/>
            </a:ln>
            <a:effectLst/>
          </p:spPr>
          <p:txBody>
            <a:bodyPr/>
            <a:lstStyle/>
            <a:p>
              <a:pPr algn="ctr"/>
              <a:endParaRPr lang="zh-CN" altLang="en-US" sz="2800">
                <a:solidFill>
                  <a:srgbClr val="1C1C1C"/>
                </a:solidFill>
              </a:endParaRPr>
            </a:p>
          </p:txBody>
        </p:sp>
        <p:sp>
          <p:nvSpPr>
            <p:cNvPr id="160777" name="Text Box 9"/>
            <p:cNvSpPr txBox="1">
              <a:spLocks noChangeArrowheads="1"/>
            </p:cNvSpPr>
            <p:nvPr/>
          </p:nvSpPr>
          <p:spPr bwMode="auto">
            <a:xfrm>
              <a:off x="2210" y="3168"/>
              <a:ext cx="1102" cy="327"/>
            </a:xfrm>
            <a:prstGeom prst="rect">
              <a:avLst/>
            </a:prstGeom>
            <a:noFill/>
            <a:ln w="19050">
              <a:noFill/>
              <a:prstDash val="dash"/>
              <a:miter lim="800000"/>
              <a:headEnd/>
              <a:tailEnd/>
            </a:ln>
            <a:effectLst/>
          </p:spPr>
          <p:txBody>
            <a:bodyPr>
              <a:spAutoFit/>
            </a:bodyPr>
            <a:lstStyle/>
            <a:p>
              <a:pPr>
                <a:spcBef>
                  <a:spcPct val="50000"/>
                </a:spcBef>
              </a:pPr>
              <a:r>
                <a:rPr kumimoji="1" lang="zh-CN" altLang="en-US" sz="2800">
                  <a:solidFill>
                    <a:schemeClr val="tx1"/>
                  </a:solidFill>
                </a:rPr>
                <a:t>体积元</a:t>
              </a:r>
            </a:p>
          </p:txBody>
        </p:sp>
      </p:grpSp>
      <p:grpSp>
        <p:nvGrpSpPr>
          <p:cNvPr id="4" name="Group 10"/>
          <p:cNvGrpSpPr>
            <a:grpSpLocks/>
          </p:cNvGrpSpPr>
          <p:nvPr/>
        </p:nvGrpSpPr>
        <p:grpSpPr bwMode="auto">
          <a:xfrm>
            <a:off x="1219200" y="5195888"/>
            <a:ext cx="6400800" cy="1052512"/>
            <a:chOff x="960" y="3216"/>
            <a:chExt cx="4032" cy="663"/>
          </a:xfrm>
        </p:grpSpPr>
        <p:sp>
          <p:nvSpPr>
            <p:cNvPr id="160779" name="Rectangle 11"/>
            <p:cNvSpPr>
              <a:spLocks noChangeArrowheads="1"/>
            </p:cNvSpPr>
            <p:nvPr/>
          </p:nvSpPr>
          <p:spPr bwMode="auto">
            <a:xfrm>
              <a:off x="3792" y="3216"/>
              <a:ext cx="1200" cy="624"/>
            </a:xfrm>
            <a:prstGeom prst="rect">
              <a:avLst/>
            </a:prstGeom>
            <a:noFill/>
            <a:ln w="9525">
              <a:noFill/>
              <a:miter lim="800000"/>
              <a:headEnd/>
              <a:tailEnd/>
            </a:ln>
            <a:effectLst/>
          </p:spPr>
          <p:txBody>
            <a:bodyPr wrap="none" anchor="ctr"/>
            <a:lstStyle/>
            <a:p>
              <a:endParaRPr lang="zh-CN" altLang="en-US" sz="2800"/>
            </a:p>
          </p:txBody>
        </p:sp>
        <p:graphicFrame>
          <p:nvGraphicFramePr>
            <p:cNvPr id="160780" name="Object 12"/>
            <p:cNvGraphicFramePr>
              <a:graphicFrameLocks noChangeAspect="1"/>
            </p:cNvGraphicFramePr>
            <p:nvPr/>
          </p:nvGraphicFramePr>
          <p:xfrm>
            <a:off x="2832" y="3504"/>
            <a:ext cx="758" cy="310"/>
          </p:xfrm>
          <a:graphic>
            <a:graphicData uri="http://schemas.openxmlformats.org/presentationml/2006/ole">
              <p:oleObj spid="_x0000_s1098757" name="Equation" r:id="rId4" imgW="711000" imgH="291960" progId="Equation.3">
                <p:embed/>
              </p:oleObj>
            </a:graphicData>
          </a:graphic>
        </p:graphicFrame>
        <p:sp>
          <p:nvSpPr>
            <p:cNvPr id="160781" name="Text Box 13"/>
            <p:cNvSpPr txBox="1">
              <a:spLocks noChangeArrowheads="1"/>
            </p:cNvSpPr>
            <p:nvPr/>
          </p:nvSpPr>
          <p:spPr bwMode="auto">
            <a:xfrm>
              <a:off x="960" y="3552"/>
              <a:ext cx="1726"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单位</a:t>
              </a:r>
              <a:r>
                <a:rPr kumimoji="1" lang="zh-CN" altLang="en-US" sz="2800">
                  <a:solidFill>
                    <a:srgbClr val="CC0000"/>
                  </a:solidFill>
                </a:rPr>
                <a:t>（</a:t>
              </a:r>
              <a:r>
                <a:rPr kumimoji="1" lang="zh-CN" altLang="en-US" sz="2800">
                  <a:solidFill>
                    <a:schemeClr val="tx1"/>
                  </a:solidFill>
                </a:rPr>
                <a:t>安/米</a:t>
              </a:r>
              <a:r>
                <a:rPr kumimoji="1" lang="zh-CN" altLang="en-US" sz="2800">
                  <a:solidFill>
                    <a:srgbClr val="CC0000"/>
                  </a:solidFill>
                </a:rPr>
                <a:t>）</a:t>
              </a:r>
              <a:endParaRPr kumimoji="1" lang="zh-CN" altLang="en-US" sz="2800">
                <a:solidFill>
                  <a:schemeClr val="tx1"/>
                </a:solidFill>
              </a:endParaRPr>
            </a:p>
          </p:txBody>
        </p:sp>
      </p:grpSp>
      <p:grpSp>
        <p:nvGrpSpPr>
          <p:cNvPr id="5" name="Group 24"/>
          <p:cNvGrpSpPr>
            <a:grpSpLocks/>
          </p:cNvGrpSpPr>
          <p:nvPr/>
        </p:nvGrpSpPr>
        <p:grpSpPr bwMode="auto">
          <a:xfrm>
            <a:off x="1584325" y="1828800"/>
            <a:ext cx="5578475" cy="712788"/>
            <a:chOff x="768" y="1152"/>
            <a:chExt cx="3514" cy="449"/>
          </a:xfrm>
        </p:grpSpPr>
        <p:graphicFrame>
          <p:nvGraphicFramePr>
            <p:cNvPr id="160783" name="Object 15"/>
            <p:cNvGraphicFramePr>
              <a:graphicFrameLocks noChangeAspect="1"/>
            </p:cNvGraphicFramePr>
            <p:nvPr/>
          </p:nvGraphicFramePr>
          <p:xfrm>
            <a:off x="2832" y="1152"/>
            <a:ext cx="1450" cy="449"/>
          </p:xfrm>
          <a:graphic>
            <a:graphicData uri="http://schemas.openxmlformats.org/presentationml/2006/ole">
              <p:oleObj spid="_x0000_s1098756" name="Equation" r:id="rId5" imgW="736560" imgH="228600" progId="Equation.3">
                <p:embed/>
              </p:oleObj>
            </a:graphicData>
          </a:graphic>
        </p:graphicFrame>
        <p:sp>
          <p:nvSpPr>
            <p:cNvPr id="160784" name="Rectangle 16"/>
            <p:cNvSpPr>
              <a:spLocks noChangeArrowheads="1"/>
            </p:cNvSpPr>
            <p:nvPr/>
          </p:nvSpPr>
          <p:spPr bwMode="auto">
            <a:xfrm>
              <a:off x="768" y="1200"/>
              <a:ext cx="1920" cy="327"/>
            </a:xfrm>
            <a:prstGeom prst="rect">
              <a:avLst/>
            </a:prstGeom>
            <a:noFill/>
            <a:ln w="19050">
              <a:noFill/>
              <a:miter lim="800000"/>
              <a:headEnd/>
              <a:tailEnd/>
            </a:ln>
            <a:effectLst/>
          </p:spPr>
          <p:txBody>
            <a:bodyPr>
              <a:spAutoFit/>
            </a:bodyPr>
            <a:lstStyle/>
            <a:p>
              <a:r>
                <a:rPr kumimoji="1" lang="zh-CN" altLang="en-US" sz="2800">
                  <a:solidFill>
                    <a:schemeClr val="tx1"/>
                  </a:solidFill>
                </a:rPr>
                <a:t>抗磁质内磁场</a:t>
              </a:r>
            </a:p>
          </p:txBody>
        </p:sp>
      </p:grpSp>
      <p:grpSp>
        <p:nvGrpSpPr>
          <p:cNvPr id="6" name="Group 23"/>
          <p:cNvGrpSpPr>
            <a:grpSpLocks/>
          </p:cNvGrpSpPr>
          <p:nvPr/>
        </p:nvGrpSpPr>
        <p:grpSpPr bwMode="auto">
          <a:xfrm>
            <a:off x="1528763" y="990600"/>
            <a:ext cx="5557837" cy="690563"/>
            <a:chOff x="768" y="672"/>
            <a:chExt cx="3501" cy="435"/>
          </a:xfrm>
        </p:grpSpPr>
        <p:graphicFrame>
          <p:nvGraphicFramePr>
            <p:cNvPr id="160786" name="Object 18"/>
            <p:cNvGraphicFramePr>
              <a:graphicFrameLocks noChangeAspect="1"/>
            </p:cNvGraphicFramePr>
            <p:nvPr/>
          </p:nvGraphicFramePr>
          <p:xfrm>
            <a:off x="2832" y="672"/>
            <a:ext cx="1437" cy="435"/>
          </p:xfrm>
          <a:graphic>
            <a:graphicData uri="http://schemas.openxmlformats.org/presentationml/2006/ole">
              <p:oleObj spid="_x0000_s1098755" name="Equation" r:id="rId6" imgW="736560" imgH="228600" progId="Equation.3">
                <p:embed/>
              </p:oleObj>
            </a:graphicData>
          </a:graphic>
        </p:graphicFrame>
        <p:sp>
          <p:nvSpPr>
            <p:cNvPr id="160787" name="Rectangle 19"/>
            <p:cNvSpPr>
              <a:spLocks noChangeArrowheads="1"/>
            </p:cNvSpPr>
            <p:nvPr/>
          </p:nvSpPr>
          <p:spPr bwMode="auto">
            <a:xfrm>
              <a:off x="768" y="720"/>
              <a:ext cx="1920" cy="327"/>
            </a:xfrm>
            <a:prstGeom prst="rect">
              <a:avLst/>
            </a:prstGeom>
            <a:noFill/>
            <a:ln w="19050">
              <a:noFill/>
              <a:miter lim="800000"/>
              <a:headEnd/>
              <a:tailEnd/>
            </a:ln>
            <a:effectLst/>
          </p:spPr>
          <p:txBody>
            <a:bodyPr>
              <a:spAutoFit/>
            </a:bodyPr>
            <a:lstStyle/>
            <a:p>
              <a:r>
                <a:rPr kumimoji="1" lang="zh-CN" altLang="en-US" sz="2800">
                  <a:solidFill>
                    <a:schemeClr val="tx1"/>
                  </a:solidFill>
                </a:rPr>
                <a:t>顺磁质内磁场</a:t>
              </a:r>
            </a:p>
          </p:txBody>
        </p:sp>
      </p:grpSp>
      <p:sp>
        <p:nvSpPr>
          <p:cNvPr id="160790" name="Text Box 22"/>
          <p:cNvSpPr txBox="1">
            <a:spLocks noChangeArrowheads="1"/>
          </p:cNvSpPr>
          <p:nvPr/>
        </p:nvSpPr>
        <p:spPr bwMode="auto">
          <a:xfrm>
            <a:off x="5638800" y="3581400"/>
            <a:ext cx="2759075" cy="1639888"/>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pPr>
              <a:lnSpc>
                <a:spcPct val="120000"/>
              </a:lnSpc>
            </a:pPr>
            <a:r>
              <a:rPr lang="zh-CN" altLang="en-US" sz="2800">
                <a:solidFill>
                  <a:srgbClr val="CC0000"/>
                </a:solidFill>
              </a:rPr>
              <a:t>       意义    </a:t>
            </a:r>
            <a:r>
              <a:rPr lang="zh-CN" altLang="en-US" sz="2800">
                <a:solidFill>
                  <a:srgbClr val="1C1C1C"/>
                </a:solidFill>
              </a:rPr>
              <a:t>磁介质中单位体积内分子的合磁矩.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blinds(vertical)">
                                      <p:cBhvr>
                                        <p:cTn id="7" dur="500"/>
                                        <p:tgtEl>
                                          <p:spTgt spid="1607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0771"/>
                                        </p:tgtEl>
                                        <p:attrNameLst>
                                          <p:attrName>style.visibility</p:attrName>
                                        </p:attrNameLst>
                                      </p:cBhvr>
                                      <p:to>
                                        <p:strVal val="visible"/>
                                      </p:to>
                                    </p:set>
                                    <p:animEffect transition="in" filter="blinds(vertical)">
                                      <p:cBhvr>
                                        <p:cTn id="12" dur="500"/>
                                        <p:tgtEl>
                                          <p:spTgt spid="16077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a:spLocks noChangeArrowheads="1"/>
          </p:cNvSpPr>
          <p:nvPr/>
        </p:nvSpPr>
        <p:spPr bwMode="auto">
          <a:xfrm>
            <a:off x="228600" y="700088"/>
            <a:ext cx="7543800" cy="519112"/>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二    磁介质中的安培环路定理   磁场强度</a:t>
            </a:r>
          </a:p>
        </p:txBody>
      </p:sp>
      <p:grpSp>
        <p:nvGrpSpPr>
          <p:cNvPr id="2" name="Group 241"/>
          <p:cNvGrpSpPr>
            <a:grpSpLocks/>
          </p:cNvGrpSpPr>
          <p:nvPr/>
        </p:nvGrpSpPr>
        <p:grpSpPr bwMode="auto">
          <a:xfrm>
            <a:off x="533400" y="1371600"/>
            <a:ext cx="3810000" cy="2895600"/>
            <a:chOff x="240" y="720"/>
            <a:chExt cx="2400" cy="1824"/>
          </a:xfrm>
        </p:grpSpPr>
        <p:sp>
          <p:nvSpPr>
            <p:cNvPr id="166916" name="Rectangle 4"/>
            <p:cNvSpPr>
              <a:spLocks noChangeArrowheads="1"/>
            </p:cNvSpPr>
            <p:nvPr/>
          </p:nvSpPr>
          <p:spPr bwMode="auto">
            <a:xfrm>
              <a:off x="240" y="720"/>
              <a:ext cx="2400" cy="182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6917" name="Rectangle 5"/>
            <p:cNvSpPr>
              <a:spLocks noChangeArrowheads="1"/>
            </p:cNvSpPr>
            <p:nvPr/>
          </p:nvSpPr>
          <p:spPr bwMode="auto">
            <a:xfrm>
              <a:off x="576" y="1872"/>
              <a:ext cx="226" cy="289"/>
            </a:xfrm>
            <a:prstGeom prst="rect">
              <a:avLst/>
            </a:prstGeom>
            <a:noFill/>
            <a:ln w="9525">
              <a:noFill/>
              <a:miter lim="800000"/>
              <a:headEnd/>
              <a:tailEnd/>
            </a:ln>
          </p:spPr>
          <p:txBody>
            <a:bodyPr/>
            <a:lstStyle/>
            <a:p>
              <a:endParaRPr lang="zh-CN" altLang="en-US" sz="2800"/>
            </a:p>
          </p:txBody>
        </p:sp>
        <p:sp>
          <p:nvSpPr>
            <p:cNvPr id="166918" name="Rectangle 6"/>
            <p:cNvSpPr>
              <a:spLocks noChangeArrowheads="1"/>
            </p:cNvSpPr>
            <p:nvPr/>
          </p:nvSpPr>
          <p:spPr bwMode="auto">
            <a:xfrm>
              <a:off x="576" y="1961"/>
              <a:ext cx="1824" cy="12"/>
            </a:xfrm>
            <a:prstGeom prst="rect">
              <a:avLst/>
            </a:prstGeom>
            <a:solidFill>
              <a:srgbClr val="000066"/>
            </a:solidFill>
            <a:ln w="9525">
              <a:noFill/>
              <a:miter lim="800000"/>
              <a:headEnd/>
              <a:tailEnd/>
            </a:ln>
          </p:spPr>
          <p:txBody>
            <a:bodyPr/>
            <a:lstStyle/>
            <a:p>
              <a:endParaRPr lang="zh-CN" altLang="en-US" sz="2800"/>
            </a:p>
          </p:txBody>
        </p:sp>
        <p:sp>
          <p:nvSpPr>
            <p:cNvPr id="166919" name="Rectangle 7"/>
            <p:cNvSpPr>
              <a:spLocks noChangeArrowheads="1"/>
            </p:cNvSpPr>
            <p:nvPr/>
          </p:nvSpPr>
          <p:spPr bwMode="auto">
            <a:xfrm>
              <a:off x="720" y="1872"/>
              <a:ext cx="226" cy="289"/>
            </a:xfrm>
            <a:prstGeom prst="rect">
              <a:avLst/>
            </a:prstGeom>
            <a:noFill/>
            <a:ln w="9525">
              <a:noFill/>
              <a:miter lim="800000"/>
              <a:headEnd/>
              <a:tailEnd/>
            </a:ln>
          </p:spPr>
          <p:txBody>
            <a:bodyPr/>
            <a:lstStyle/>
            <a:p>
              <a:endParaRPr lang="zh-CN" altLang="en-US" sz="2800"/>
            </a:p>
          </p:txBody>
        </p:sp>
        <p:sp>
          <p:nvSpPr>
            <p:cNvPr id="166920" name="Rectangle 8"/>
            <p:cNvSpPr>
              <a:spLocks noChangeArrowheads="1"/>
            </p:cNvSpPr>
            <p:nvPr/>
          </p:nvSpPr>
          <p:spPr bwMode="auto">
            <a:xfrm>
              <a:off x="864" y="1872"/>
              <a:ext cx="226" cy="289"/>
            </a:xfrm>
            <a:prstGeom prst="rect">
              <a:avLst/>
            </a:prstGeom>
            <a:noFill/>
            <a:ln w="9525">
              <a:noFill/>
              <a:miter lim="800000"/>
              <a:headEnd/>
              <a:tailEnd/>
            </a:ln>
          </p:spPr>
          <p:txBody>
            <a:bodyPr/>
            <a:lstStyle/>
            <a:p>
              <a:endParaRPr lang="zh-CN" altLang="en-US" sz="2800"/>
            </a:p>
          </p:txBody>
        </p:sp>
        <p:sp>
          <p:nvSpPr>
            <p:cNvPr id="166921" name="Rectangle 9"/>
            <p:cNvSpPr>
              <a:spLocks noChangeArrowheads="1"/>
            </p:cNvSpPr>
            <p:nvPr/>
          </p:nvSpPr>
          <p:spPr bwMode="auto">
            <a:xfrm>
              <a:off x="1296" y="1872"/>
              <a:ext cx="226" cy="289"/>
            </a:xfrm>
            <a:prstGeom prst="rect">
              <a:avLst/>
            </a:prstGeom>
            <a:noFill/>
            <a:ln w="9525">
              <a:noFill/>
              <a:miter lim="800000"/>
              <a:headEnd/>
              <a:tailEnd/>
            </a:ln>
          </p:spPr>
          <p:txBody>
            <a:bodyPr/>
            <a:lstStyle/>
            <a:p>
              <a:endParaRPr lang="zh-CN" altLang="en-US" sz="2800"/>
            </a:p>
          </p:txBody>
        </p:sp>
        <p:sp>
          <p:nvSpPr>
            <p:cNvPr id="166922" name="Rectangle 10"/>
            <p:cNvSpPr>
              <a:spLocks noChangeArrowheads="1"/>
            </p:cNvSpPr>
            <p:nvPr/>
          </p:nvSpPr>
          <p:spPr bwMode="auto">
            <a:xfrm>
              <a:off x="1008" y="1872"/>
              <a:ext cx="226" cy="289"/>
            </a:xfrm>
            <a:prstGeom prst="rect">
              <a:avLst/>
            </a:prstGeom>
            <a:noFill/>
            <a:ln w="9525">
              <a:noFill/>
              <a:miter lim="800000"/>
              <a:headEnd/>
              <a:tailEnd/>
            </a:ln>
          </p:spPr>
          <p:txBody>
            <a:bodyPr/>
            <a:lstStyle/>
            <a:p>
              <a:endParaRPr lang="zh-CN" altLang="en-US" sz="2800"/>
            </a:p>
          </p:txBody>
        </p:sp>
        <p:sp>
          <p:nvSpPr>
            <p:cNvPr id="166923" name="Rectangle 11"/>
            <p:cNvSpPr>
              <a:spLocks noChangeArrowheads="1"/>
            </p:cNvSpPr>
            <p:nvPr/>
          </p:nvSpPr>
          <p:spPr bwMode="auto">
            <a:xfrm>
              <a:off x="1440" y="1872"/>
              <a:ext cx="226" cy="289"/>
            </a:xfrm>
            <a:prstGeom prst="rect">
              <a:avLst/>
            </a:prstGeom>
            <a:noFill/>
            <a:ln w="9525">
              <a:noFill/>
              <a:miter lim="800000"/>
              <a:headEnd/>
              <a:tailEnd/>
            </a:ln>
          </p:spPr>
          <p:txBody>
            <a:bodyPr/>
            <a:lstStyle/>
            <a:p>
              <a:endParaRPr lang="zh-CN" altLang="en-US" sz="2800"/>
            </a:p>
          </p:txBody>
        </p:sp>
        <p:sp>
          <p:nvSpPr>
            <p:cNvPr id="166924" name="Rectangle 12"/>
            <p:cNvSpPr>
              <a:spLocks noChangeArrowheads="1"/>
            </p:cNvSpPr>
            <p:nvPr/>
          </p:nvSpPr>
          <p:spPr bwMode="auto">
            <a:xfrm>
              <a:off x="1584" y="1872"/>
              <a:ext cx="226" cy="289"/>
            </a:xfrm>
            <a:prstGeom prst="rect">
              <a:avLst/>
            </a:prstGeom>
            <a:noFill/>
            <a:ln w="9525">
              <a:noFill/>
              <a:miter lim="800000"/>
              <a:headEnd/>
              <a:tailEnd/>
            </a:ln>
          </p:spPr>
          <p:txBody>
            <a:bodyPr/>
            <a:lstStyle/>
            <a:p>
              <a:endParaRPr lang="zh-CN" altLang="en-US" sz="2800"/>
            </a:p>
          </p:txBody>
        </p:sp>
        <p:sp>
          <p:nvSpPr>
            <p:cNvPr id="166925" name="Rectangle 13"/>
            <p:cNvSpPr>
              <a:spLocks noChangeArrowheads="1"/>
            </p:cNvSpPr>
            <p:nvPr/>
          </p:nvSpPr>
          <p:spPr bwMode="auto">
            <a:xfrm>
              <a:off x="1728" y="1872"/>
              <a:ext cx="226" cy="289"/>
            </a:xfrm>
            <a:prstGeom prst="rect">
              <a:avLst/>
            </a:prstGeom>
            <a:noFill/>
            <a:ln w="9525">
              <a:noFill/>
              <a:miter lim="800000"/>
              <a:headEnd/>
              <a:tailEnd/>
            </a:ln>
          </p:spPr>
          <p:txBody>
            <a:bodyPr/>
            <a:lstStyle/>
            <a:p>
              <a:endParaRPr lang="zh-CN" altLang="en-US" sz="2800"/>
            </a:p>
          </p:txBody>
        </p:sp>
        <p:sp>
          <p:nvSpPr>
            <p:cNvPr id="166926" name="Rectangle 14"/>
            <p:cNvSpPr>
              <a:spLocks noChangeArrowheads="1"/>
            </p:cNvSpPr>
            <p:nvPr/>
          </p:nvSpPr>
          <p:spPr bwMode="auto">
            <a:xfrm>
              <a:off x="1872" y="1872"/>
              <a:ext cx="226" cy="289"/>
            </a:xfrm>
            <a:prstGeom prst="rect">
              <a:avLst/>
            </a:prstGeom>
            <a:noFill/>
            <a:ln w="9525">
              <a:noFill/>
              <a:miter lim="800000"/>
              <a:headEnd/>
              <a:tailEnd/>
            </a:ln>
          </p:spPr>
          <p:txBody>
            <a:bodyPr/>
            <a:lstStyle/>
            <a:p>
              <a:endParaRPr lang="zh-CN" altLang="en-US" sz="2800"/>
            </a:p>
          </p:txBody>
        </p:sp>
        <p:sp>
          <p:nvSpPr>
            <p:cNvPr id="166927" name="Rectangle 15"/>
            <p:cNvSpPr>
              <a:spLocks noChangeArrowheads="1"/>
            </p:cNvSpPr>
            <p:nvPr/>
          </p:nvSpPr>
          <p:spPr bwMode="auto">
            <a:xfrm>
              <a:off x="2016" y="1872"/>
              <a:ext cx="226" cy="289"/>
            </a:xfrm>
            <a:prstGeom prst="rect">
              <a:avLst/>
            </a:prstGeom>
            <a:noFill/>
            <a:ln w="9525">
              <a:noFill/>
              <a:miter lim="800000"/>
              <a:headEnd/>
              <a:tailEnd/>
            </a:ln>
          </p:spPr>
          <p:txBody>
            <a:bodyPr/>
            <a:lstStyle/>
            <a:p>
              <a:endParaRPr lang="zh-CN" altLang="en-US" sz="2800"/>
            </a:p>
          </p:txBody>
        </p:sp>
        <p:grpSp>
          <p:nvGrpSpPr>
            <p:cNvPr id="3" name="Group 16"/>
            <p:cNvGrpSpPr>
              <a:grpSpLocks/>
            </p:cNvGrpSpPr>
            <p:nvPr/>
          </p:nvGrpSpPr>
          <p:grpSpPr bwMode="auto">
            <a:xfrm>
              <a:off x="2178" y="1872"/>
              <a:ext cx="271" cy="289"/>
              <a:chOff x="2194" y="1776"/>
              <a:chExt cx="271" cy="289"/>
            </a:xfrm>
          </p:grpSpPr>
          <p:sp>
            <p:nvSpPr>
              <p:cNvPr id="166929" name="Oval 17"/>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30" name="Rectangle 18"/>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6931" name="Rectangle 19"/>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4" name="Group 20"/>
            <p:cNvGrpSpPr>
              <a:grpSpLocks/>
            </p:cNvGrpSpPr>
            <p:nvPr/>
          </p:nvGrpSpPr>
          <p:grpSpPr bwMode="auto">
            <a:xfrm>
              <a:off x="480" y="768"/>
              <a:ext cx="1959" cy="289"/>
              <a:chOff x="873" y="2738"/>
              <a:chExt cx="1959" cy="289"/>
            </a:xfrm>
          </p:grpSpPr>
          <p:grpSp>
            <p:nvGrpSpPr>
              <p:cNvPr id="5" name="Group 21"/>
              <p:cNvGrpSpPr>
                <a:grpSpLocks/>
              </p:cNvGrpSpPr>
              <p:nvPr/>
            </p:nvGrpSpPr>
            <p:grpSpPr bwMode="auto">
              <a:xfrm>
                <a:off x="1056" y="2832"/>
                <a:ext cx="145" cy="145"/>
                <a:chOff x="1065" y="2834"/>
                <a:chExt cx="145" cy="145"/>
              </a:xfrm>
            </p:grpSpPr>
            <p:sp>
              <p:nvSpPr>
                <p:cNvPr id="166934" name="Oval 22"/>
                <p:cNvSpPr>
                  <a:spLocks noChangeArrowheads="1"/>
                </p:cNvSpPr>
                <p:nvPr/>
              </p:nvSpPr>
              <p:spPr bwMode="auto">
                <a:xfrm>
                  <a:off x="1065"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35" name="Oval 23"/>
                <p:cNvSpPr>
                  <a:spLocks noChangeArrowheads="1"/>
                </p:cNvSpPr>
                <p:nvPr/>
              </p:nvSpPr>
              <p:spPr bwMode="auto">
                <a:xfrm>
                  <a:off x="1113"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sp>
            <p:nvSpPr>
              <p:cNvPr id="166936" name="Rectangle 24"/>
              <p:cNvSpPr>
                <a:spLocks noChangeArrowheads="1"/>
              </p:cNvSpPr>
              <p:nvPr/>
            </p:nvSpPr>
            <p:spPr bwMode="auto">
              <a:xfrm>
                <a:off x="1008" y="2970"/>
                <a:ext cx="1824" cy="12"/>
              </a:xfrm>
              <a:prstGeom prst="rect">
                <a:avLst/>
              </a:prstGeom>
              <a:solidFill>
                <a:srgbClr val="000066"/>
              </a:solidFill>
              <a:ln w="9525">
                <a:noFill/>
                <a:miter lim="800000"/>
                <a:headEnd/>
                <a:tailEnd/>
              </a:ln>
            </p:spPr>
            <p:txBody>
              <a:bodyPr/>
              <a:lstStyle/>
              <a:p>
                <a:endParaRPr lang="zh-CN" altLang="en-US" sz="2800"/>
              </a:p>
            </p:txBody>
          </p:sp>
          <p:grpSp>
            <p:nvGrpSpPr>
              <p:cNvPr id="6" name="Group 25"/>
              <p:cNvGrpSpPr>
                <a:grpSpLocks/>
              </p:cNvGrpSpPr>
              <p:nvPr/>
            </p:nvGrpSpPr>
            <p:grpSpPr bwMode="auto">
              <a:xfrm>
                <a:off x="1200" y="2832"/>
                <a:ext cx="145" cy="145"/>
                <a:chOff x="1209" y="2834"/>
                <a:chExt cx="145" cy="145"/>
              </a:xfrm>
            </p:grpSpPr>
            <p:sp>
              <p:nvSpPr>
                <p:cNvPr id="166938" name="Oval 26"/>
                <p:cNvSpPr>
                  <a:spLocks noChangeArrowheads="1"/>
                </p:cNvSpPr>
                <p:nvPr/>
              </p:nvSpPr>
              <p:spPr bwMode="auto">
                <a:xfrm>
                  <a:off x="1209"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39" name="Oval 27"/>
                <p:cNvSpPr>
                  <a:spLocks noChangeArrowheads="1"/>
                </p:cNvSpPr>
                <p:nvPr/>
              </p:nvSpPr>
              <p:spPr bwMode="auto">
                <a:xfrm>
                  <a:off x="1257"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7" name="Group 28"/>
              <p:cNvGrpSpPr>
                <a:grpSpLocks/>
              </p:cNvGrpSpPr>
              <p:nvPr/>
            </p:nvGrpSpPr>
            <p:grpSpPr bwMode="auto">
              <a:xfrm>
                <a:off x="1488" y="2832"/>
                <a:ext cx="145" cy="145"/>
                <a:chOff x="1497" y="2834"/>
                <a:chExt cx="145" cy="145"/>
              </a:xfrm>
            </p:grpSpPr>
            <p:sp>
              <p:nvSpPr>
                <p:cNvPr id="166941" name="Oval 29"/>
                <p:cNvSpPr>
                  <a:spLocks noChangeArrowheads="1"/>
                </p:cNvSpPr>
                <p:nvPr/>
              </p:nvSpPr>
              <p:spPr bwMode="auto">
                <a:xfrm>
                  <a:off x="1497"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42" name="Oval 30"/>
                <p:cNvSpPr>
                  <a:spLocks noChangeArrowheads="1"/>
                </p:cNvSpPr>
                <p:nvPr/>
              </p:nvSpPr>
              <p:spPr bwMode="auto">
                <a:xfrm>
                  <a:off x="1545"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8" name="Group 31"/>
              <p:cNvGrpSpPr>
                <a:grpSpLocks/>
              </p:cNvGrpSpPr>
              <p:nvPr/>
            </p:nvGrpSpPr>
            <p:grpSpPr bwMode="auto">
              <a:xfrm>
                <a:off x="1344" y="2832"/>
                <a:ext cx="145" cy="145"/>
                <a:chOff x="1353" y="2834"/>
                <a:chExt cx="145" cy="145"/>
              </a:xfrm>
            </p:grpSpPr>
            <p:sp>
              <p:nvSpPr>
                <p:cNvPr id="166944" name="Oval 32"/>
                <p:cNvSpPr>
                  <a:spLocks noChangeArrowheads="1"/>
                </p:cNvSpPr>
                <p:nvPr/>
              </p:nvSpPr>
              <p:spPr bwMode="auto">
                <a:xfrm>
                  <a:off x="1353"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45" name="Oval 33"/>
                <p:cNvSpPr>
                  <a:spLocks noChangeArrowheads="1"/>
                </p:cNvSpPr>
                <p:nvPr/>
              </p:nvSpPr>
              <p:spPr bwMode="auto">
                <a:xfrm>
                  <a:off x="1401"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9" name="Group 34"/>
              <p:cNvGrpSpPr>
                <a:grpSpLocks/>
              </p:cNvGrpSpPr>
              <p:nvPr/>
            </p:nvGrpSpPr>
            <p:grpSpPr bwMode="auto">
              <a:xfrm>
                <a:off x="1632" y="2832"/>
                <a:ext cx="145" cy="145"/>
                <a:chOff x="1641" y="2834"/>
                <a:chExt cx="145" cy="145"/>
              </a:xfrm>
            </p:grpSpPr>
            <p:sp>
              <p:nvSpPr>
                <p:cNvPr id="166947" name="Oval 35"/>
                <p:cNvSpPr>
                  <a:spLocks noChangeArrowheads="1"/>
                </p:cNvSpPr>
                <p:nvPr/>
              </p:nvSpPr>
              <p:spPr bwMode="auto">
                <a:xfrm>
                  <a:off x="1641"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48" name="Oval 36"/>
                <p:cNvSpPr>
                  <a:spLocks noChangeArrowheads="1"/>
                </p:cNvSpPr>
                <p:nvPr/>
              </p:nvSpPr>
              <p:spPr bwMode="auto">
                <a:xfrm>
                  <a:off x="1689"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0" name="Group 37"/>
              <p:cNvGrpSpPr>
                <a:grpSpLocks/>
              </p:cNvGrpSpPr>
              <p:nvPr/>
            </p:nvGrpSpPr>
            <p:grpSpPr bwMode="auto">
              <a:xfrm>
                <a:off x="1776" y="2832"/>
                <a:ext cx="145" cy="145"/>
                <a:chOff x="1785" y="2834"/>
                <a:chExt cx="145" cy="145"/>
              </a:xfrm>
            </p:grpSpPr>
            <p:sp>
              <p:nvSpPr>
                <p:cNvPr id="166950" name="Oval 38"/>
                <p:cNvSpPr>
                  <a:spLocks noChangeArrowheads="1"/>
                </p:cNvSpPr>
                <p:nvPr/>
              </p:nvSpPr>
              <p:spPr bwMode="auto">
                <a:xfrm>
                  <a:off x="1785"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51" name="Oval 39"/>
                <p:cNvSpPr>
                  <a:spLocks noChangeArrowheads="1"/>
                </p:cNvSpPr>
                <p:nvPr/>
              </p:nvSpPr>
              <p:spPr bwMode="auto">
                <a:xfrm>
                  <a:off x="1833"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1" name="Group 40"/>
              <p:cNvGrpSpPr>
                <a:grpSpLocks/>
              </p:cNvGrpSpPr>
              <p:nvPr/>
            </p:nvGrpSpPr>
            <p:grpSpPr bwMode="auto">
              <a:xfrm>
                <a:off x="1920" y="2832"/>
                <a:ext cx="145" cy="145"/>
                <a:chOff x="1929" y="2834"/>
                <a:chExt cx="145" cy="145"/>
              </a:xfrm>
            </p:grpSpPr>
            <p:sp>
              <p:nvSpPr>
                <p:cNvPr id="166953" name="Oval 41"/>
                <p:cNvSpPr>
                  <a:spLocks noChangeArrowheads="1"/>
                </p:cNvSpPr>
                <p:nvPr/>
              </p:nvSpPr>
              <p:spPr bwMode="auto">
                <a:xfrm>
                  <a:off x="1929"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54" name="Oval 42"/>
                <p:cNvSpPr>
                  <a:spLocks noChangeArrowheads="1"/>
                </p:cNvSpPr>
                <p:nvPr/>
              </p:nvSpPr>
              <p:spPr bwMode="auto">
                <a:xfrm>
                  <a:off x="1977"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2" name="Group 43"/>
              <p:cNvGrpSpPr>
                <a:grpSpLocks/>
              </p:cNvGrpSpPr>
              <p:nvPr/>
            </p:nvGrpSpPr>
            <p:grpSpPr bwMode="auto">
              <a:xfrm>
                <a:off x="2064" y="2832"/>
                <a:ext cx="145" cy="145"/>
                <a:chOff x="2073" y="2834"/>
                <a:chExt cx="145" cy="145"/>
              </a:xfrm>
            </p:grpSpPr>
            <p:sp>
              <p:nvSpPr>
                <p:cNvPr id="166956" name="Oval 44"/>
                <p:cNvSpPr>
                  <a:spLocks noChangeArrowheads="1"/>
                </p:cNvSpPr>
                <p:nvPr/>
              </p:nvSpPr>
              <p:spPr bwMode="auto">
                <a:xfrm>
                  <a:off x="2073"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57" name="Oval 45"/>
                <p:cNvSpPr>
                  <a:spLocks noChangeArrowheads="1"/>
                </p:cNvSpPr>
                <p:nvPr/>
              </p:nvSpPr>
              <p:spPr bwMode="auto">
                <a:xfrm>
                  <a:off x="2121"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3" name="Group 46"/>
              <p:cNvGrpSpPr>
                <a:grpSpLocks/>
              </p:cNvGrpSpPr>
              <p:nvPr/>
            </p:nvGrpSpPr>
            <p:grpSpPr bwMode="auto">
              <a:xfrm>
                <a:off x="2208" y="2832"/>
                <a:ext cx="145" cy="145"/>
                <a:chOff x="2217" y="2834"/>
                <a:chExt cx="145" cy="145"/>
              </a:xfrm>
            </p:grpSpPr>
            <p:sp>
              <p:nvSpPr>
                <p:cNvPr id="166959" name="Oval 47"/>
                <p:cNvSpPr>
                  <a:spLocks noChangeArrowheads="1"/>
                </p:cNvSpPr>
                <p:nvPr/>
              </p:nvSpPr>
              <p:spPr bwMode="auto">
                <a:xfrm>
                  <a:off x="2217"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60" name="Oval 48"/>
                <p:cNvSpPr>
                  <a:spLocks noChangeArrowheads="1"/>
                </p:cNvSpPr>
                <p:nvPr/>
              </p:nvSpPr>
              <p:spPr bwMode="auto">
                <a:xfrm>
                  <a:off x="2265"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4" name="Group 49"/>
              <p:cNvGrpSpPr>
                <a:grpSpLocks/>
              </p:cNvGrpSpPr>
              <p:nvPr/>
            </p:nvGrpSpPr>
            <p:grpSpPr bwMode="auto">
              <a:xfrm>
                <a:off x="2352" y="2832"/>
                <a:ext cx="145" cy="145"/>
                <a:chOff x="2361" y="2834"/>
                <a:chExt cx="145" cy="145"/>
              </a:xfrm>
            </p:grpSpPr>
            <p:sp>
              <p:nvSpPr>
                <p:cNvPr id="166962" name="Oval 50"/>
                <p:cNvSpPr>
                  <a:spLocks noChangeArrowheads="1"/>
                </p:cNvSpPr>
                <p:nvPr/>
              </p:nvSpPr>
              <p:spPr bwMode="auto">
                <a:xfrm>
                  <a:off x="2361"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63" name="Oval 51"/>
                <p:cNvSpPr>
                  <a:spLocks noChangeArrowheads="1"/>
                </p:cNvSpPr>
                <p:nvPr/>
              </p:nvSpPr>
              <p:spPr bwMode="auto">
                <a:xfrm>
                  <a:off x="2409"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5" name="Group 52"/>
              <p:cNvGrpSpPr>
                <a:grpSpLocks/>
              </p:cNvGrpSpPr>
              <p:nvPr/>
            </p:nvGrpSpPr>
            <p:grpSpPr bwMode="auto">
              <a:xfrm>
                <a:off x="2496" y="2832"/>
                <a:ext cx="145" cy="145"/>
                <a:chOff x="2505" y="2834"/>
                <a:chExt cx="145" cy="145"/>
              </a:xfrm>
            </p:grpSpPr>
            <p:sp>
              <p:nvSpPr>
                <p:cNvPr id="166965" name="Oval 53"/>
                <p:cNvSpPr>
                  <a:spLocks noChangeArrowheads="1"/>
                </p:cNvSpPr>
                <p:nvPr/>
              </p:nvSpPr>
              <p:spPr bwMode="auto">
                <a:xfrm>
                  <a:off x="2505"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66" name="Oval 54"/>
                <p:cNvSpPr>
                  <a:spLocks noChangeArrowheads="1"/>
                </p:cNvSpPr>
                <p:nvPr/>
              </p:nvSpPr>
              <p:spPr bwMode="auto">
                <a:xfrm>
                  <a:off x="2553"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6" name="Group 55"/>
              <p:cNvGrpSpPr>
                <a:grpSpLocks/>
              </p:cNvGrpSpPr>
              <p:nvPr/>
            </p:nvGrpSpPr>
            <p:grpSpPr bwMode="auto">
              <a:xfrm>
                <a:off x="2640" y="2832"/>
                <a:ext cx="145" cy="145"/>
                <a:chOff x="2649" y="2834"/>
                <a:chExt cx="145" cy="145"/>
              </a:xfrm>
            </p:grpSpPr>
            <p:sp>
              <p:nvSpPr>
                <p:cNvPr id="166968" name="Oval 56"/>
                <p:cNvSpPr>
                  <a:spLocks noChangeArrowheads="1"/>
                </p:cNvSpPr>
                <p:nvPr/>
              </p:nvSpPr>
              <p:spPr bwMode="auto">
                <a:xfrm>
                  <a:off x="2649"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6969" name="Oval 57"/>
                <p:cNvSpPr>
                  <a:spLocks noChangeArrowheads="1"/>
                </p:cNvSpPr>
                <p:nvPr/>
              </p:nvSpPr>
              <p:spPr bwMode="auto">
                <a:xfrm>
                  <a:off x="2697"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sp>
            <p:nvSpPr>
              <p:cNvPr id="166970" name="Rectangle 58"/>
              <p:cNvSpPr>
                <a:spLocks noChangeArrowheads="1"/>
              </p:cNvSpPr>
              <p:nvPr/>
            </p:nvSpPr>
            <p:spPr bwMode="auto">
              <a:xfrm>
                <a:off x="873" y="2738"/>
                <a:ext cx="192" cy="289"/>
              </a:xfrm>
              <a:prstGeom prst="rect">
                <a:avLst/>
              </a:prstGeom>
              <a:noFill/>
              <a:ln w="9525">
                <a:noFill/>
                <a:miter lim="800000"/>
                <a:headEnd/>
                <a:tailEnd/>
              </a:ln>
            </p:spPr>
            <p:txBody>
              <a:bodyPr/>
              <a:lstStyle/>
              <a:p>
                <a:endParaRPr lang="zh-CN" altLang="en-US" sz="2800"/>
              </a:p>
            </p:txBody>
          </p:sp>
        </p:grpSp>
        <p:sp>
          <p:nvSpPr>
            <p:cNvPr id="166971" name="Rectangle 59"/>
            <p:cNvSpPr>
              <a:spLocks noChangeArrowheads="1"/>
            </p:cNvSpPr>
            <p:nvPr/>
          </p:nvSpPr>
          <p:spPr bwMode="auto">
            <a:xfrm>
              <a:off x="624" y="768"/>
              <a:ext cx="0" cy="271"/>
            </a:xfrm>
            <a:prstGeom prst="rect">
              <a:avLst/>
            </a:prstGeom>
            <a:noFill/>
            <a:ln w="9525">
              <a:noFill/>
              <a:miter lim="800000"/>
              <a:headEnd/>
              <a:tailEnd/>
            </a:ln>
          </p:spPr>
          <p:txBody>
            <a:bodyPr wrap="none" lIns="0" tIns="0" rIns="0" bIns="0">
              <a:spAutoFit/>
            </a:bodyPr>
            <a:lstStyle/>
            <a:p>
              <a:endParaRPr kumimoji="1" lang="zh-CN" altLang="zh-CN" sz="2800">
                <a:solidFill>
                  <a:schemeClr val="tx1"/>
                </a:solidFill>
              </a:endParaRPr>
            </a:p>
          </p:txBody>
        </p:sp>
        <p:grpSp>
          <p:nvGrpSpPr>
            <p:cNvPr id="17" name="Group 60"/>
            <p:cNvGrpSpPr>
              <a:grpSpLocks/>
            </p:cNvGrpSpPr>
            <p:nvPr/>
          </p:nvGrpSpPr>
          <p:grpSpPr bwMode="auto">
            <a:xfrm>
              <a:off x="2016" y="1008"/>
              <a:ext cx="96" cy="288"/>
              <a:chOff x="2208" y="960"/>
              <a:chExt cx="144" cy="288"/>
            </a:xfrm>
          </p:grpSpPr>
          <p:sp>
            <p:nvSpPr>
              <p:cNvPr id="166973" name="Oval 61"/>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74" name="Line 62"/>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aphicFrame>
          <p:nvGraphicFramePr>
            <p:cNvPr id="166976" name="Object 64"/>
            <p:cNvGraphicFramePr>
              <a:graphicFrameLocks noChangeAspect="1"/>
            </p:cNvGraphicFramePr>
            <p:nvPr/>
          </p:nvGraphicFramePr>
          <p:xfrm>
            <a:off x="384" y="816"/>
            <a:ext cx="163" cy="229"/>
          </p:xfrm>
          <a:graphic>
            <a:graphicData uri="http://schemas.openxmlformats.org/presentationml/2006/ole">
              <p:oleObj spid="_x0000_s1099784" name="公式" r:id="rId3" imgW="164880" imgH="228600" progId="Equation.3">
                <p:embed/>
              </p:oleObj>
            </a:graphicData>
          </a:graphic>
        </p:graphicFrame>
        <p:grpSp>
          <p:nvGrpSpPr>
            <p:cNvPr id="18" name="Group 65"/>
            <p:cNvGrpSpPr>
              <a:grpSpLocks/>
            </p:cNvGrpSpPr>
            <p:nvPr/>
          </p:nvGrpSpPr>
          <p:grpSpPr bwMode="auto">
            <a:xfrm>
              <a:off x="2112" y="1392"/>
              <a:ext cx="96" cy="288"/>
              <a:chOff x="2208" y="960"/>
              <a:chExt cx="144" cy="288"/>
            </a:xfrm>
          </p:grpSpPr>
          <p:sp>
            <p:nvSpPr>
              <p:cNvPr id="166978" name="Oval 66"/>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79" name="Line 67"/>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9" name="Group 68"/>
            <p:cNvGrpSpPr>
              <a:grpSpLocks/>
            </p:cNvGrpSpPr>
            <p:nvPr/>
          </p:nvGrpSpPr>
          <p:grpSpPr bwMode="auto">
            <a:xfrm>
              <a:off x="1632" y="1584"/>
              <a:ext cx="96" cy="288"/>
              <a:chOff x="2208" y="960"/>
              <a:chExt cx="144" cy="288"/>
            </a:xfrm>
          </p:grpSpPr>
          <p:sp>
            <p:nvSpPr>
              <p:cNvPr id="166981" name="Oval 69"/>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82" name="Line 70"/>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0" name="Group 71"/>
            <p:cNvGrpSpPr>
              <a:grpSpLocks/>
            </p:cNvGrpSpPr>
            <p:nvPr/>
          </p:nvGrpSpPr>
          <p:grpSpPr bwMode="auto">
            <a:xfrm>
              <a:off x="1344" y="1344"/>
              <a:ext cx="96" cy="288"/>
              <a:chOff x="2208" y="960"/>
              <a:chExt cx="144" cy="288"/>
            </a:xfrm>
          </p:grpSpPr>
          <p:sp>
            <p:nvSpPr>
              <p:cNvPr id="166984" name="Oval 72"/>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85" name="Line 73"/>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1" name="Group 74"/>
            <p:cNvGrpSpPr>
              <a:grpSpLocks/>
            </p:cNvGrpSpPr>
            <p:nvPr/>
          </p:nvGrpSpPr>
          <p:grpSpPr bwMode="auto">
            <a:xfrm>
              <a:off x="912" y="1632"/>
              <a:ext cx="96" cy="288"/>
              <a:chOff x="2208" y="960"/>
              <a:chExt cx="144" cy="288"/>
            </a:xfrm>
          </p:grpSpPr>
          <p:sp>
            <p:nvSpPr>
              <p:cNvPr id="166987" name="Oval 75"/>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88" name="Line 76"/>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2" name="Group 77"/>
            <p:cNvGrpSpPr>
              <a:grpSpLocks/>
            </p:cNvGrpSpPr>
            <p:nvPr/>
          </p:nvGrpSpPr>
          <p:grpSpPr bwMode="auto">
            <a:xfrm>
              <a:off x="816" y="1056"/>
              <a:ext cx="96" cy="288"/>
              <a:chOff x="2208" y="960"/>
              <a:chExt cx="144" cy="288"/>
            </a:xfrm>
          </p:grpSpPr>
          <p:sp>
            <p:nvSpPr>
              <p:cNvPr id="166990" name="Oval 78"/>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91" name="Line 79"/>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3" name="Group 80"/>
            <p:cNvGrpSpPr>
              <a:grpSpLocks/>
            </p:cNvGrpSpPr>
            <p:nvPr/>
          </p:nvGrpSpPr>
          <p:grpSpPr bwMode="auto">
            <a:xfrm>
              <a:off x="1152" y="1056"/>
              <a:ext cx="96" cy="288"/>
              <a:chOff x="2208" y="960"/>
              <a:chExt cx="144" cy="288"/>
            </a:xfrm>
          </p:grpSpPr>
          <p:sp>
            <p:nvSpPr>
              <p:cNvPr id="166993" name="Oval 81"/>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94" name="Line 82"/>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4" name="Group 83"/>
            <p:cNvGrpSpPr>
              <a:grpSpLocks/>
            </p:cNvGrpSpPr>
            <p:nvPr/>
          </p:nvGrpSpPr>
          <p:grpSpPr bwMode="auto">
            <a:xfrm>
              <a:off x="672" y="1536"/>
              <a:ext cx="96" cy="288"/>
              <a:chOff x="2208" y="960"/>
              <a:chExt cx="144" cy="288"/>
            </a:xfrm>
          </p:grpSpPr>
          <p:sp>
            <p:nvSpPr>
              <p:cNvPr id="166996" name="Oval 84"/>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6997" name="Line 85"/>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5" name="Group 86"/>
            <p:cNvGrpSpPr>
              <a:grpSpLocks/>
            </p:cNvGrpSpPr>
            <p:nvPr/>
          </p:nvGrpSpPr>
          <p:grpSpPr bwMode="auto">
            <a:xfrm>
              <a:off x="1008" y="1248"/>
              <a:ext cx="96" cy="288"/>
              <a:chOff x="2208" y="960"/>
              <a:chExt cx="144" cy="288"/>
            </a:xfrm>
          </p:grpSpPr>
          <p:sp>
            <p:nvSpPr>
              <p:cNvPr id="166999" name="Oval 87"/>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00" name="Line 88"/>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6" name="Group 89"/>
            <p:cNvGrpSpPr>
              <a:grpSpLocks/>
            </p:cNvGrpSpPr>
            <p:nvPr/>
          </p:nvGrpSpPr>
          <p:grpSpPr bwMode="auto">
            <a:xfrm>
              <a:off x="1584" y="1248"/>
              <a:ext cx="96" cy="288"/>
              <a:chOff x="2208" y="960"/>
              <a:chExt cx="144" cy="288"/>
            </a:xfrm>
          </p:grpSpPr>
          <p:sp>
            <p:nvSpPr>
              <p:cNvPr id="167002" name="Oval 90"/>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03" name="Line 91"/>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7" name="Group 92"/>
            <p:cNvGrpSpPr>
              <a:grpSpLocks/>
            </p:cNvGrpSpPr>
            <p:nvPr/>
          </p:nvGrpSpPr>
          <p:grpSpPr bwMode="auto">
            <a:xfrm>
              <a:off x="2034" y="1872"/>
              <a:ext cx="271" cy="289"/>
              <a:chOff x="2194" y="1776"/>
              <a:chExt cx="271" cy="289"/>
            </a:xfrm>
          </p:grpSpPr>
          <p:sp>
            <p:nvSpPr>
              <p:cNvPr id="167005" name="Oval 93"/>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06" name="Rectangle 94"/>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07" name="Rectangle 95"/>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28" name="Group 96"/>
            <p:cNvGrpSpPr>
              <a:grpSpLocks/>
            </p:cNvGrpSpPr>
            <p:nvPr/>
          </p:nvGrpSpPr>
          <p:grpSpPr bwMode="auto">
            <a:xfrm>
              <a:off x="1890" y="1872"/>
              <a:ext cx="271" cy="289"/>
              <a:chOff x="2194" y="1776"/>
              <a:chExt cx="271" cy="289"/>
            </a:xfrm>
          </p:grpSpPr>
          <p:sp>
            <p:nvSpPr>
              <p:cNvPr id="167009" name="Oval 97"/>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10" name="Rectangle 98"/>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11" name="Rectangle 99"/>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29" name="Group 100"/>
            <p:cNvGrpSpPr>
              <a:grpSpLocks/>
            </p:cNvGrpSpPr>
            <p:nvPr/>
          </p:nvGrpSpPr>
          <p:grpSpPr bwMode="auto">
            <a:xfrm>
              <a:off x="1746" y="1872"/>
              <a:ext cx="271" cy="289"/>
              <a:chOff x="2194" y="1776"/>
              <a:chExt cx="271" cy="289"/>
            </a:xfrm>
          </p:grpSpPr>
          <p:sp>
            <p:nvSpPr>
              <p:cNvPr id="167013" name="Oval 101"/>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14" name="Rectangle 102"/>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15" name="Rectangle 103"/>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sp>
          <p:nvSpPr>
            <p:cNvPr id="167016" name="Rectangle 104"/>
            <p:cNvSpPr>
              <a:spLocks noChangeArrowheads="1"/>
            </p:cNvSpPr>
            <p:nvPr/>
          </p:nvSpPr>
          <p:spPr bwMode="auto">
            <a:xfrm>
              <a:off x="1184" y="1872"/>
              <a:ext cx="226" cy="289"/>
            </a:xfrm>
            <a:prstGeom prst="rect">
              <a:avLst/>
            </a:prstGeom>
            <a:noFill/>
            <a:ln w="9525">
              <a:noFill/>
              <a:miter lim="800000"/>
              <a:headEnd/>
              <a:tailEnd/>
            </a:ln>
          </p:spPr>
          <p:txBody>
            <a:bodyPr/>
            <a:lstStyle/>
            <a:p>
              <a:endParaRPr lang="zh-CN" altLang="en-US" sz="2800"/>
            </a:p>
          </p:txBody>
        </p:sp>
        <p:sp>
          <p:nvSpPr>
            <p:cNvPr id="167017" name="Rectangle 105"/>
            <p:cNvSpPr>
              <a:spLocks noChangeArrowheads="1"/>
            </p:cNvSpPr>
            <p:nvPr/>
          </p:nvSpPr>
          <p:spPr bwMode="auto">
            <a:xfrm>
              <a:off x="1328" y="1872"/>
              <a:ext cx="226" cy="289"/>
            </a:xfrm>
            <a:prstGeom prst="rect">
              <a:avLst/>
            </a:prstGeom>
            <a:noFill/>
            <a:ln w="9525">
              <a:noFill/>
              <a:miter lim="800000"/>
              <a:headEnd/>
              <a:tailEnd/>
            </a:ln>
          </p:spPr>
          <p:txBody>
            <a:bodyPr/>
            <a:lstStyle/>
            <a:p>
              <a:endParaRPr lang="zh-CN" altLang="en-US" sz="2800"/>
            </a:p>
          </p:txBody>
        </p:sp>
        <p:sp>
          <p:nvSpPr>
            <p:cNvPr id="167018" name="Rectangle 106"/>
            <p:cNvSpPr>
              <a:spLocks noChangeArrowheads="1"/>
            </p:cNvSpPr>
            <p:nvPr/>
          </p:nvSpPr>
          <p:spPr bwMode="auto">
            <a:xfrm>
              <a:off x="1472" y="1872"/>
              <a:ext cx="226" cy="289"/>
            </a:xfrm>
            <a:prstGeom prst="rect">
              <a:avLst/>
            </a:prstGeom>
            <a:noFill/>
            <a:ln w="9525">
              <a:noFill/>
              <a:miter lim="800000"/>
              <a:headEnd/>
              <a:tailEnd/>
            </a:ln>
          </p:spPr>
          <p:txBody>
            <a:bodyPr/>
            <a:lstStyle/>
            <a:p>
              <a:endParaRPr lang="zh-CN" altLang="en-US" sz="2800"/>
            </a:p>
          </p:txBody>
        </p:sp>
        <p:grpSp>
          <p:nvGrpSpPr>
            <p:cNvPr id="30" name="Group 107"/>
            <p:cNvGrpSpPr>
              <a:grpSpLocks/>
            </p:cNvGrpSpPr>
            <p:nvPr/>
          </p:nvGrpSpPr>
          <p:grpSpPr bwMode="auto">
            <a:xfrm>
              <a:off x="1602" y="1872"/>
              <a:ext cx="271" cy="289"/>
              <a:chOff x="2194" y="1776"/>
              <a:chExt cx="271" cy="289"/>
            </a:xfrm>
          </p:grpSpPr>
          <p:sp>
            <p:nvSpPr>
              <p:cNvPr id="167020" name="Oval 108"/>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21" name="Rectangle 109"/>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22" name="Rectangle 110"/>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31" name="Group 111"/>
            <p:cNvGrpSpPr>
              <a:grpSpLocks/>
            </p:cNvGrpSpPr>
            <p:nvPr/>
          </p:nvGrpSpPr>
          <p:grpSpPr bwMode="auto">
            <a:xfrm>
              <a:off x="1471" y="1872"/>
              <a:ext cx="271" cy="289"/>
              <a:chOff x="2194" y="1776"/>
              <a:chExt cx="271" cy="289"/>
            </a:xfrm>
          </p:grpSpPr>
          <p:sp>
            <p:nvSpPr>
              <p:cNvPr id="167024" name="Oval 112"/>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25" name="Rectangle 113"/>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26" name="Rectangle 114"/>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7104" name="Group 115"/>
            <p:cNvGrpSpPr>
              <a:grpSpLocks/>
            </p:cNvGrpSpPr>
            <p:nvPr/>
          </p:nvGrpSpPr>
          <p:grpSpPr bwMode="auto">
            <a:xfrm>
              <a:off x="1327" y="1872"/>
              <a:ext cx="271" cy="289"/>
              <a:chOff x="2194" y="1776"/>
              <a:chExt cx="271" cy="289"/>
            </a:xfrm>
          </p:grpSpPr>
          <p:sp>
            <p:nvSpPr>
              <p:cNvPr id="167028" name="Oval 116"/>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29" name="Rectangle 117"/>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30" name="Rectangle 118"/>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7107" name="Group 119"/>
            <p:cNvGrpSpPr>
              <a:grpSpLocks/>
            </p:cNvGrpSpPr>
            <p:nvPr/>
          </p:nvGrpSpPr>
          <p:grpSpPr bwMode="auto">
            <a:xfrm>
              <a:off x="1202" y="1872"/>
              <a:ext cx="271" cy="289"/>
              <a:chOff x="2194" y="1776"/>
              <a:chExt cx="271" cy="289"/>
            </a:xfrm>
          </p:grpSpPr>
          <p:sp>
            <p:nvSpPr>
              <p:cNvPr id="167032" name="Oval 120"/>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33" name="Rectangle 121"/>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34" name="Rectangle 122"/>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sp>
          <p:nvSpPr>
            <p:cNvPr id="167035" name="Rectangle 123"/>
            <p:cNvSpPr>
              <a:spLocks noChangeArrowheads="1"/>
            </p:cNvSpPr>
            <p:nvPr/>
          </p:nvSpPr>
          <p:spPr bwMode="auto">
            <a:xfrm>
              <a:off x="656" y="1872"/>
              <a:ext cx="226" cy="289"/>
            </a:xfrm>
            <a:prstGeom prst="rect">
              <a:avLst/>
            </a:prstGeom>
            <a:noFill/>
            <a:ln w="9525">
              <a:noFill/>
              <a:miter lim="800000"/>
              <a:headEnd/>
              <a:tailEnd/>
            </a:ln>
          </p:spPr>
          <p:txBody>
            <a:bodyPr/>
            <a:lstStyle/>
            <a:p>
              <a:endParaRPr lang="zh-CN" altLang="en-US" sz="2800"/>
            </a:p>
          </p:txBody>
        </p:sp>
        <p:sp>
          <p:nvSpPr>
            <p:cNvPr id="167036" name="Rectangle 124"/>
            <p:cNvSpPr>
              <a:spLocks noChangeArrowheads="1"/>
            </p:cNvSpPr>
            <p:nvPr/>
          </p:nvSpPr>
          <p:spPr bwMode="auto">
            <a:xfrm>
              <a:off x="800" y="1872"/>
              <a:ext cx="226" cy="289"/>
            </a:xfrm>
            <a:prstGeom prst="rect">
              <a:avLst/>
            </a:prstGeom>
            <a:noFill/>
            <a:ln w="9525">
              <a:noFill/>
              <a:miter lim="800000"/>
              <a:headEnd/>
              <a:tailEnd/>
            </a:ln>
          </p:spPr>
          <p:txBody>
            <a:bodyPr/>
            <a:lstStyle/>
            <a:p>
              <a:endParaRPr lang="zh-CN" altLang="en-US" sz="2800"/>
            </a:p>
          </p:txBody>
        </p:sp>
        <p:sp>
          <p:nvSpPr>
            <p:cNvPr id="167037" name="Rectangle 125"/>
            <p:cNvSpPr>
              <a:spLocks noChangeArrowheads="1"/>
            </p:cNvSpPr>
            <p:nvPr/>
          </p:nvSpPr>
          <p:spPr bwMode="auto">
            <a:xfrm>
              <a:off x="944" y="1872"/>
              <a:ext cx="226" cy="289"/>
            </a:xfrm>
            <a:prstGeom prst="rect">
              <a:avLst/>
            </a:prstGeom>
            <a:noFill/>
            <a:ln w="9525">
              <a:noFill/>
              <a:miter lim="800000"/>
              <a:headEnd/>
              <a:tailEnd/>
            </a:ln>
          </p:spPr>
          <p:txBody>
            <a:bodyPr/>
            <a:lstStyle/>
            <a:p>
              <a:endParaRPr lang="zh-CN" altLang="en-US" sz="2800"/>
            </a:p>
          </p:txBody>
        </p:sp>
        <p:grpSp>
          <p:nvGrpSpPr>
            <p:cNvPr id="167110" name="Group 126"/>
            <p:cNvGrpSpPr>
              <a:grpSpLocks/>
            </p:cNvGrpSpPr>
            <p:nvPr/>
          </p:nvGrpSpPr>
          <p:grpSpPr bwMode="auto">
            <a:xfrm>
              <a:off x="1055" y="1872"/>
              <a:ext cx="271" cy="289"/>
              <a:chOff x="2194" y="1776"/>
              <a:chExt cx="271" cy="289"/>
            </a:xfrm>
          </p:grpSpPr>
          <p:sp>
            <p:nvSpPr>
              <p:cNvPr id="167039" name="Oval 127"/>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40" name="Rectangle 128"/>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41" name="Rectangle 129"/>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7113" name="Group 130"/>
            <p:cNvGrpSpPr>
              <a:grpSpLocks/>
            </p:cNvGrpSpPr>
            <p:nvPr/>
          </p:nvGrpSpPr>
          <p:grpSpPr bwMode="auto">
            <a:xfrm>
              <a:off x="911" y="1872"/>
              <a:ext cx="271" cy="289"/>
              <a:chOff x="2194" y="1776"/>
              <a:chExt cx="271" cy="289"/>
            </a:xfrm>
          </p:grpSpPr>
          <p:sp>
            <p:nvSpPr>
              <p:cNvPr id="167043" name="Oval 131"/>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44" name="Rectangle 132"/>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45" name="Rectangle 133"/>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7116" name="Group 134"/>
            <p:cNvGrpSpPr>
              <a:grpSpLocks/>
            </p:cNvGrpSpPr>
            <p:nvPr/>
          </p:nvGrpSpPr>
          <p:grpSpPr bwMode="auto">
            <a:xfrm>
              <a:off x="767" y="1872"/>
              <a:ext cx="271" cy="289"/>
              <a:chOff x="2194" y="1776"/>
              <a:chExt cx="271" cy="289"/>
            </a:xfrm>
          </p:grpSpPr>
          <p:sp>
            <p:nvSpPr>
              <p:cNvPr id="167047" name="Oval 135"/>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48" name="Rectangle 136"/>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49" name="Rectangle 137"/>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7119" name="Group 138"/>
            <p:cNvGrpSpPr>
              <a:grpSpLocks/>
            </p:cNvGrpSpPr>
            <p:nvPr/>
          </p:nvGrpSpPr>
          <p:grpSpPr bwMode="auto">
            <a:xfrm>
              <a:off x="623" y="1872"/>
              <a:ext cx="271" cy="289"/>
              <a:chOff x="2194" y="1776"/>
              <a:chExt cx="271" cy="289"/>
            </a:xfrm>
          </p:grpSpPr>
          <p:sp>
            <p:nvSpPr>
              <p:cNvPr id="167051" name="Oval 139"/>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7052" name="Rectangle 140"/>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7053" name="Rectangle 141"/>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7122" name="Group 142"/>
            <p:cNvGrpSpPr>
              <a:grpSpLocks/>
            </p:cNvGrpSpPr>
            <p:nvPr/>
          </p:nvGrpSpPr>
          <p:grpSpPr bwMode="auto">
            <a:xfrm>
              <a:off x="1152" y="1584"/>
              <a:ext cx="96" cy="288"/>
              <a:chOff x="2208" y="960"/>
              <a:chExt cx="144" cy="288"/>
            </a:xfrm>
          </p:grpSpPr>
          <p:sp>
            <p:nvSpPr>
              <p:cNvPr id="167055" name="Oval 143"/>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56" name="Line 144"/>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27" name="Group 145"/>
            <p:cNvGrpSpPr>
              <a:grpSpLocks/>
            </p:cNvGrpSpPr>
            <p:nvPr/>
          </p:nvGrpSpPr>
          <p:grpSpPr bwMode="auto">
            <a:xfrm>
              <a:off x="1776" y="1056"/>
              <a:ext cx="96" cy="288"/>
              <a:chOff x="2208" y="960"/>
              <a:chExt cx="144" cy="288"/>
            </a:xfrm>
          </p:grpSpPr>
          <p:sp>
            <p:nvSpPr>
              <p:cNvPr id="167058" name="Oval 146"/>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59" name="Line 147"/>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30" name="Group 148"/>
            <p:cNvGrpSpPr>
              <a:grpSpLocks/>
            </p:cNvGrpSpPr>
            <p:nvPr/>
          </p:nvGrpSpPr>
          <p:grpSpPr bwMode="auto">
            <a:xfrm>
              <a:off x="1968" y="1632"/>
              <a:ext cx="96" cy="288"/>
              <a:chOff x="2208" y="960"/>
              <a:chExt cx="144" cy="288"/>
            </a:xfrm>
          </p:grpSpPr>
          <p:sp>
            <p:nvSpPr>
              <p:cNvPr id="167061" name="Oval 149"/>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62" name="Line 150"/>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35" name="Group 151"/>
            <p:cNvGrpSpPr>
              <a:grpSpLocks/>
            </p:cNvGrpSpPr>
            <p:nvPr/>
          </p:nvGrpSpPr>
          <p:grpSpPr bwMode="auto">
            <a:xfrm>
              <a:off x="1440" y="1056"/>
              <a:ext cx="96" cy="288"/>
              <a:chOff x="2208" y="960"/>
              <a:chExt cx="144" cy="288"/>
            </a:xfrm>
          </p:grpSpPr>
          <p:sp>
            <p:nvSpPr>
              <p:cNvPr id="167064" name="Oval 152"/>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65" name="Line 153"/>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6912" name="Group 154"/>
            <p:cNvGrpSpPr>
              <a:grpSpLocks/>
            </p:cNvGrpSpPr>
            <p:nvPr/>
          </p:nvGrpSpPr>
          <p:grpSpPr bwMode="auto">
            <a:xfrm>
              <a:off x="1440" y="1632"/>
              <a:ext cx="96" cy="288"/>
              <a:chOff x="2208" y="960"/>
              <a:chExt cx="144" cy="288"/>
            </a:xfrm>
          </p:grpSpPr>
          <p:sp>
            <p:nvSpPr>
              <p:cNvPr id="167067" name="Oval 155"/>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68" name="Line 156"/>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graphicFrame>
        <p:nvGraphicFramePr>
          <p:cNvPr id="167069" name="Object 157"/>
          <p:cNvGraphicFramePr>
            <a:graphicFrameLocks noChangeAspect="1"/>
          </p:cNvGraphicFramePr>
          <p:nvPr/>
        </p:nvGraphicFramePr>
        <p:xfrm>
          <a:off x="1447800" y="4287838"/>
          <a:ext cx="1905000" cy="722312"/>
        </p:xfrm>
        <a:graphic>
          <a:graphicData uri="http://schemas.openxmlformats.org/presentationml/2006/ole">
            <p:oleObj spid="_x0000_s1099778" name="Equation" r:id="rId4" imgW="647640" imgH="228600" progId="">
              <p:embed/>
            </p:oleObj>
          </a:graphicData>
        </a:graphic>
      </p:graphicFrame>
      <p:grpSp>
        <p:nvGrpSpPr>
          <p:cNvPr id="166913" name="Group 237"/>
          <p:cNvGrpSpPr>
            <a:grpSpLocks/>
          </p:cNvGrpSpPr>
          <p:nvPr/>
        </p:nvGrpSpPr>
        <p:grpSpPr bwMode="auto">
          <a:xfrm>
            <a:off x="4876800" y="1371600"/>
            <a:ext cx="3810000" cy="2895600"/>
            <a:chOff x="3072" y="720"/>
            <a:chExt cx="2400" cy="1824"/>
          </a:xfrm>
        </p:grpSpPr>
        <p:sp>
          <p:nvSpPr>
            <p:cNvPr id="167125" name="Rectangle 213"/>
            <p:cNvSpPr>
              <a:spLocks noChangeArrowheads="1"/>
            </p:cNvSpPr>
            <p:nvPr/>
          </p:nvSpPr>
          <p:spPr bwMode="auto">
            <a:xfrm>
              <a:off x="3072" y="720"/>
              <a:ext cx="2400" cy="182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7072" name="Oval 160"/>
            <p:cNvSpPr>
              <a:spLocks noChangeArrowheads="1"/>
            </p:cNvSpPr>
            <p:nvPr/>
          </p:nvSpPr>
          <p:spPr bwMode="auto">
            <a:xfrm>
              <a:off x="3456" y="864"/>
              <a:ext cx="1440" cy="1440"/>
            </a:xfrm>
            <a:prstGeom prst="ellipse">
              <a:avLst/>
            </a:prstGeom>
            <a:noFill/>
            <a:ln w="28575">
              <a:solidFill>
                <a:schemeClr val="tx1"/>
              </a:solidFill>
              <a:round/>
              <a:headEnd/>
              <a:tailEnd/>
            </a:ln>
            <a:effectLst/>
          </p:spPr>
          <p:txBody>
            <a:bodyPr wrap="none" anchor="ctr"/>
            <a:lstStyle/>
            <a:p>
              <a:endParaRPr lang="zh-CN" altLang="en-US" sz="2800"/>
            </a:p>
          </p:txBody>
        </p:sp>
        <p:sp>
          <p:nvSpPr>
            <p:cNvPr id="167075" name="Line 163"/>
            <p:cNvSpPr>
              <a:spLocks noChangeShapeType="1"/>
            </p:cNvSpPr>
            <p:nvPr/>
          </p:nvSpPr>
          <p:spPr bwMode="auto">
            <a:xfrm>
              <a:off x="4896" y="1537"/>
              <a:ext cx="0" cy="145"/>
            </a:xfrm>
            <a:prstGeom prst="line">
              <a:avLst/>
            </a:prstGeom>
            <a:noFill/>
            <a:ln w="38100">
              <a:solidFill>
                <a:srgbClr val="D60093"/>
              </a:solidFill>
              <a:round/>
              <a:headEnd/>
              <a:tailEnd type="triangle" w="sm" len="lg"/>
            </a:ln>
            <a:effectLst/>
          </p:spPr>
          <p:txBody>
            <a:bodyPr/>
            <a:lstStyle/>
            <a:p>
              <a:endParaRPr lang="zh-CN" altLang="en-US" sz="2800"/>
            </a:p>
          </p:txBody>
        </p:sp>
        <p:grpSp>
          <p:nvGrpSpPr>
            <p:cNvPr id="166915" name="Group 167"/>
            <p:cNvGrpSpPr>
              <a:grpSpLocks/>
            </p:cNvGrpSpPr>
            <p:nvPr/>
          </p:nvGrpSpPr>
          <p:grpSpPr bwMode="auto">
            <a:xfrm>
              <a:off x="3696" y="1056"/>
              <a:ext cx="240" cy="240"/>
              <a:chOff x="3792" y="1248"/>
              <a:chExt cx="288" cy="288"/>
            </a:xfrm>
          </p:grpSpPr>
          <p:sp>
            <p:nvSpPr>
              <p:cNvPr id="167077" name="Oval 165"/>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78" name="Freeform 166"/>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6928" name="Group 168"/>
            <p:cNvGrpSpPr>
              <a:grpSpLocks/>
            </p:cNvGrpSpPr>
            <p:nvPr/>
          </p:nvGrpSpPr>
          <p:grpSpPr bwMode="auto">
            <a:xfrm>
              <a:off x="3984" y="912"/>
              <a:ext cx="240" cy="240"/>
              <a:chOff x="3792" y="1248"/>
              <a:chExt cx="288" cy="288"/>
            </a:xfrm>
          </p:grpSpPr>
          <p:sp>
            <p:nvSpPr>
              <p:cNvPr id="167081" name="Oval 169"/>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82" name="Freeform 170"/>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6932" name="Group 171"/>
            <p:cNvGrpSpPr>
              <a:grpSpLocks/>
            </p:cNvGrpSpPr>
            <p:nvPr/>
          </p:nvGrpSpPr>
          <p:grpSpPr bwMode="auto">
            <a:xfrm>
              <a:off x="4272" y="960"/>
              <a:ext cx="240" cy="240"/>
              <a:chOff x="3792" y="1248"/>
              <a:chExt cx="288" cy="288"/>
            </a:xfrm>
          </p:grpSpPr>
          <p:sp>
            <p:nvSpPr>
              <p:cNvPr id="167084" name="Oval 172"/>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85" name="Freeform 173"/>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6933" name="Group 174"/>
            <p:cNvGrpSpPr>
              <a:grpSpLocks/>
            </p:cNvGrpSpPr>
            <p:nvPr/>
          </p:nvGrpSpPr>
          <p:grpSpPr bwMode="auto">
            <a:xfrm>
              <a:off x="3552" y="1344"/>
              <a:ext cx="240" cy="240"/>
              <a:chOff x="3792" y="1248"/>
              <a:chExt cx="288" cy="288"/>
            </a:xfrm>
          </p:grpSpPr>
          <p:sp>
            <p:nvSpPr>
              <p:cNvPr id="167087" name="Oval 175"/>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88" name="Freeform 176"/>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6937" name="Group 177"/>
            <p:cNvGrpSpPr>
              <a:grpSpLocks/>
            </p:cNvGrpSpPr>
            <p:nvPr/>
          </p:nvGrpSpPr>
          <p:grpSpPr bwMode="auto">
            <a:xfrm>
              <a:off x="3552" y="1632"/>
              <a:ext cx="240" cy="240"/>
              <a:chOff x="3792" y="1248"/>
              <a:chExt cx="288" cy="288"/>
            </a:xfrm>
          </p:grpSpPr>
          <p:sp>
            <p:nvSpPr>
              <p:cNvPr id="167090" name="Oval 178"/>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91" name="Freeform 179"/>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6940" name="Group 180"/>
            <p:cNvGrpSpPr>
              <a:grpSpLocks/>
            </p:cNvGrpSpPr>
            <p:nvPr/>
          </p:nvGrpSpPr>
          <p:grpSpPr bwMode="auto">
            <a:xfrm>
              <a:off x="4512" y="1152"/>
              <a:ext cx="240" cy="240"/>
              <a:chOff x="3792" y="1248"/>
              <a:chExt cx="288" cy="288"/>
            </a:xfrm>
          </p:grpSpPr>
          <p:sp>
            <p:nvSpPr>
              <p:cNvPr id="167093" name="Oval 181"/>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94" name="Freeform 182"/>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6943" name="Group 183"/>
            <p:cNvGrpSpPr>
              <a:grpSpLocks/>
            </p:cNvGrpSpPr>
            <p:nvPr/>
          </p:nvGrpSpPr>
          <p:grpSpPr bwMode="auto">
            <a:xfrm>
              <a:off x="3984" y="2016"/>
              <a:ext cx="240" cy="240"/>
              <a:chOff x="3792" y="1248"/>
              <a:chExt cx="288" cy="288"/>
            </a:xfrm>
          </p:grpSpPr>
          <p:sp>
            <p:nvSpPr>
              <p:cNvPr id="167096" name="Oval 184"/>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097" name="Freeform 185"/>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47" name="Group 186"/>
            <p:cNvGrpSpPr>
              <a:grpSpLocks/>
            </p:cNvGrpSpPr>
            <p:nvPr/>
          </p:nvGrpSpPr>
          <p:grpSpPr bwMode="auto">
            <a:xfrm>
              <a:off x="4272" y="1968"/>
              <a:ext cx="240" cy="240"/>
              <a:chOff x="3792" y="1248"/>
              <a:chExt cx="288" cy="288"/>
            </a:xfrm>
          </p:grpSpPr>
          <p:sp>
            <p:nvSpPr>
              <p:cNvPr id="167099" name="Oval 187"/>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00" name="Freeform 188"/>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48" name="Group 189"/>
            <p:cNvGrpSpPr>
              <a:grpSpLocks/>
            </p:cNvGrpSpPr>
            <p:nvPr/>
          </p:nvGrpSpPr>
          <p:grpSpPr bwMode="auto">
            <a:xfrm>
              <a:off x="4560" y="1440"/>
              <a:ext cx="240" cy="240"/>
              <a:chOff x="3792" y="1248"/>
              <a:chExt cx="288" cy="288"/>
            </a:xfrm>
          </p:grpSpPr>
          <p:sp>
            <p:nvSpPr>
              <p:cNvPr id="167102" name="Oval 190"/>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03" name="Freeform 191"/>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49" name="Group 192"/>
            <p:cNvGrpSpPr>
              <a:grpSpLocks/>
            </p:cNvGrpSpPr>
            <p:nvPr/>
          </p:nvGrpSpPr>
          <p:grpSpPr bwMode="auto">
            <a:xfrm>
              <a:off x="3984" y="1680"/>
              <a:ext cx="240" cy="240"/>
              <a:chOff x="3792" y="1248"/>
              <a:chExt cx="288" cy="288"/>
            </a:xfrm>
          </p:grpSpPr>
          <p:sp>
            <p:nvSpPr>
              <p:cNvPr id="167105" name="Oval 193"/>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06" name="Freeform 194"/>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50" name="Group 195"/>
            <p:cNvGrpSpPr>
              <a:grpSpLocks/>
            </p:cNvGrpSpPr>
            <p:nvPr/>
          </p:nvGrpSpPr>
          <p:grpSpPr bwMode="auto">
            <a:xfrm>
              <a:off x="3840" y="1440"/>
              <a:ext cx="240" cy="240"/>
              <a:chOff x="3792" y="1248"/>
              <a:chExt cx="288" cy="288"/>
            </a:xfrm>
          </p:grpSpPr>
          <p:sp>
            <p:nvSpPr>
              <p:cNvPr id="167108" name="Oval 196"/>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09" name="Freeform 197"/>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51" name="Group 198"/>
            <p:cNvGrpSpPr>
              <a:grpSpLocks/>
            </p:cNvGrpSpPr>
            <p:nvPr/>
          </p:nvGrpSpPr>
          <p:grpSpPr bwMode="auto">
            <a:xfrm>
              <a:off x="4272" y="1344"/>
              <a:ext cx="240" cy="240"/>
              <a:chOff x="3792" y="1248"/>
              <a:chExt cx="288" cy="288"/>
            </a:xfrm>
          </p:grpSpPr>
          <p:sp>
            <p:nvSpPr>
              <p:cNvPr id="167111" name="Oval 199"/>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12" name="Freeform 200"/>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52" name="Group 201"/>
            <p:cNvGrpSpPr>
              <a:grpSpLocks/>
            </p:cNvGrpSpPr>
            <p:nvPr/>
          </p:nvGrpSpPr>
          <p:grpSpPr bwMode="auto">
            <a:xfrm>
              <a:off x="4272" y="1632"/>
              <a:ext cx="240" cy="240"/>
              <a:chOff x="3792" y="1248"/>
              <a:chExt cx="288" cy="288"/>
            </a:xfrm>
          </p:grpSpPr>
          <p:sp>
            <p:nvSpPr>
              <p:cNvPr id="167114" name="Oval 202"/>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15" name="Freeform 203"/>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53" name="Group 204"/>
            <p:cNvGrpSpPr>
              <a:grpSpLocks/>
            </p:cNvGrpSpPr>
            <p:nvPr/>
          </p:nvGrpSpPr>
          <p:grpSpPr bwMode="auto">
            <a:xfrm>
              <a:off x="4512" y="1776"/>
              <a:ext cx="240" cy="240"/>
              <a:chOff x="3792" y="1248"/>
              <a:chExt cx="288" cy="288"/>
            </a:xfrm>
          </p:grpSpPr>
          <p:sp>
            <p:nvSpPr>
              <p:cNvPr id="167117" name="Oval 205"/>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18" name="Freeform 206"/>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55" name="Group 207"/>
            <p:cNvGrpSpPr>
              <a:grpSpLocks/>
            </p:cNvGrpSpPr>
            <p:nvPr/>
          </p:nvGrpSpPr>
          <p:grpSpPr bwMode="auto">
            <a:xfrm>
              <a:off x="3696" y="1872"/>
              <a:ext cx="240" cy="240"/>
              <a:chOff x="3792" y="1248"/>
              <a:chExt cx="288" cy="288"/>
            </a:xfrm>
          </p:grpSpPr>
          <p:sp>
            <p:nvSpPr>
              <p:cNvPr id="167120" name="Oval 208"/>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21" name="Freeform 209"/>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pSp>
          <p:nvGrpSpPr>
            <p:cNvPr id="167156" name="Group 210"/>
            <p:cNvGrpSpPr>
              <a:grpSpLocks/>
            </p:cNvGrpSpPr>
            <p:nvPr/>
          </p:nvGrpSpPr>
          <p:grpSpPr bwMode="auto">
            <a:xfrm>
              <a:off x="4032" y="1200"/>
              <a:ext cx="240" cy="240"/>
              <a:chOff x="3792" y="1248"/>
              <a:chExt cx="288" cy="288"/>
            </a:xfrm>
          </p:grpSpPr>
          <p:sp>
            <p:nvSpPr>
              <p:cNvPr id="167123" name="Oval 211"/>
              <p:cNvSpPr>
                <a:spLocks noChangeArrowheads="1"/>
              </p:cNvSpPr>
              <p:nvPr/>
            </p:nvSpPr>
            <p:spPr bwMode="auto">
              <a:xfrm>
                <a:off x="3792" y="1248"/>
                <a:ext cx="288"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7124" name="Freeform 212"/>
              <p:cNvSpPr>
                <a:spLocks/>
              </p:cNvSpPr>
              <p:nvPr/>
            </p:nvSpPr>
            <p:spPr bwMode="auto">
              <a:xfrm>
                <a:off x="3996" y="1256"/>
                <a:ext cx="80" cy="88"/>
              </a:xfrm>
              <a:custGeom>
                <a:avLst/>
                <a:gdLst/>
                <a:ahLst/>
                <a:cxnLst>
                  <a:cxn ang="0">
                    <a:pos x="0" y="0"/>
                  </a:cxn>
                  <a:cxn ang="0">
                    <a:pos x="80" y="88"/>
                  </a:cxn>
                </a:cxnLst>
                <a:rect l="0" t="0" r="r" b="b"/>
                <a:pathLst>
                  <a:path w="80" h="88">
                    <a:moveTo>
                      <a:pt x="0" y="0"/>
                    </a:moveTo>
                    <a:lnTo>
                      <a:pt x="80" y="88"/>
                    </a:lnTo>
                  </a:path>
                </a:pathLst>
              </a:custGeom>
              <a:noFill/>
              <a:ln w="19050" cmpd="sng">
                <a:solidFill>
                  <a:srgbClr val="D60093"/>
                </a:solidFill>
                <a:miter lim="800000"/>
                <a:headEnd type="none" w="sm" len="lg"/>
                <a:tailEnd type="triangle" w="sm" len="lg"/>
              </a:ln>
              <a:effectLst/>
            </p:spPr>
            <p:txBody>
              <a:bodyPr wrap="none" anchor="ctr"/>
              <a:lstStyle/>
              <a:p>
                <a:endParaRPr lang="zh-CN" altLang="en-US" sz="2800"/>
              </a:p>
            </p:txBody>
          </p:sp>
        </p:grpSp>
        <p:graphicFrame>
          <p:nvGraphicFramePr>
            <p:cNvPr id="167126" name="Object 214"/>
            <p:cNvGraphicFramePr>
              <a:graphicFrameLocks noChangeAspect="1"/>
            </p:cNvGraphicFramePr>
            <p:nvPr/>
          </p:nvGraphicFramePr>
          <p:xfrm>
            <a:off x="4944" y="1392"/>
            <a:ext cx="283" cy="432"/>
          </p:xfrm>
          <a:graphic>
            <a:graphicData uri="http://schemas.openxmlformats.org/presentationml/2006/ole">
              <p:oleObj spid="_x0000_s1099783" name="Equation" r:id="rId5" imgW="152280" imgH="228600" progId="">
                <p:embed/>
              </p:oleObj>
            </a:graphicData>
          </a:graphic>
        </p:graphicFrame>
      </p:grpSp>
      <p:grpSp>
        <p:nvGrpSpPr>
          <p:cNvPr id="167157" name="Group 239"/>
          <p:cNvGrpSpPr>
            <a:grpSpLocks/>
          </p:cNvGrpSpPr>
          <p:nvPr/>
        </p:nvGrpSpPr>
        <p:grpSpPr bwMode="auto">
          <a:xfrm>
            <a:off x="381000" y="4967288"/>
            <a:ext cx="3429000" cy="750887"/>
            <a:chOff x="288" y="3032"/>
            <a:chExt cx="2064" cy="452"/>
          </a:xfrm>
        </p:grpSpPr>
        <p:graphicFrame>
          <p:nvGraphicFramePr>
            <p:cNvPr id="167128" name="Object 216"/>
            <p:cNvGraphicFramePr>
              <a:graphicFrameLocks noChangeAspect="1"/>
            </p:cNvGraphicFramePr>
            <p:nvPr/>
          </p:nvGraphicFramePr>
          <p:xfrm>
            <a:off x="816" y="3032"/>
            <a:ext cx="1536" cy="452"/>
          </p:xfrm>
          <a:graphic>
            <a:graphicData uri="http://schemas.openxmlformats.org/presentationml/2006/ole">
              <p:oleObj spid="_x0000_s1099782" name="Equation" r:id="rId6" imgW="774360" imgH="253800" progId="">
                <p:embed/>
              </p:oleObj>
            </a:graphicData>
          </a:graphic>
        </p:graphicFrame>
        <p:sp>
          <p:nvSpPr>
            <p:cNvPr id="167129" name="Text Box 217"/>
            <p:cNvSpPr txBox="1">
              <a:spLocks noChangeArrowheads="1"/>
            </p:cNvSpPr>
            <p:nvPr/>
          </p:nvSpPr>
          <p:spPr bwMode="auto">
            <a:xfrm>
              <a:off x="288" y="3073"/>
              <a:ext cx="1217" cy="313"/>
            </a:xfrm>
            <a:prstGeom prst="rect">
              <a:avLst/>
            </a:prstGeom>
            <a:noFill/>
            <a:ln w="19050">
              <a:noFill/>
              <a:miter lim="800000"/>
              <a:headEnd/>
              <a:tailEnd/>
            </a:ln>
            <a:effectLst/>
          </p:spPr>
          <p:txBody>
            <a:bodyPr>
              <a:spAutoFit/>
            </a:bodyPr>
            <a:lstStyle/>
            <a:p>
              <a:pPr>
                <a:spcBef>
                  <a:spcPct val="50000"/>
                </a:spcBef>
              </a:pPr>
              <a:r>
                <a:rPr kumimoji="1" lang="zh-CN" altLang="en-US" sz="2800">
                  <a:solidFill>
                    <a:srgbClr val="CC0000"/>
                  </a:solidFill>
                </a:rPr>
                <a:t>磁矩</a:t>
              </a:r>
            </a:p>
          </p:txBody>
        </p:sp>
      </p:grpSp>
      <p:grpSp>
        <p:nvGrpSpPr>
          <p:cNvPr id="167158" name="Group 240"/>
          <p:cNvGrpSpPr>
            <a:grpSpLocks/>
          </p:cNvGrpSpPr>
          <p:nvPr/>
        </p:nvGrpSpPr>
        <p:grpSpPr bwMode="auto">
          <a:xfrm>
            <a:off x="990600" y="5957888"/>
            <a:ext cx="2770188" cy="519112"/>
            <a:chOff x="576" y="3696"/>
            <a:chExt cx="1745" cy="327"/>
          </a:xfrm>
        </p:grpSpPr>
        <p:sp>
          <p:nvSpPr>
            <p:cNvPr id="167131" name="AutoShape 219"/>
            <p:cNvSpPr>
              <a:spLocks noChangeArrowheads="1"/>
            </p:cNvSpPr>
            <p:nvPr/>
          </p:nvSpPr>
          <p:spPr bwMode="auto">
            <a:xfrm>
              <a:off x="576" y="3735"/>
              <a:ext cx="1728" cy="288"/>
            </a:xfrm>
            <a:prstGeom prst="wedgeRectCallout">
              <a:avLst>
                <a:gd name="adj1" fmla="val 19505"/>
                <a:gd name="adj2" fmla="val -160764"/>
              </a:avLst>
            </a:prstGeom>
            <a:gradFill rotWithShape="0">
              <a:gsLst>
                <a:gs pos="0">
                  <a:schemeClr val="bg1"/>
                </a:gs>
                <a:gs pos="100000">
                  <a:schemeClr val="folHlink"/>
                </a:gs>
              </a:gsLst>
              <a:lin ang="5400000" scaled="1"/>
            </a:gradFill>
            <a:ln w="9525">
              <a:solidFill>
                <a:srgbClr val="D60093"/>
              </a:solidFill>
              <a:miter lim="800000"/>
              <a:headEnd/>
              <a:tailEnd/>
            </a:ln>
            <a:effectLst/>
          </p:spPr>
          <p:txBody>
            <a:bodyPr/>
            <a:lstStyle/>
            <a:p>
              <a:pPr algn="ctr"/>
              <a:endParaRPr lang="zh-CN" altLang="en-US" sz="2800">
                <a:solidFill>
                  <a:srgbClr val="1C1C1C"/>
                </a:solidFill>
              </a:endParaRPr>
            </a:p>
          </p:txBody>
        </p:sp>
        <p:sp>
          <p:nvSpPr>
            <p:cNvPr id="167132" name="Text Box 220"/>
            <p:cNvSpPr txBox="1">
              <a:spLocks noChangeArrowheads="1"/>
            </p:cNvSpPr>
            <p:nvPr/>
          </p:nvSpPr>
          <p:spPr bwMode="auto">
            <a:xfrm>
              <a:off x="576" y="3696"/>
              <a:ext cx="1745" cy="327"/>
            </a:xfrm>
            <a:prstGeom prst="rect">
              <a:avLst/>
            </a:prstGeom>
            <a:noFill/>
            <a:ln w="9525">
              <a:noFill/>
              <a:miter lim="800000"/>
              <a:headEnd/>
              <a:tailEnd/>
            </a:ln>
            <a:effectLst/>
          </p:spPr>
          <p:txBody>
            <a:bodyPr>
              <a:spAutoFit/>
            </a:bodyPr>
            <a:lstStyle/>
            <a:p>
              <a:pPr>
                <a:spcBef>
                  <a:spcPct val="50000"/>
                </a:spcBef>
              </a:pPr>
              <a:r>
                <a:rPr kumimoji="1" lang="zh-CN" altLang="en-US" sz="2800"/>
                <a:t>磁化电流面密度</a:t>
              </a:r>
            </a:p>
          </p:txBody>
        </p:sp>
      </p:grpSp>
      <p:grpSp>
        <p:nvGrpSpPr>
          <p:cNvPr id="167159" name="Group 238"/>
          <p:cNvGrpSpPr>
            <a:grpSpLocks/>
          </p:cNvGrpSpPr>
          <p:nvPr/>
        </p:nvGrpSpPr>
        <p:grpSpPr bwMode="auto">
          <a:xfrm>
            <a:off x="5257800" y="4572000"/>
            <a:ext cx="2919413" cy="647700"/>
            <a:chOff x="3297" y="2760"/>
            <a:chExt cx="1839" cy="408"/>
          </a:xfrm>
        </p:grpSpPr>
        <p:sp>
          <p:nvSpPr>
            <p:cNvPr id="167133" name="Text Box 221"/>
            <p:cNvSpPr txBox="1">
              <a:spLocks noChangeArrowheads="1"/>
            </p:cNvSpPr>
            <p:nvPr/>
          </p:nvSpPr>
          <p:spPr bwMode="auto">
            <a:xfrm>
              <a:off x="3297" y="2760"/>
              <a:ext cx="1440" cy="327"/>
            </a:xfrm>
            <a:prstGeom prst="rect">
              <a:avLst/>
            </a:prstGeom>
            <a:noFill/>
            <a:ln w="9525">
              <a:noFill/>
              <a:miter lim="800000"/>
              <a:headEnd/>
              <a:tailEnd type="none" w="sm" len="lg"/>
            </a:ln>
            <a:effectLst/>
          </p:spPr>
          <p:txBody>
            <a:bodyPr>
              <a:spAutoFit/>
            </a:bodyPr>
            <a:lstStyle/>
            <a:p>
              <a:pPr>
                <a:spcBef>
                  <a:spcPct val="50000"/>
                </a:spcBef>
              </a:pPr>
              <a:r>
                <a:rPr lang="zh-CN" altLang="en-US" sz="2800">
                  <a:solidFill>
                    <a:srgbClr val="CC0000"/>
                  </a:solidFill>
                </a:rPr>
                <a:t>磁化强度</a:t>
              </a:r>
            </a:p>
          </p:txBody>
        </p:sp>
        <p:graphicFrame>
          <p:nvGraphicFramePr>
            <p:cNvPr id="167134" name="Object 222"/>
            <p:cNvGraphicFramePr>
              <a:graphicFrameLocks noChangeAspect="1"/>
            </p:cNvGraphicFramePr>
            <p:nvPr/>
          </p:nvGraphicFramePr>
          <p:xfrm>
            <a:off x="4401" y="2760"/>
            <a:ext cx="735" cy="408"/>
          </p:xfrm>
          <a:graphic>
            <a:graphicData uri="http://schemas.openxmlformats.org/presentationml/2006/ole">
              <p:oleObj spid="_x0000_s1099781" name="Equation" r:id="rId7" imgW="457200" imgH="228600" progId="">
                <p:embed/>
              </p:oleObj>
            </a:graphicData>
          </a:graphic>
        </p:graphicFrame>
      </p:grpSp>
      <p:grpSp>
        <p:nvGrpSpPr>
          <p:cNvPr id="167160" name="Group 236"/>
          <p:cNvGrpSpPr>
            <a:grpSpLocks/>
          </p:cNvGrpSpPr>
          <p:nvPr/>
        </p:nvGrpSpPr>
        <p:grpSpPr bwMode="auto">
          <a:xfrm>
            <a:off x="1179513" y="2222500"/>
            <a:ext cx="2478087" cy="2044700"/>
            <a:chOff x="647" y="1256"/>
            <a:chExt cx="1561" cy="1288"/>
          </a:xfrm>
        </p:grpSpPr>
        <p:sp>
          <p:nvSpPr>
            <p:cNvPr id="167136" name="Line 224"/>
            <p:cNvSpPr>
              <a:spLocks noChangeShapeType="1"/>
            </p:cNvSpPr>
            <p:nvPr/>
          </p:nvSpPr>
          <p:spPr bwMode="auto">
            <a:xfrm>
              <a:off x="1872" y="2159"/>
              <a:ext cx="0" cy="336"/>
            </a:xfrm>
            <a:prstGeom prst="line">
              <a:avLst/>
            </a:prstGeom>
            <a:noFill/>
            <a:ln w="28575">
              <a:solidFill>
                <a:srgbClr val="3366FF"/>
              </a:solidFill>
              <a:prstDash val="dash"/>
              <a:miter lim="800000"/>
              <a:headEnd type="none" w="sm" len="lg"/>
              <a:tailEnd type="none" w="sm" len="lg"/>
            </a:ln>
            <a:effectLst/>
          </p:spPr>
          <p:txBody>
            <a:bodyPr wrap="none" anchor="ctr"/>
            <a:lstStyle/>
            <a:p>
              <a:endParaRPr lang="zh-CN" altLang="en-US" sz="2800"/>
            </a:p>
          </p:txBody>
        </p:sp>
        <p:sp>
          <p:nvSpPr>
            <p:cNvPr id="167137" name="Rectangle 225"/>
            <p:cNvSpPr>
              <a:spLocks noChangeArrowheads="1"/>
            </p:cNvSpPr>
            <p:nvPr/>
          </p:nvSpPr>
          <p:spPr bwMode="auto">
            <a:xfrm>
              <a:off x="667" y="2159"/>
              <a:ext cx="245" cy="269"/>
            </a:xfrm>
            <a:prstGeom prst="rect">
              <a:avLst/>
            </a:prstGeom>
            <a:noFill/>
            <a:ln w="9525">
              <a:noFill/>
              <a:miter lim="800000"/>
              <a:headEnd/>
              <a:tailEnd/>
            </a:ln>
          </p:spPr>
          <p:txBody>
            <a:bodyPr lIns="0" tIns="0" rIns="0" bIns="0">
              <a:spAutoFit/>
            </a:bodyPr>
            <a:lstStyle/>
            <a:p>
              <a:r>
                <a:rPr kumimoji="1" lang="en-US" altLang="zh-CN" sz="2800" i="1">
                  <a:solidFill>
                    <a:srgbClr val="0000FF"/>
                  </a:solidFill>
                </a:rPr>
                <a:t>D</a:t>
              </a:r>
            </a:p>
          </p:txBody>
        </p:sp>
        <p:sp>
          <p:nvSpPr>
            <p:cNvPr id="167138" name="Rectangle 226"/>
            <p:cNvSpPr>
              <a:spLocks noChangeArrowheads="1"/>
            </p:cNvSpPr>
            <p:nvPr/>
          </p:nvSpPr>
          <p:spPr bwMode="auto">
            <a:xfrm>
              <a:off x="1920" y="2159"/>
              <a:ext cx="288" cy="269"/>
            </a:xfrm>
            <a:prstGeom prst="rect">
              <a:avLst/>
            </a:prstGeom>
            <a:noFill/>
            <a:ln w="9525">
              <a:noFill/>
              <a:miter lim="800000"/>
              <a:headEnd/>
              <a:tailEnd/>
            </a:ln>
          </p:spPr>
          <p:txBody>
            <a:bodyPr lIns="0" tIns="0" rIns="0" bIns="0">
              <a:spAutoFit/>
            </a:bodyPr>
            <a:lstStyle/>
            <a:p>
              <a:r>
                <a:rPr kumimoji="1" lang="en-US" altLang="zh-CN" sz="2800" i="1">
                  <a:solidFill>
                    <a:srgbClr val="0000FF"/>
                  </a:solidFill>
                </a:rPr>
                <a:t>C</a:t>
              </a:r>
            </a:p>
          </p:txBody>
        </p:sp>
        <p:sp>
          <p:nvSpPr>
            <p:cNvPr id="167139" name="Line 227"/>
            <p:cNvSpPr>
              <a:spLocks noChangeShapeType="1"/>
            </p:cNvSpPr>
            <p:nvPr/>
          </p:nvSpPr>
          <p:spPr bwMode="auto">
            <a:xfrm>
              <a:off x="864" y="2351"/>
              <a:ext cx="1008" cy="0"/>
            </a:xfrm>
            <a:prstGeom prst="line">
              <a:avLst/>
            </a:prstGeom>
            <a:noFill/>
            <a:ln w="19050">
              <a:solidFill>
                <a:schemeClr val="tx1"/>
              </a:solidFill>
              <a:prstDash val="dash"/>
              <a:miter lim="800000"/>
              <a:headEnd type="triangle" w="sm" len="lg"/>
              <a:tailEnd type="triangle" w="sm" len="lg"/>
            </a:ln>
            <a:effectLst/>
          </p:spPr>
          <p:txBody>
            <a:bodyPr wrap="none" anchor="ctr"/>
            <a:lstStyle/>
            <a:p>
              <a:endParaRPr lang="zh-CN" altLang="en-US" sz="2800"/>
            </a:p>
          </p:txBody>
        </p:sp>
        <p:graphicFrame>
          <p:nvGraphicFramePr>
            <p:cNvPr id="167140" name="Object 228"/>
            <p:cNvGraphicFramePr>
              <a:graphicFrameLocks noChangeAspect="1"/>
            </p:cNvGraphicFramePr>
            <p:nvPr/>
          </p:nvGraphicFramePr>
          <p:xfrm>
            <a:off x="1296" y="2191"/>
            <a:ext cx="177" cy="353"/>
          </p:xfrm>
          <a:graphic>
            <a:graphicData uri="http://schemas.openxmlformats.org/presentationml/2006/ole">
              <p:oleObj spid="_x0000_s1099780" name="Equation" r:id="rId8" imgW="88560" imgH="177480" progId="">
                <p:embed/>
              </p:oleObj>
            </a:graphicData>
          </a:graphic>
        </p:graphicFrame>
        <p:sp>
          <p:nvSpPr>
            <p:cNvPr id="167141" name="Line 229"/>
            <p:cNvSpPr>
              <a:spLocks noChangeShapeType="1"/>
            </p:cNvSpPr>
            <p:nvPr/>
          </p:nvSpPr>
          <p:spPr bwMode="auto">
            <a:xfrm>
              <a:off x="1248" y="1439"/>
              <a:ext cx="96" cy="0"/>
            </a:xfrm>
            <a:prstGeom prst="line">
              <a:avLst/>
            </a:prstGeom>
            <a:noFill/>
            <a:ln w="34925">
              <a:solidFill>
                <a:srgbClr val="0000FF"/>
              </a:solidFill>
              <a:miter lim="800000"/>
              <a:headEnd/>
              <a:tailEnd type="triangle" w="sm" len="lg"/>
            </a:ln>
            <a:effectLst/>
          </p:spPr>
          <p:txBody>
            <a:bodyPr wrap="none"/>
            <a:lstStyle/>
            <a:p>
              <a:endParaRPr lang="zh-CN" altLang="en-US" sz="2800"/>
            </a:p>
          </p:txBody>
        </p:sp>
        <p:sp>
          <p:nvSpPr>
            <p:cNvPr id="167142" name="Line 230"/>
            <p:cNvSpPr>
              <a:spLocks noChangeShapeType="1"/>
            </p:cNvSpPr>
            <p:nvPr/>
          </p:nvSpPr>
          <p:spPr bwMode="auto">
            <a:xfrm flipH="1">
              <a:off x="1248" y="2159"/>
              <a:ext cx="192" cy="0"/>
            </a:xfrm>
            <a:prstGeom prst="line">
              <a:avLst/>
            </a:prstGeom>
            <a:noFill/>
            <a:ln w="34925">
              <a:solidFill>
                <a:srgbClr val="0000FF"/>
              </a:solidFill>
              <a:miter lim="800000"/>
              <a:headEnd/>
              <a:tailEnd type="triangle" w="sm" len="lg"/>
            </a:ln>
            <a:effectLst/>
          </p:spPr>
          <p:txBody>
            <a:bodyPr wrap="none"/>
            <a:lstStyle/>
            <a:p>
              <a:endParaRPr lang="zh-CN" altLang="en-US" sz="2800"/>
            </a:p>
          </p:txBody>
        </p:sp>
        <p:sp>
          <p:nvSpPr>
            <p:cNvPr id="167143" name="Text Box 231"/>
            <p:cNvSpPr txBox="1">
              <a:spLocks noChangeArrowheads="1"/>
            </p:cNvSpPr>
            <p:nvPr/>
          </p:nvSpPr>
          <p:spPr bwMode="auto">
            <a:xfrm>
              <a:off x="647" y="1256"/>
              <a:ext cx="248" cy="330"/>
            </a:xfrm>
            <a:prstGeom prst="rect">
              <a:avLst/>
            </a:prstGeom>
            <a:noFill/>
            <a:ln w="9525">
              <a:noFill/>
              <a:miter lim="800000"/>
              <a:headEnd/>
              <a:tailEnd/>
            </a:ln>
            <a:effectLst/>
          </p:spPr>
          <p:txBody>
            <a:bodyPr wrap="none">
              <a:spAutoFit/>
            </a:bodyPr>
            <a:lstStyle/>
            <a:p>
              <a:r>
                <a:rPr lang="en-US" altLang="zh-CN" sz="2800" i="1">
                  <a:solidFill>
                    <a:srgbClr val="0000FF"/>
                  </a:solidFill>
                </a:rPr>
                <a:t>A</a:t>
              </a:r>
            </a:p>
          </p:txBody>
        </p:sp>
        <p:sp>
          <p:nvSpPr>
            <p:cNvPr id="167144" name="Text Box 232"/>
            <p:cNvSpPr txBox="1">
              <a:spLocks noChangeArrowheads="1"/>
            </p:cNvSpPr>
            <p:nvPr/>
          </p:nvSpPr>
          <p:spPr bwMode="auto">
            <a:xfrm>
              <a:off x="1824" y="1256"/>
              <a:ext cx="361" cy="327"/>
            </a:xfrm>
            <a:prstGeom prst="rect">
              <a:avLst/>
            </a:prstGeom>
            <a:noFill/>
            <a:ln w="9525">
              <a:noFill/>
              <a:miter lim="800000"/>
              <a:headEnd/>
              <a:tailEnd/>
            </a:ln>
            <a:effectLst/>
          </p:spPr>
          <p:txBody>
            <a:bodyPr>
              <a:spAutoFit/>
            </a:bodyPr>
            <a:lstStyle/>
            <a:p>
              <a:r>
                <a:rPr lang="en-US" altLang="zh-CN" sz="2800" i="1">
                  <a:solidFill>
                    <a:srgbClr val="0000FF"/>
                  </a:solidFill>
                </a:rPr>
                <a:t>B</a:t>
              </a:r>
            </a:p>
          </p:txBody>
        </p:sp>
        <p:sp>
          <p:nvSpPr>
            <p:cNvPr id="167145" name="Rectangle 233"/>
            <p:cNvSpPr>
              <a:spLocks noChangeArrowheads="1"/>
            </p:cNvSpPr>
            <p:nvPr/>
          </p:nvSpPr>
          <p:spPr bwMode="auto">
            <a:xfrm>
              <a:off x="864" y="1439"/>
              <a:ext cx="1009" cy="721"/>
            </a:xfrm>
            <a:prstGeom prst="rect">
              <a:avLst/>
            </a:prstGeom>
            <a:noFill/>
            <a:ln w="28575">
              <a:solidFill>
                <a:srgbClr val="0000FF"/>
              </a:solidFill>
              <a:miter lim="800000"/>
              <a:headEnd/>
              <a:tailEnd/>
            </a:ln>
          </p:spPr>
          <p:txBody>
            <a:bodyPr/>
            <a:lstStyle/>
            <a:p>
              <a:endParaRPr lang="zh-CN" altLang="en-US" sz="2800"/>
            </a:p>
          </p:txBody>
        </p:sp>
        <p:sp>
          <p:nvSpPr>
            <p:cNvPr id="167146" name="Line 234"/>
            <p:cNvSpPr>
              <a:spLocks noChangeShapeType="1"/>
            </p:cNvSpPr>
            <p:nvPr/>
          </p:nvSpPr>
          <p:spPr bwMode="auto">
            <a:xfrm>
              <a:off x="864" y="2159"/>
              <a:ext cx="0" cy="336"/>
            </a:xfrm>
            <a:prstGeom prst="line">
              <a:avLst/>
            </a:prstGeom>
            <a:noFill/>
            <a:ln w="28575">
              <a:solidFill>
                <a:srgbClr val="3366FF"/>
              </a:solidFill>
              <a:prstDash val="dash"/>
              <a:miter lim="800000"/>
              <a:headEnd type="none" w="sm" len="lg"/>
              <a:tailEnd type="none" w="sm" len="lg"/>
            </a:ln>
            <a:effectLst/>
          </p:spPr>
          <p:txBody>
            <a:bodyPr wrap="none" anchor="ctr"/>
            <a:lstStyle/>
            <a:p>
              <a:endParaRPr lang="zh-CN" altLang="en-US" sz="2800"/>
            </a:p>
          </p:txBody>
        </p:sp>
      </p:grpSp>
      <p:graphicFrame>
        <p:nvGraphicFramePr>
          <p:cNvPr id="167154" name="Object 242"/>
          <p:cNvGraphicFramePr>
            <a:graphicFrameLocks noChangeAspect="1"/>
          </p:cNvGraphicFramePr>
          <p:nvPr/>
        </p:nvGraphicFramePr>
        <p:xfrm>
          <a:off x="4572000" y="5410200"/>
          <a:ext cx="3962400" cy="896938"/>
        </p:xfrm>
        <a:graphic>
          <a:graphicData uri="http://schemas.openxmlformats.org/presentationml/2006/ole">
            <p:oleObj spid="_x0000_s1099779" name="Equation" r:id="rId9" imgW="1358640" imgH="29196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7069"/>
                                        </p:tgtEl>
                                        <p:attrNameLst>
                                          <p:attrName>style.visibility</p:attrName>
                                        </p:attrNameLst>
                                      </p:cBhvr>
                                      <p:to>
                                        <p:strVal val="visible"/>
                                      </p:to>
                                    </p:set>
                                    <p:animEffect transition="in" filter="blinds(vertical)">
                                      <p:cBhvr>
                                        <p:cTn id="12" dur="500"/>
                                        <p:tgtEl>
                                          <p:spTgt spid="16706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66913"/>
                                        </p:tgtEl>
                                        <p:attrNameLst>
                                          <p:attrName>style.visibility</p:attrName>
                                        </p:attrNameLst>
                                      </p:cBhvr>
                                      <p:to>
                                        <p:strVal val="visible"/>
                                      </p:to>
                                    </p:set>
                                    <p:animEffect transition="in" filter="box(in)">
                                      <p:cBhvr>
                                        <p:cTn id="17" dur="500"/>
                                        <p:tgtEl>
                                          <p:spTgt spid="1669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7157"/>
                                        </p:tgtEl>
                                        <p:attrNameLst>
                                          <p:attrName>style.visibility</p:attrName>
                                        </p:attrNameLst>
                                      </p:cBhvr>
                                      <p:to>
                                        <p:strVal val="visible"/>
                                      </p:to>
                                    </p:set>
                                    <p:animEffect transition="in" filter="blinds(horizontal)">
                                      <p:cBhvr>
                                        <p:cTn id="22" dur="500"/>
                                        <p:tgtEl>
                                          <p:spTgt spid="16715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67158"/>
                                        </p:tgtEl>
                                        <p:attrNameLst>
                                          <p:attrName>style.visibility</p:attrName>
                                        </p:attrNameLst>
                                      </p:cBhvr>
                                      <p:to>
                                        <p:strVal val="visible"/>
                                      </p:to>
                                    </p:set>
                                    <p:animEffect transition="in" filter="strips(upRight)">
                                      <p:cBhvr>
                                        <p:cTn id="27" dur="500"/>
                                        <p:tgtEl>
                                          <p:spTgt spid="16715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7159"/>
                                        </p:tgtEl>
                                        <p:attrNameLst>
                                          <p:attrName>style.visibility</p:attrName>
                                        </p:attrNameLst>
                                      </p:cBhvr>
                                      <p:to>
                                        <p:strVal val="visible"/>
                                      </p:to>
                                    </p:set>
                                    <p:animEffect transition="in" filter="blinds(horizontal)">
                                      <p:cBhvr>
                                        <p:cTn id="32" dur="500"/>
                                        <p:tgtEl>
                                          <p:spTgt spid="16715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67160"/>
                                        </p:tgtEl>
                                        <p:attrNameLst>
                                          <p:attrName>style.visibility</p:attrName>
                                        </p:attrNameLst>
                                      </p:cBhvr>
                                      <p:to>
                                        <p:strVal val="visible"/>
                                      </p:to>
                                    </p:set>
                                    <p:animEffect transition="in" filter="box(out)">
                                      <p:cBhvr>
                                        <p:cTn id="37" dur="500"/>
                                        <p:tgtEl>
                                          <p:spTgt spid="16716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67154"/>
                                        </p:tgtEl>
                                        <p:attrNameLst>
                                          <p:attrName>style.visibility</p:attrName>
                                        </p:attrNameLst>
                                      </p:cBhvr>
                                      <p:to>
                                        <p:strVal val="visible"/>
                                      </p:to>
                                    </p:set>
                                    <p:animEffect transition="in" filter="blinds(horizontal)">
                                      <p:cBhvr>
                                        <p:cTn id="42" dur="500"/>
                                        <p:tgtEl>
                                          <p:spTgt spid="167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52"/>
          <p:cNvGrpSpPr>
            <a:grpSpLocks/>
          </p:cNvGrpSpPr>
          <p:nvPr/>
        </p:nvGrpSpPr>
        <p:grpSpPr bwMode="auto">
          <a:xfrm>
            <a:off x="533400" y="1495425"/>
            <a:ext cx="4343400" cy="1490663"/>
            <a:chOff x="336" y="942"/>
            <a:chExt cx="2736" cy="939"/>
          </a:xfrm>
        </p:grpSpPr>
        <p:graphicFrame>
          <p:nvGraphicFramePr>
            <p:cNvPr id="167939" name="Object 3"/>
            <p:cNvGraphicFramePr>
              <a:graphicFrameLocks noChangeAspect="1"/>
            </p:cNvGraphicFramePr>
            <p:nvPr/>
          </p:nvGraphicFramePr>
          <p:xfrm>
            <a:off x="336" y="942"/>
            <a:ext cx="1984" cy="450"/>
          </p:xfrm>
          <a:graphic>
            <a:graphicData uri="http://schemas.openxmlformats.org/presentationml/2006/ole">
              <p:oleObj spid="_x0000_s1100810" name="Equation" r:id="rId3" imgW="1117440" imgH="253800" progId="">
                <p:embed/>
              </p:oleObj>
            </a:graphicData>
          </a:graphic>
        </p:graphicFrame>
        <p:sp>
          <p:nvSpPr>
            <p:cNvPr id="167941" name="AutoShape 5"/>
            <p:cNvSpPr>
              <a:spLocks noChangeArrowheads="1"/>
            </p:cNvSpPr>
            <p:nvPr/>
          </p:nvSpPr>
          <p:spPr bwMode="auto">
            <a:xfrm>
              <a:off x="505" y="1536"/>
              <a:ext cx="1127" cy="336"/>
            </a:xfrm>
            <a:prstGeom prst="wedgeRectCallout">
              <a:avLst>
                <a:gd name="adj1" fmla="val 23204"/>
                <a:gd name="adj2" fmla="val -126787"/>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lstStyle/>
            <a:p>
              <a:pPr algn="ctr"/>
              <a:r>
                <a:rPr kumimoji="1" lang="zh-CN" altLang="en-US" sz="2800"/>
                <a:t>传导电流</a:t>
              </a:r>
            </a:p>
          </p:txBody>
        </p:sp>
        <p:sp>
          <p:nvSpPr>
            <p:cNvPr id="167944" name="AutoShape 8"/>
            <p:cNvSpPr>
              <a:spLocks noChangeArrowheads="1"/>
            </p:cNvSpPr>
            <p:nvPr/>
          </p:nvSpPr>
          <p:spPr bwMode="auto">
            <a:xfrm>
              <a:off x="1857" y="1536"/>
              <a:ext cx="1215" cy="345"/>
            </a:xfrm>
            <a:prstGeom prst="wedgeRectCallout">
              <a:avLst>
                <a:gd name="adj1" fmla="val -36009"/>
                <a:gd name="adj2" fmla="val -120144"/>
              </a:avLst>
            </a:prstGeom>
            <a:gradFill rotWithShape="0">
              <a:gsLst>
                <a:gs pos="0">
                  <a:schemeClr val="bg1"/>
                </a:gs>
                <a:gs pos="100000">
                  <a:schemeClr val="folHlink"/>
                </a:gs>
              </a:gsLst>
              <a:lin ang="5400000" scaled="1"/>
            </a:gradFill>
            <a:ln w="9525">
              <a:solidFill>
                <a:srgbClr val="D60093"/>
              </a:solidFill>
              <a:miter lim="800000"/>
              <a:headEnd/>
              <a:tailEnd/>
            </a:ln>
            <a:effectLst/>
          </p:spPr>
          <p:txBody>
            <a:bodyPr/>
            <a:lstStyle/>
            <a:p>
              <a:pPr algn="ctr"/>
              <a:r>
                <a:rPr kumimoji="1" lang="zh-CN" altLang="en-US" sz="2800"/>
                <a:t>磁化电流</a:t>
              </a:r>
            </a:p>
          </p:txBody>
        </p:sp>
      </p:grpSp>
      <p:grpSp>
        <p:nvGrpSpPr>
          <p:cNvPr id="3" name="Group 337"/>
          <p:cNvGrpSpPr>
            <a:grpSpLocks/>
          </p:cNvGrpSpPr>
          <p:nvPr/>
        </p:nvGrpSpPr>
        <p:grpSpPr bwMode="auto">
          <a:xfrm>
            <a:off x="5029200" y="762000"/>
            <a:ext cx="3810000" cy="2895600"/>
            <a:chOff x="240" y="720"/>
            <a:chExt cx="2400" cy="1824"/>
          </a:xfrm>
        </p:grpSpPr>
        <p:sp>
          <p:nvSpPr>
            <p:cNvPr id="168110" name="Rectangle 174"/>
            <p:cNvSpPr>
              <a:spLocks noChangeArrowheads="1"/>
            </p:cNvSpPr>
            <p:nvPr/>
          </p:nvSpPr>
          <p:spPr bwMode="auto">
            <a:xfrm>
              <a:off x="240" y="720"/>
              <a:ext cx="2400" cy="182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8111" name="Rectangle 175"/>
            <p:cNvSpPr>
              <a:spLocks noChangeArrowheads="1"/>
            </p:cNvSpPr>
            <p:nvPr/>
          </p:nvSpPr>
          <p:spPr bwMode="auto">
            <a:xfrm>
              <a:off x="576" y="1872"/>
              <a:ext cx="226" cy="289"/>
            </a:xfrm>
            <a:prstGeom prst="rect">
              <a:avLst/>
            </a:prstGeom>
            <a:noFill/>
            <a:ln w="9525">
              <a:noFill/>
              <a:miter lim="800000"/>
              <a:headEnd/>
              <a:tailEnd/>
            </a:ln>
          </p:spPr>
          <p:txBody>
            <a:bodyPr/>
            <a:lstStyle/>
            <a:p>
              <a:endParaRPr lang="zh-CN" altLang="en-US" sz="2800"/>
            </a:p>
          </p:txBody>
        </p:sp>
        <p:sp>
          <p:nvSpPr>
            <p:cNvPr id="168112" name="Rectangle 176"/>
            <p:cNvSpPr>
              <a:spLocks noChangeArrowheads="1"/>
            </p:cNvSpPr>
            <p:nvPr/>
          </p:nvSpPr>
          <p:spPr bwMode="auto">
            <a:xfrm>
              <a:off x="576" y="1961"/>
              <a:ext cx="1824" cy="12"/>
            </a:xfrm>
            <a:prstGeom prst="rect">
              <a:avLst/>
            </a:prstGeom>
            <a:solidFill>
              <a:srgbClr val="000066"/>
            </a:solidFill>
            <a:ln w="9525">
              <a:noFill/>
              <a:miter lim="800000"/>
              <a:headEnd/>
              <a:tailEnd/>
            </a:ln>
          </p:spPr>
          <p:txBody>
            <a:bodyPr/>
            <a:lstStyle/>
            <a:p>
              <a:endParaRPr lang="zh-CN" altLang="en-US" sz="2800"/>
            </a:p>
          </p:txBody>
        </p:sp>
        <p:sp>
          <p:nvSpPr>
            <p:cNvPr id="168113" name="Rectangle 177"/>
            <p:cNvSpPr>
              <a:spLocks noChangeArrowheads="1"/>
            </p:cNvSpPr>
            <p:nvPr/>
          </p:nvSpPr>
          <p:spPr bwMode="auto">
            <a:xfrm>
              <a:off x="720" y="1872"/>
              <a:ext cx="226" cy="289"/>
            </a:xfrm>
            <a:prstGeom prst="rect">
              <a:avLst/>
            </a:prstGeom>
            <a:noFill/>
            <a:ln w="9525">
              <a:noFill/>
              <a:miter lim="800000"/>
              <a:headEnd/>
              <a:tailEnd/>
            </a:ln>
          </p:spPr>
          <p:txBody>
            <a:bodyPr/>
            <a:lstStyle/>
            <a:p>
              <a:endParaRPr lang="zh-CN" altLang="en-US" sz="2800"/>
            </a:p>
          </p:txBody>
        </p:sp>
        <p:sp>
          <p:nvSpPr>
            <p:cNvPr id="168114" name="Rectangle 178"/>
            <p:cNvSpPr>
              <a:spLocks noChangeArrowheads="1"/>
            </p:cNvSpPr>
            <p:nvPr/>
          </p:nvSpPr>
          <p:spPr bwMode="auto">
            <a:xfrm>
              <a:off x="864" y="1872"/>
              <a:ext cx="226" cy="289"/>
            </a:xfrm>
            <a:prstGeom prst="rect">
              <a:avLst/>
            </a:prstGeom>
            <a:noFill/>
            <a:ln w="9525">
              <a:noFill/>
              <a:miter lim="800000"/>
              <a:headEnd/>
              <a:tailEnd/>
            </a:ln>
          </p:spPr>
          <p:txBody>
            <a:bodyPr/>
            <a:lstStyle/>
            <a:p>
              <a:endParaRPr lang="zh-CN" altLang="en-US" sz="2800"/>
            </a:p>
          </p:txBody>
        </p:sp>
        <p:sp>
          <p:nvSpPr>
            <p:cNvPr id="168115" name="Rectangle 179"/>
            <p:cNvSpPr>
              <a:spLocks noChangeArrowheads="1"/>
            </p:cNvSpPr>
            <p:nvPr/>
          </p:nvSpPr>
          <p:spPr bwMode="auto">
            <a:xfrm>
              <a:off x="1296" y="1872"/>
              <a:ext cx="226" cy="289"/>
            </a:xfrm>
            <a:prstGeom prst="rect">
              <a:avLst/>
            </a:prstGeom>
            <a:noFill/>
            <a:ln w="9525">
              <a:noFill/>
              <a:miter lim="800000"/>
              <a:headEnd/>
              <a:tailEnd/>
            </a:ln>
          </p:spPr>
          <p:txBody>
            <a:bodyPr/>
            <a:lstStyle/>
            <a:p>
              <a:endParaRPr lang="zh-CN" altLang="en-US" sz="2800"/>
            </a:p>
          </p:txBody>
        </p:sp>
        <p:sp>
          <p:nvSpPr>
            <p:cNvPr id="168116" name="Rectangle 180"/>
            <p:cNvSpPr>
              <a:spLocks noChangeArrowheads="1"/>
            </p:cNvSpPr>
            <p:nvPr/>
          </p:nvSpPr>
          <p:spPr bwMode="auto">
            <a:xfrm>
              <a:off x="1008" y="1872"/>
              <a:ext cx="226" cy="289"/>
            </a:xfrm>
            <a:prstGeom prst="rect">
              <a:avLst/>
            </a:prstGeom>
            <a:noFill/>
            <a:ln w="9525">
              <a:noFill/>
              <a:miter lim="800000"/>
              <a:headEnd/>
              <a:tailEnd/>
            </a:ln>
          </p:spPr>
          <p:txBody>
            <a:bodyPr/>
            <a:lstStyle/>
            <a:p>
              <a:endParaRPr lang="zh-CN" altLang="en-US" sz="2800"/>
            </a:p>
          </p:txBody>
        </p:sp>
        <p:sp>
          <p:nvSpPr>
            <p:cNvPr id="168117" name="Rectangle 181"/>
            <p:cNvSpPr>
              <a:spLocks noChangeArrowheads="1"/>
            </p:cNvSpPr>
            <p:nvPr/>
          </p:nvSpPr>
          <p:spPr bwMode="auto">
            <a:xfrm>
              <a:off x="1440" y="1872"/>
              <a:ext cx="226" cy="289"/>
            </a:xfrm>
            <a:prstGeom prst="rect">
              <a:avLst/>
            </a:prstGeom>
            <a:noFill/>
            <a:ln w="9525">
              <a:noFill/>
              <a:miter lim="800000"/>
              <a:headEnd/>
              <a:tailEnd/>
            </a:ln>
          </p:spPr>
          <p:txBody>
            <a:bodyPr/>
            <a:lstStyle/>
            <a:p>
              <a:endParaRPr lang="zh-CN" altLang="en-US" sz="2800"/>
            </a:p>
          </p:txBody>
        </p:sp>
        <p:sp>
          <p:nvSpPr>
            <p:cNvPr id="168118" name="Rectangle 182"/>
            <p:cNvSpPr>
              <a:spLocks noChangeArrowheads="1"/>
            </p:cNvSpPr>
            <p:nvPr/>
          </p:nvSpPr>
          <p:spPr bwMode="auto">
            <a:xfrm>
              <a:off x="1584" y="1872"/>
              <a:ext cx="226" cy="289"/>
            </a:xfrm>
            <a:prstGeom prst="rect">
              <a:avLst/>
            </a:prstGeom>
            <a:noFill/>
            <a:ln w="9525">
              <a:noFill/>
              <a:miter lim="800000"/>
              <a:headEnd/>
              <a:tailEnd/>
            </a:ln>
          </p:spPr>
          <p:txBody>
            <a:bodyPr/>
            <a:lstStyle/>
            <a:p>
              <a:endParaRPr lang="zh-CN" altLang="en-US" sz="2800"/>
            </a:p>
          </p:txBody>
        </p:sp>
        <p:sp>
          <p:nvSpPr>
            <p:cNvPr id="168119" name="Rectangle 183"/>
            <p:cNvSpPr>
              <a:spLocks noChangeArrowheads="1"/>
            </p:cNvSpPr>
            <p:nvPr/>
          </p:nvSpPr>
          <p:spPr bwMode="auto">
            <a:xfrm>
              <a:off x="1728" y="1872"/>
              <a:ext cx="226" cy="289"/>
            </a:xfrm>
            <a:prstGeom prst="rect">
              <a:avLst/>
            </a:prstGeom>
            <a:noFill/>
            <a:ln w="9525">
              <a:noFill/>
              <a:miter lim="800000"/>
              <a:headEnd/>
              <a:tailEnd/>
            </a:ln>
          </p:spPr>
          <p:txBody>
            <a:bodyPr/>
            <a:lstStyle/>
            <a:p>
              <a:endParaRPr lang="zh-CN" altLang="en-US" sz="2800"/>
            </a:p>
          </p:txBody>
        </p:sp>
        <p:sp>
          <p:nvSpPr>
            <p:cNvPr id="168120" name="Rectangle 184"/>
            <p:cNvSpPr>
              <a:spLocks noChangeArrowheads="1"/>
            </p:cNvSpPr>
            <p:nvPr/>
          </p:nvSpPr>
          <p:spPr bwMode="auto">
            <a:xfrm>
              <a:off x="1872" y="1872"/>
              <a:ext cx="226" cy="289"/>
            </a:xfrm>
            <a:prstGeom prst="rect">
              <a:avLst/>
            </a:prstGeom>
            <a:noFill/>
            <a:ln w="9525">
              <a:noFill/>
              <a:miter lim="800000"/>
              <a:headEnd/>
              <a:tailEnd/>
            </a:ln>
          </p:spPr>
          <p:txBody>
            <a:bodyPr/>
            <a:lstStyle/>
            <a:p>
              <a:endParaRPr lang="zh-CN" altLang="en-US" sz="2800"/>
            </a:p>
          </p:txBody>
        </p:sp>
        <p:sp>
          <p:nvSpPr>
            <p:cNvPr id="168121" name="Rectangle 185"/>
            <p:cNvSpPr>
              <a:spLocks noChangeArrowheads="1"/>
            </p:cNvSpPr>
            <p:nvPr/>
          </p:nvSpPr>
          <p:spPr bwMode="auto">
            <a:xfrm>
              <a:off x="2016" y="1872"/>
              <a:ext cx="226" cy="289"/>
            </a:xfrm>
            <a:prstGeom prst="rect">
              <a:avLst/>
            </a:prstGeom>
            <a:noFill/>
            <a:ln w="9525">
              <a:noFill/>
              <a:miter lim="800000"/>
              <a:headEnd/>
              <a:tailEnd/>
            </a:ln>
          </p:spPr>
          <p:txBody>
            <a:bodyPr/>
            <a:lstStyle/>
            <a:p>
              <a:endParaRPr lang="zh-CN" altLang="en-US" sz="2800"/>
            </a:p>
          </p:txBody>
        </p:sp>
        <p:grpSp>
          <p:nvGrpSpPr>
            <p:cNvPr id="4" name="Group 186"/>
            <p:cNvGrpSpPr>
              <a:grpSpLocks/>
            </p:cNvGrpSpPr>
            <p:nvPr/>
          </p:nvGrpSpPr>
          <p:grpSpPr bwMode="auto">
            <a:xfrm>
              <a:off x="2178" y="1872"/>
              <a:ext cx="271" cy="289"/>
              <a:chOff x="2194" y="1776"/>
              <a:chExt cx="271" cy="289"/>
            </a:xfrm>
          </p:grpSpPr>
          <p:sp>
            <p:nvSpPr>
              <p:cNvPr id="168123" name="Oval 187"/>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24" name="Rectangle 188"/>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125" name="Rectangle 189"/>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5" name="Group 190"/>
            <p:cNvGrpSpPr>
              <a:grpSpLocks/>
            </p:cNvGrpSpPr>
            <p:nvPr/>
          </p:nvGrpSpPr>
          <p:grpSpPr bwMode="auto">
            <a:xfrm>
              <a:off x="480" y="768"/>
              <a:ext cx="1959" cy="289"/>
              <a:chOff x="873" y="2738"/>
              <a:chExt cx="1959" cy="289"/>
            </a:xfrm>
          </p:grpSpPr>
          <p:grpSp>
            <p:nvGrpSpPr>
              <p:cNvPr id="6" name="Group 191"/>
              <p:cNvGrpSpPr>
                <a:grpSpLocks/>
              </p:cNvGrpSpPr>
              <p:nvPr/>
            </p:nvGrpSpPr>
            <p:grpSpPr bwMode="auto">
              <a:xfrm>
                <a:off x="1056" y="2832"/>
                <a:ext cx="145" cy="145"/>
                <a:chOff x="1065" y="2834"/>
                <a:chExt cx="145" cy="145"/>
              </a:xfrm>
            </p:grpSpPr>
            <p:sp>
              <p:nvSpPr>
                <p:cNvPr id="168128" name="Oval 192"/>
                <p:cNvSpPr>
                  <a:spLocks noChangeArrowheads="1"/>
                </p:cNvSpPr>
                <p:nvPr/>
              </p:nvSpPr>
              <p:spPr bwMode="auto">
                <a:xfrm>
                  <a:off x="1065"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29" name="Oval 193"/>
                <p:cNvSpPr>
                  <a:spLocks noChangeArrowheads="1"/>
                </p:cNvSpPr>
                <p:nvPr/>
              </p:nvSpPr>
              <p:spPr bwMode="auto">
                <a:xfrm>
                  <a:off x="1113"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sp>
            <p:nvSpPr>
              <p:cNvPr id="168130" name="Rectangle 194"/>
              <p:cNvSpPr>
                <a:spLocks noChangeArrowheads="1"/>
              </p:cNvSpPr>
              <p:nvPr/>
            </p:nvSpPr>
            <p:spPr bwMode="auto">
              <a:xfrm>
                <a:off x="1008" y="2970"/>
                <a:ext cx="1824" cy="12"/>
              </a:xfrm>
              <a:prstGeom prst="rect">
                <a:avLst/>
              </a:prstGeom>
              <a:solidFill>
                <a:srgbClr val="000066"/>
              </a:solidFill>
              <a:ln w="9525">
                <a:noFill/>
                <a:miter lim="800000"/>
                <a:headEnd/>
                <a:tailEnd/>
              </a:ln>
            </p:spPr>
            <p:txBody>
              <a:bodyPr/>
              <a:lstStyle/>
              <a:p>
                <a:endParaRPr lang="zh-CN" altLang="en-US" sz="2800"/>
              </a:p>
            </p:txBody>
          </p:sp>
          <p:grpSp>
            <p:nvGrpSpPr>
              <p:cNvPr id="7" name="Group 195"/>
              <p:cNvGrpSpPr>
                <a:grpSpLocks/>
              </p:cNvGrpSpPr>
              <p:nvPr/>
            </p:nvGrpSpPr>
            <p:grpSpPr bwMode="auto">
              <a:xfrm>
                <a:off x="1200" y="2832"/>
                <a:ext cx="145" cy="145"/>
                <a:chOff x="1209" y="2834"/>
                <a:chExt cx="145" cy="145"/>
              </a:xfrm>
            </p:grpSpPr>
            <p:sp>
              <p:nvSpPr>
                <p:cNvPr id="168132" name="Oval 196"/>
                <p:cNvSpPr>
                  <a:spLocks noChangeArrowheads="1"/>
                </p:cNvSpPr>
                <p:nvPr/>
              </p:nvSpPr>
              <p:spPr bwMode="auto">
                <a:xfrm>
                  <a:off x="1209"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33" name="Oval 197"/>
                <p:cNvSpPr>
                  <a:spLocks noChangeArrowheads="1"/>
                </p:cNvSpPr>
                <p:nvPr/>
              </p:nvSpPr>
              <p:spPr bwMode="auto">
                <a:xfrm>
                  <a:off x="1257"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8" name="Group 198"/>
              <p:cNvGrpSpPr>
                <a:grpSpLocks/>
              </p:cNvGrpSpPr>
              <p:nvPr/>
            </p:nvGrpSpPr>
            <p:grpSpPr bwMode="auto">
              <a:xfrm>
                <a:off x="1488" y="2832"/>
                <a:ext cx="145" cy="145"/>
                <a:chOff x="1497" y="2834"/>
                <a:chExt cx="145" cy="145"/>
              </a:xfrm>
            </p:grpSpPr>
            <p:sp>
              <p:nvSpPr>
                <p:cNvPr id="168135" name="Oval 199"/>
                <p:cNvSpPr>
                  <a:spLocks noChangeArrowheads="1"/>
                </p:cNvSpPr>
                <p:nvPr/>
              </p:nvSpPr>
              <p:spPr bwMode="auto">
                <a:xfrm>
                  <a:off x="1497"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36" name="Oval 200"/>
                <p:cNvSpPr>
                  <a:spLocks noChangeArrowheads="1"/>
                </p:cNvSpPr>
                <p:nvPr/>
              </p:nvSpPr>
              <p:spPr bwMode="auto">
                <a:xfrm>
                  <a:off x="1545"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9" name="Group 201"/>
              <p:cNvGrpSpPr>
                <a:grpSpLocks/>
              </p:cNvGrpSpPr>
              <p:nvPr/>
            </p:nvGrpSpPr>
            <p:grpSpPr bwMode="auto">
              <a:xfrm>
                <a:off x="1344" y="2832"/>
                <a:ext cx="145" cy="145"/>
                <a:chOff x="1353" y="2834"/>
                <a:chExt cx="145" cy="145"/>
              </a:xfrm>
            </p:grpSpPr>
            <p:sp>
              <p:nvSpPr>
                <p:cNvPr id="168138" name="Oval 202"/>
                <p:cNvSpPr>
                  <a:spLocks noChangeArrowheads="1"/>
                </p:cNvSpPr>
                <p:nvPr/>
              </p:nvSpPr>
              <p:spPr bwMode="auto">
                <a:xfrm>
                  <a:off x="1353"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39" name="Oval 203"/>
                <p:cNvSpPr>
                  <a:spLocks noChangeArrowheads="1"/>
                </p:cNvSpPr>
                <p:nvPr/>
              </p:nvSpPr>
              <p:spPr bwMode="auto">
                <a:xfrm>
                  <a:off x="1401"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0" name="Group 204"/>
              <p:cNvGrpSpPr>
                <a:grpSpLocks/>
              </p:cNvGrpSpPr>
              <p:nvPr/>
            </p:nvGrpSpPr>
            <p:grpSpPr bwMode="auto">
              <a:xfrm>
                <a:off x="1632" y="2832"/>
                <a:ext cx="145" cy="145"/>
                <a:chOff x="1641" y="2834"/>
                <a:chExt cx="145" cy="145"/>
              </a:xfrm>
            </p:grpSpPr>
            <p:sp>
              <p:nvSpPr>
                <p:cNvPr id="168141" name="Oval 205"/>
                <p:cNvSpPr>
                  <a:spLocks noChangeArrowheads="1"/>
                </p:cNvSpPr>
                <p:nvPr/>
              </p:nvSpPr>
              <p:spPr bwMode="auto">
                <a:xfrm>
                  <a:off x="1641"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42" name="Oval 206"/>
                <p:cNvSpPr>
                  <a:spLocks noChangeArrowheads="1"/>
                </p:cNvSpPr>
                <p:nvPr/>
              </p:nvSpPr>
              <p:spPr bwMode="auto">
                <a:xfrm>
                  <a:off x="1689"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1" name="Group 207"/>
              <p:cNvGrpSpPr>
                <a:grpSpLocks/>
              </p:cNvGrpSpPr>
              <p:nvPr/>
            </p:nvGrpSpPr>
            <p:grpSpPr bwMode="auto">
              <a:xfrm>
                <a:off x="1776" y="2832"/>
                <a:ext cx="145" cy="145"/>
                <a:chOff x="1785" y="2834"/>
                <a:chExt cx="145" cy="145"/>
              </a:xfrm>
            </p:grpSpPr>
            <p:sp>
              <p:nvSpPr>
                <p:cNvPr id="168144" name="Oval 208"/>
                <p:cNvSpPr>
                  <a:spLocks noChangeArrowheads="1"/>
                </p:cNvSpPr>
                <p:nvPr/>
              </p:nvSpPr>
              <p:spPr bwMode="auto">
                <a:xfrm>
                  <a:off x="1785"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45" name="Oval 209"/>
                <p:cNvSpPr>
                  <a:spLocks noChangeArrowheads="1"/>
                </p:cNvSpPr>
                <p:nvPr/>
              </p:nvSpPr>
              <p:spPr bwMode="auto">
                <a:xfrm>
                  <a:off x="1833"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2" name="Group 210"/>
              <p:cNvGrpSpPr>
                <a:grpSpLocks/>
              </p:cNvGrpSpPr>
              <p:nvPr/>
            </p:nvGrpSpPr>
            <p:grpSpPr bwMode="auto">
              <a:xfrm>
                <a:off x="1920" y="2832"/>
                <a:ext cx="145" cy="145"/>
                <a:chOff x="1929" y="2834"/>
                <a:chExt cx="145" cy="145"/>
              </a:xfrm>
            </p:grpSpPr>
            <p:sp>
              <p:nvSpPr>
                <p:cNvPr id="168147" name="Oval 211"/>
                <p:cNvSpPr>
                  <a:spLocks noChangeArrowheads="1"/>
                </p:cNvSpPr>
                <p:nvPr/>
              </p:nvSpPr>
              <p:spPr bwMode="auto">
                <a:xfrm>
                  <a:off x="1929"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48" name="Oval 212"/>
                <p:cNvSpPr>
                  <a:spLocks noChangeArrowheads="1"/>
                </p:cNvSpPr>
                <p:nvPr/>
              </p:nvSpPr>
              <p:spPr bwMode="auto">
                <a:xfrm>
                  <a:off x="1977"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3" name="Group 213"/>
              <p:cNvGrpSpPr>
                <a:grpSpLocks/>
              </p:cNvGrpSpPr>
              <p:nvPr/>
            </p:nvGrpSpPr>
            <p:grpSpPr bwMode="auto">
              <a:xfrm>
                <a:off x="2064" y="2832"/>
                <a:ext cx="145" cy="145"/>
                <a:chOff x="2073" y="2834"/>
                <a:chExt cx="145" cy="145"/>
              </a:xfrm>
            </p:grpSpPr>
            <p:sp>
              <p:nvSpPr>
                <p:cNvPr id="168150" name="Oval 214"/>
                <p:cNvSpPr>
                  <a:spLocks noChangeArrowheads="1"/>
                </p:cNvSpPr>
                <p:nvPr/>
              </p:nvSpPr>
              <p:spPr bwMode="auto">
                <a:xfrm>
                  <a:off x="2073"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51" name="Oval 215"/>
                <p:cNvSpPr>
                  <a:spLocks noChangeArrowheads="1"/>
                </p:cNvSpPr>
                <p:nvPr/>
              </p:nvSpPr>
              <p:spPr bwMode="auto">
                <a:xfrm>
                  <a:off x="2121"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4" name="Group 216"/>
              <p:cNvGrpSpPr>
                <a:grpSpLocks/>
              </p:cNvGrpSpPr>
              <p:nvPr/>
            </p:nvGrpSpPr>
            <p:grpSpPr bwMode="auto">
              <a:xfrm>
                <a:off x="2208" y="2832"/>
                <a:ext cx="145" cy="145"/>
                <a:chOff x="2217" y="2834"/>
                <a:chExt cx="145" cy="145"/>
              </a:xfrm>
            </p:grpSpPr>
            <p:sp>
              <p:nvSpPr>
                <p:cNvPr id="168153" name="Oval 217"/>
                <p:cNvSpPr>
                  <a:spLocks noChangeArrowheads="1"/>
                </p:cNvSpPr>
                <p:nvPr/>
              </p:nvSpPr>
              <p:spPr bwMode="auto">
                <a:xfrm>
                  <a:off x="2217"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54" name="Oval 218"/>
                <p:cNvSpPr>
                  <a:spLocks noChangeArrowheads="1"/>
                </p:cNvSpPr>
                <p:nvPr/>
              </p:nvSpPr>
              <p:spPr bwMode="auto">
                <a:xfrm>
                  <a:off x="2265"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5" name="Group 219"/>
              <p:cNvGrpSpPr>
                <a:grpSpLocks/>
              </p:cNvGrpSpPr>
              <p:nvPr/>
            </p:nvGrpSpPr>
            <p:grpSpPr bwMode="auto">
              <a:xfrm>
                <a:off x="2352" y="2832"/>
                <a:ext cx="145" cy="145"/>
                <a:chOff x="2361" y="2834"/>
                <a:chExt cx="145" cy="145"/>
              </a:xfrm>
            </p:grpSpPr>
            <p:sp>
              <p:nvSpPr>
                <p:cNvPr id="168156" name="Oval 220"/>
                <p:cNvSpPr>
                  <a:spLocks noChangeArrowheads="1"/>
                </p:cNvSpPr>
                <p:nvPr/>
              </p:nvSpPr>
              <p:spPr bwMode="auto">
                <a:xfrm>
                  <a:off x="2361"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57" name="Oval 221"/>
                <p:cNvSpPr>
                  <a:spLocks noChangeArrowheads="1"/>
                </p:cNvSpPr>
                <p:nvPr/>
              </p:nvSpPr>
              <p:spPr bwMode="auto">
                <a:xfrm>
                  <a:off x="2409"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6" name="Group 222"/>
              <p:cNvGrpSpPr>
                <a:grpSpLocks/>
              </p:cNvGrpSpPr>
              <p:nvPr/>
            </p:nvGrpSpPr>
            <p:grpSpPr bwMode="auto">
              <a:xfrm>
                <a:off x="2496" y="2832"/>
                <a:ext cx="145" cy="145"/>
                <a:chOff x="2505" y="2834"/>
                <a:chExt cx="145" cy="145"/>
              </a:xfrm>
            </p:grpSpPr>
            <p:sp>
              <p:nvSpPr>
                <p:cNvPr id="168159" name="Oval 223"/>
                <p:cNvSpPr>
                  <a:spLocks noChangeArrowheads="1"/>
                </p:cNvSpPr>
                <p:nvPr/>
              </p:nvSpPr>
              <p:spPr bwMode="auto">
                <a:xfrm>
                  <a:off x="2505"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60" name="Oval 224"/>
                <p:cNvSpPr>
                  <a:spLocks noChangeArrowheads="1"/>
                </p:cNvSpPr>
                <p:nvPr/>
              </p:nvSpPr>
              <p:spPr bwMode="auto">
                <a:xfrm>
                  <a:off x="2553"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grpSp>
            <p:nvGrpSpPr>
              <p:cNvPr id="17" name="Group 225"/>
              <p:cNvGrpSpPr>
                <a:grpSpLocks/>
              </p:cNvGrpSpPr>
              <p:nvPr/>
            </p:nvGrpSpPr>
            <p:grpSpPr bwMode="auto">
              <a:xfrm>
                <a:off x="2640" y="2832"/>
                <a:ext cx="145" cy="145"/>
                <a:chOff x="2649" y="2834"/>
                <a:chExt cx="145" cy="145"/>
              </a:xfrm>
            </p:grpSpPr>
            <p:sp>
              <p:nvSpPr>
                <p:cNvPr id="168162" name="Oval 226"/>
                <p:cNvSpPr>
                  <a:spLocks noChangeArrowheads="1"/>
                </p:cNvSpPr>
                <p:nvPr/>
              </p:nvSpPr>
              <p:spPr bwMode="auto">
                <a:xfrm>
                  <a:off x="2649" y="2834"/>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63" name="Oval 227"/>
                <p:cNvSpPr>
                  <a:spLocks noChangeArrowheads="1"/>
                </p:cNvSpPr>
                <p:nvPr/>
              </p:nvSpPr>
              <p:spPr bwMode="auto">
                <a:xfrm>
                  <a:off x="2697" y="2882"/>
                  <a:ext cx="49" cy="49"/>
                </a:xfrm>
                <a:prstGeom prst="ellipse">
                  <a:avLst/>
                </a:prstGeom>
                <a:solidFill>
                  <a:srgbClr val="FF0000"/>
                </a:solidFill>
                <a:ln w="9525">
                  <a:solidFill>
                    <a:srgbClr val="000066"/>
                  </a:solidFill>
                  <a:round/>
                  <a:headEnd/>
                  <a:tailEnd/>
                </a:ln>
              </p:spPr>
              <p:txBody>
                <a:bodyPr/>
                <a:lstStyle/>
                <a:p>
                  <a:endParaRPr lang="zh-CN" altLang="en-US" sz="2800"/>
                </a:p>
              </p:txBody>
            </p:sp>
          </p:grpSp>
          <p:sp>
            <p:nvSpPr>
              <p:cNvPr id="168164" name="Rectangle 228"/>
              <p:cNvSpPr>
                <a:spLocks noChangeArrowheads="1"/>
              </p:cNvSpPr>
              <p:nvPr/>
            </p:nvSpPr>
            <p:spPr bwMode="auto">
              <a:xfrm>
                <a:off x="873" y="2738"/>
                <a:ext cx="192" cy="289"/>
              </a:xfrm>
              <a:prstGeom prst="rect">
                <a:avLst/>
              </a:prstGeom>
              <a:noFill/>
              <a:ln w="9525">
                <a:noFill/>
                <a:miter lim="800000"/>
                <a:headEnd/>
                <a:tailEnd/>
              </a:ln>
            </p:spPr>
            <p:txBody>
              <a:bodyPr/>
              <a:lstStyle/>
              <a:p>
                <a:endParaRPr lang="zh-CN" altLang="en-US" sz="2800"/>
              </a:p>
            </p:txBody>
          </p:sp>
        </p:grpSp>
        <p:grpSp>
          <p:nvGrpSpPr>
            <p:cNvPr id="18" name="Group 229"/>
            <p:cNvGrpSpPr>
              <a:grpSpLocks/>
            </p:cNvGrpSpPr>
            <p:nvPr/>
          </p:nvGrpSpPr>
          <p:grpSpPr bwMode="auto">
            <a:xfrm>
              <a:off x="2016" y="1008"/>
              <a:ext cx="96" cy="288"/>
              <a:chOff x="2208" y="960"/>
              <a:chExt cx="144" cy="288"/>
            </a:xfrm>
          </p:grpSpPr>
          <p:sp>
            <p:nvSpPr>
              <p:cNvPr id="168166" name="Oval 230"/>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67" name="Line 231"/>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aphicFrame>
          <p:nvGraphicFramePr>
            <p:cNvPr id="168168" name="Object 232"/>
            <p:cNvGraphicFramePr>
              <a:graphicFrameLocks noChangeAspect="1"/>
            </p:cNvGraphicFramePr>
            <p:nvPr/>
          </p:nvGraphicFramePr>
          <p:xfrm>
            <a:off x="384" y="816"/>
            <a:ext cx="163" cy="229"/>
          </p:xfrm>
          <a:graphic>
            <a:graphicData uri="http://schemas.openxmlformats.org/presentationml/2006/ole">
              <p:oleObj spid="_x0000_s1100808" name="公式" r:id="rId4" imgW="164880" imgH="228600" progId="Equation.3">
                <p:embed/>
              </p:oleObj>
            </a:graphicData>
          </a:graphic>
        </p:graphicFrame>
        <p:grpSp>
          <p:nvGrpSpPr>
            <p:cNvPr id="19" name="Group 233"/>
            <p:cNvGrpSpPr>
              <a:grpSpLocks/>
            </p:cNvGrpSpPr>
            <p:nvPr/>
          </p:nvGrpSpPr>
          <p:grpSpPr bwMode="auto">
            <a:xfrm>
              <a:off x="2112" y="1392"/>
              <a:ext cx="96" cy="288"/>
              <a:chOff x="2208" y="960"/>
              <a:chExt cx="144" cy="288"/>
            </a:xfrm>
          </p:grpSpPr>
          <p:sp>
            <p:nvSpPr>
              <p:cNvPr id="168170" name="Oval 234"/>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71" name="Line 235"/>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0" name="Group 236"/>
            <p:cNvGrpSpPr>
              <a:grpSpLocks/>
            </p:cNvGrpSpPr>
            <p:nvPr/>
          </p:nvGrpSpPr>
          <p:grpSpPr bwMode="auto">
            <a:xfrm>
              <a:off x="1632" y="1584"/>
              <a:ext cx="96" cy="288"/>
              <a:chOff x="2208" y="960"/>
              <a:chExt cx="144" cy="288"/>
            </a:xfrm>
          </p:grpSpPr>
          <p:sp>
            <p:nvSpPr>
              <p:cNvPr id="168173" name="Oval 237"/>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74" name="Line 238"/>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1" name="Group 239"/>
            <p:cNvGrpSpPr>
              <a:grpSpLocks/>
            </p:cNvGrpSpPr>
            <p:nvPr/>
          </p:nvGrpSpPr>
          <p:grpSpPr bwMode="auto">
            <a:xfrm>
              <a:off x="1344" y="1344"/>
              <a:ext cx="96" cy="288"/>
              <a:chOff x="2208" y="960"/>
              <a:chExt cx="144" cy="288"/>
            </a:xfrm>
          </p:grpSpPr>
          <p:sp>
            <p:nvSpPr>
              <p:cNvPr id="168176" name="Oval 240"/>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77" name="Line 241"/>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2" name="Group 242"/>
            <p:cNvGrpSpPr>
              <a:grpSpLocks/>
            </p:cNvGrpSpPr>
            <p:nvPr/>
          </p:nvGrpSpPr>
          <p:grpSpPr bwMode="auto">
            <a:xfrm>
              <a:off x="912" y="1632"/>
              <a:ext cx="96" cy="288"/>
              <a:chOff x="2208" y="960"/>
              <a:chExt cx="144" cy="288"/>
            </a:xfrm>
          </p:grpSpPr>
          <p:sp>
            <p:nvSpPr>
              <p:cNvPr id="168179" name="Oval 243"/>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80" name="Line 244"/>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3" name="Group 245"/>
            <p:cNvGrpSpPr>
              <a:grpSpLocks/>
            </p:cNvGrpSpPr>
            <p:nvPr/>
          </p:nvGrpSpPr>
          <p:grpSpPr bwMode="auto">
            <a:xfrm>
              <a:off x="816" y="1056"/>
              <a:ext cx="96" cy="288"/>
              <a:chOff x="2208" y="960"/>
              <a:chExt cx="144" cy="288"/>
            </a:xfrm>
          </p:grpSpPr>
          <p:sp>
            <p:nvSpPr>
              <p:cNvPr id="168182" name="Oval 246"/>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83" name="Line 247"/>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4" name="Group 248"/>
            <p:cNvGrpSpPr>
              <a:grpSpLocks/>
            </p:cNvGrpSpPr>
            <p:nvPr/>
          </p:nvGrpSpPr>
          <p:grpSpPr bwMode="auto">
            <a:xfrm>
              <a:off x="1152" y="1056"/>
              <a:ext cx="96" cy="288"/>
              <a:chOff x="2208" y="960"/>
              <a:chExt cx="144" cy="288"/>
            </a:xfrm>
          </p:grpSpPr>
          <p:sp>
            <p:nvSpPr>
              <p:cNvPr id="168185" name="Oval 249"/>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86" name="Line 250"/>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5" name="Group 251"/>
            <p:cNvGrpSpPr>
              <a:grpSpLocks/>
            </p:cNvGrpSpPr>
            <p:nvPr/>
          </p:nvGrpSpPr>
          <p:grpSpPr bwMode="auto">
            <a:xfrm>
              <a:off x="672" y="1536"/>
              <a:ext cx="96" cy="288"/>
              <a:chOff x="2208" y="960"/>
              <a:chExt cx="144" cy="288"/>
            </a:xfrm>
          </p:grpSpPr>
          <p:sp>
            <p:nvSpPr>
              <p:cNvPr id="168188" name="Oval 252"/>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89" name="Line 253"/>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6" name="Group 254"/>
            <p:cNvGrpSpPr>
              <a:grpSpLocks/>
            </p:cNvGrpSpPr>
            <p:nvPr/>
          </p:nvGrpSpPr>
          <p:grpSpPr bwMode="auto">
            <a:xfrm>
              <a:off x="1008" y="1248"/>
              <a:ext cx="96" cy="288"/>
              <a:chOff x="2208" y="960"/>
              <a:chExt cx="144" cy="288"/>
            </a:xfrm>
          </p:grpSpPr>
          <p:sp>
            <p:nvSpPr>
              <p:cNvPr id="168191" name="Oval 255"/>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92" name="Line 256"/>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7" name="Group 257"/>
            <p:cNvGrpSpPr>
              <a:grpSpLocks/>
            </p:cNvGrpSpPr>
            <p:nvPr/>
          </p:nvGrpSpPr>
          <p:grpSpPr bwMode="auto">
            <a:xfrm>
              <a:off x="1584" y="1248"/>
              <a:ext cx="96" cy="288"/>
              <a:chOff x="2208" y="960"/>
              <a:chExt cx="144" cy="288"/>
            </a:xfrm>
          </p:grpSpPr>
          <p:sp>
            <p:nvSpPr>
              <p:cNvPr id="168194" name="Oval 258"/>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195" name="Line 259"/>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28" name="Group 260"/>
            <p:cNvGrpSpPr>
              <a:grpSpLocks/>
            </p:cNvGrpSpPr>
            <p:nvPr/>
          </p:nvGrpSpPr>
          <p:grpSpPr bwMode="auto">
            <a:xfrm>
              <a:off x="2034" y="1872"/>
              <a:ext cx="271" cy="289"/>
              <a:chOff x="2194" y="1776"/>
              <a:chExt cx="271" cy="289"/>
            </a:xfrm>
          </p:grpSpPr>
          <p:sp>
            <p:nvSpPr>
              <p:cNvPr id="168197" name="Oval 261"/>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198" name="Rectangle 262"/>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199" name="Rectangle 263"/>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29" name="Group 264"/>
            <p:cNvGrpSpPr>
              <a:grpSpLocks/>
            </p:cNvGrpSpPr>
            <p:nvPr/>
          </p:nvGrpSpPr>
          <p:grpSpPr bwMode="auto">
            <a:xfrm>
              <a:off x="1890" y="1872"/>
              <a:ext cx="271" cy="289"/>
              <a:chOff x="2194" y="1776"/>
              <a:chExt cx="271" cy="289"/>
            </a:xfrm>
          </p:grpSpPr>
          <p:sp>
            <p:nvSpPr>
              <p:cNvPr id="168201" name="Oval 265"/>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02" name="Rectangle 266"/>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03" name="Rectangle 267"/>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30" name="Group 268"/>
            <p:cNvGrpSpPr>
              <a:grpSpLocks/>
            </p:cNvGrpSpPr>
            <p:nvPr/>
          </p:nvGrpSpPr>
          <p:grpSpPr bwMode="auto">
            <a:xfrm>
              <a:off x="1746" y="1872"/>
              <a:ext cx="271" cy="289"/>
              <a:chOff x="2194" y="1776"/>
              <a:chExt cx="271" cy="289"/>
            </a:xfrm>
          </p:grpSpPr>
          <p:sp>
            <p:nvSpPr>
              <p:cNvPr id="168205" name="Oval 269"/>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06" name="Rectangle 270"/>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07" name="Rectangle 271"/>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sp>
          <p:nvSpPr>
            <p:cNvPr id="168208" name="Rectangle 272"/>
            <p:cNvSpPr>
              <a:spLocks noChangeArrowheads="1"/>
            </p:cNvSpPr>
            <p:nvPr/>
          </p:nvSpPr>
          <p:spPr bwMode="auto">
            <a:xfrm>
              <a:off x="1184" y="1872"/>
              <a:ext cx="226" cy="289"/>
            </a:xfrm>
            <a:prstGeom prst="rect">
              <a:avLst/>
            </a:prstGeom>
            <a:noFill/>
            <a:ln w="9525">
              <a:noFill/>
              <a:miter lim="800000"/>
              <a:headEnd/>
              <a:tailEnd/>
            </a:ln>
          </p:spPr>
          <p:txBody>
            <a:bodyPr/>
            <a:lstStyle/>
            <a:p>
              <a:endParaRPr lang="zh-CN" altLang="en-US" sz="2800"/>
            </a:p>
          </p:txBody>
        </p:sp>
        <p:sp>
          <p:nvSpPr>
            <p:cNvPr id="168209" name="Rectangle 273"/>
            <p:cNvSpPr>
              <a:spLocks noChangeArrowheads="1"/>
            </p:cNvSpPr>
            <p:nvPr/>
          </p:nvSpPr>
          <p:spPr bwMode="auto">
            <a:xfrm>
              <a:off x="1328" y="1872"/>
              <a:ext cx="226" cy="289"/>
            </a:xfrm>
            <a:prstGeom prst="rect">
              <a:avLst/>
            </a:prstGeom>
            <a:noFill/>
            <a:ln w="9525">
              <a:noFill/>
              <a:miter lim="800000"/>
              <a:headEnd/>
              <a:tailEnd/>
            </a:ln>
          </p:spPr>
          <p:txBody>
            <a:bodyPr/>
            <a:lstStyle/>
            <a:p>
              <a:endParaRPr lang="zh-CN" altLang="en-US" sz="2800"/>
            </a:p>
          </p:txBody>
        </p:sp>
        <p:sp>
          <p:nvSpPr>
            <p:cNvPr id="168210" name="Rectangle 274"/>
            <p:cNvSpPr>
              <a:spLocks noChangeArrowheads="1"/>
            </p:cNvSpPr>
            <p:nvPr/>
          </p:nvSpPr>
          <p:spPr bwMode="auto">
            <a:xfrm>
              <a:off x="1472" y="1872"/>
              <a:ext cx="226" cy="289"/>
            </a:xfrm>
            <a:prstGeom prst="rect">
              <a:avLst/>
            </a:prstGeom>
            <a:noFill/>
            <a:ln w="9525">
              <a:noFill/>
              <a:miter lim="800000"/>
              <a:headEnd/>
              <a:tailEnd/>
            </a:ln>
          </p:spPr>
          <p:txBody>
            <a:bodyPr/>
            <a:lstStyle/>
            <a:p>
              <a:endParaRPr lang="zh-CN" altLang="en-US" sz="2800"/>
            </a:p>
          </p:txBody>
        </p:sp>
        <p:grpSp>
          <p:nvGrpSpPr>
            <p:cNvPr id="31" name="Group 275"/>
            <p:cNvGrpSpPr>
              <a:grpSpLocks/>
            </p:cNvGrpSpPr>
            <p:nvPr/>
          </p:nvGrpSpPr>
          <p:grpSpPr bwMode="auto">
            <a:xfrm>
              <a:off x="1602" y="1872"/>
              <a:ext cx="271" cy="289"/>
              <a:chOff x="2194" y="1776"/>
              <a:chExt cx="271" cy="289"/>
            </a:xfrm>
          </p:grpSpPr>
          <p:sp>
            <p:nvSpPr>
              <p:cNvPr id="168212" name="Oval 276"/>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13" name="Rectangle 277"/>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14" name="Rectangle 278"/>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8230" name="Group 279"/>
            <p:cNvGrpSpPr>
              <a:grpSpLocks/>
            </p:cNvGrpSpPr>
            <p:nvPr/>
          </p:nvGrpSpPr>
          <p:grpSpPr bwMode="auto">
            <a:xfrm>
              <a:off x="1471" y="1872"/>
              <a:ext cx="271" cy="289"/>
              <a:chOff x="2194" y="1776"/>
              <a:chExt cx="271" cy="289"/>
            </a:xfrm>
          </p:grpSpPr>
          <p:sp>
            <p:nvSpPr>
              <p:cNvPr id="168216" name="Oval 280"/>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17" name="Rectangle 281"/>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18" name="Rectangle 282"/>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8234" name="Group 283"/>
            <p:cNvGrpSpPr>
              <a:grpSpLocks/>
            </p:cNvGrpSpPr>
            <p:nvPr/>
          </p:nvGrpSpPr>
          <p:grpSpPr bwMode="auto">
            <a:xfrm>
              <a:off x="1327" y="1872"/>
              <a:ext cx="271" cy="289"/>
              <a:chOff x="2194" y="1776"/>
              <a:chExt cx="271" cy="289"/>
            </a:xfrm>
          </p:grpSpPr>
          <p:sp>
            <p:nvSpPr>
              <p:cNvPr id="168220" name="Oval 284"/>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21" name="Rectangle 285"/>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22" name="Rectangle 286"/>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8238" name="Group 287"/>
            <p:cNvGrpSpPr>
              <a:grpSpLocks/>
            </p:cNvGrpSpPr>
            <p:nvPr/>
          </p:nvGrpSpPr>
          <p:grpSpPr bwMode="auto">
            <a:xfrm>
              <a:off x="1202" y="1872"/>
              <a:ext cx="271" cy="289"/>
              <a:chOff x="2194" y="1776"/>
              <a:chExt cx="271" cy="289"/>
            </a:xfrm>
          </p:grpSpPr>
          <p:sp>
            <p:nvSpPr>
              <p:cNvPr id="168224" name="Oval 288"/>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25" name="Rectangle 289"/>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26" name="Rectangle 290"/>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sp>
          <p:nvSpPr>
            <p:cNvPr id="168227" name="Rectangle 291"/>
            <p:cNvSpPr>
              <a:spLocks noChangeArrowheads="1"/>
            </p:cNvSpPr>
            <p:nvPr/>
          </p:nvSpPr>
          <p:spPr bwMode="auto">
            <a:xfrm>
              <a:off x="656" y="1872"/>
              <a:ext cx="226" cy="289"/>
            </a:xfrm>
            <a:prstGeom prst="rect">
              <a:avLst/>
            </a:prstGeom>
            <a:noFill/>
            <a:ln w="9525">
              <a:noFill/>
              <a:miter lim="800000"/>
              <a:headEnd/>
              <a:tailEnd/>
            </a:ln>
          </p:spPr>
          <p:txBody>
            <a:bodyPr/>
            <a:lstStyle/>
            <a:p>
              <a:endParaRPr lang="zh-CN" altLang="en-US" sz="2800"/>
            </a:p>
          </p:txBody>
        </p:sp>
        <p:sp>
          <p:nvSpPr>
            <p:cNvPr id="168228" name="Rectangle 292"/>
            <p:cNvSpPr>
              <a:spLocks noChangeArrowheads="1"/>
            </p:cNvSpPr>
            <p:nvPr/>
          </p:nvSpPr>
          <p:spPr bwMode="auto">
            <a:xfrm>
              <a:off x="800" y="1872"/>
              <a:ext cx="226" cy="289"/>
            </a:xfrm>
            <a:prstGeom prst="rect">
              <a:avLst/>
            </a:prstGeom>
            <a:noFill/>
            <a:ln w="9525">
              <a:noFill/>
              <a:miter lim="800000"/>
              <a:headEnd/>
              <a:tailEnd/>
            </a:ln>
          </p:spPr>
          <p:txBody>
            <a:bodyPr/>
            <a:lstStyle/>
            <a:p>
              <a:endParaRPr lang="zh-CN" altLang="en-US" sz="2800"/>
            </a:p>
          </p:txBody>
        </p:sp>
        <p:sp>
          <p:nvSpPr>
            <p:cNvPr id="168229" name="Rectangle 293"/>
            <p:cNvSpPr>
              <a:spLocks noChangeArrowheads="1"/>
            </p:cNvSpPr>
            <p:nvPr/>
          </p:nvSpPr>
          <p:spPr bwMode="auto">
            <a:xfrm>
              <a:off x="944" y="1872"/>
              <a:ext cx="226" cy="289"/>
            </a:xfrm>
            <a:prstGeom prst="rect">
              <a:avLst/>
            </a:prstGeom>
            <a:noFill/>
            <a:ln w="9525">
              <a:noFill/>
              <a:miter lim="800000"/>
              <a:headEnd/>
              <a:tailEnd/>
            </a:ln>
          </p:spPr>
          <p:txBody>
            <a:bodyPr/>
            <a:lstStyle/>
            <a:p>
              <a:endParaRPr lang="zh-CN" altLang="en-US" sz="2800"/>
            </a:p>
          </p:txBody>
        </p:sp>
        <p:grpSp>
          <p:nvGrpSpPr>
            <p:cNvPr id="168242" name="Group 294"/>
            <p:cNvGrpSpPr>
              <a:grpSpLocks/>
            </p:cNvGrpSpPr>
            <p:nvPr/>
          </p:nvGrpSpPr>
          <p:grpSpPr bwMode="auto">
            <a:xfrm>
              <a:off x="1055" y="1872"/>
              <a:ext cx="271" cy="289"/>
              <a:chOff x="2194" y="1776"/>
              <a:chExt cx="271" cy="289"/>
            </a:xfrm>
          </p:grpSpPr>
          <p:sp>
            <p:nvSpPr>
              <p:cNvPr id="168231" name="Oval 295"/>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32" name="Rectangle 296"/>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33" name="Rectangle 297"/>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8246" name="Group 298"/>
            <p:cNvGrpSpPr>
              <a:grpSpLocks/>
            </p:cNvGrpSpPr>
            <p:nvPr/>
          </p:nvGrpSpPr>
          <p:grpSpPr bwMode="auto">
            <a:xfrm>
              <a:off x="911" y="1872"/>
              <a:ext cx="271" cy="289"/>
              <a:chOff x="2194" y="1776"/>
              <a:chExt cx="271" cy="289"/>
            </a:xfrm>
          </p:grpSpPr>
          <p:sp>
            <p:nvSpPr>
              <p:cNvPr id="168235" name="Oval 299"/>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36" name="Rectangle 300"/>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37" name="Rectangle 301"/>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8249" name="Group 302"/>
            <p:cNvGrpSpPr>
              <a:grpSpLocks/>
            </p:cNvGrpSpPr>
            <p:nvPr/>
          </p:nvGrpSpPr>
          <p:grpSpPr bwMode="auto">
            <a:xfrm>
              <a:off x="767" y="1872"/>
              <a:ext cx="271" cy="289"/>
              <a:chOff x="2194" y="1776"/>
              <a:chExt cx="271" cy="289"/>
            </a:xfrm>
          </p:grpSpPr>
          <p:sp>
            <p:nvSpPr>
              <p:cNvPr id="168239" name="Oval 303"/>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40" name="Rectangle 304"/>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41" name="Rectangle 305"/>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8252" name="Group 306"/>
            <p:cNvGrpSpPr>
              <a:grpSpLocks/>
            </p:cNvGrpSpPr>
            <p:nvPr/>
          </p:nvGrpSpPr>
          <p:grpSpPr bwMode="auto">
            <a:xfrm>
              <a:off x="623" y="1872"/>
              <a:ext cx="271" cy="289"/>
              <a:chOff x="2194" y="1776"/>
              <a:chExt cx="271" cy="289"/>
            </a:xfrm>
          </p:grpSpPr>
          <p:sp>
            <p:nvSpPr>
              <p:cNvPr id="168243" name="Oval 307"/>
              <p:cNvSpPr>
                <a:spLocks noChangeArrowheads="1"/>
              </p:cNvSpPr>
              <p:nvPr/>
            </p:nvSpPr>
            <p:spPr bwMode="auto">
              <a:xfrm>
                <a:off x="2256" y="1871"/>
                <a:ext cx="145" cy="145"/>
              </a:xfrm>
              <a:prstGeom prst="ellipse">
                <a:avLst/>
              </a:prstGeom>
              <a:solidFill>
                <a:srgbClr val="FFFFFF"/>
              </a:solidFill>
              <a:ln w="19050">
                <a:solidFill>
                  <a:srgbClr val="000066"/>
                </a:solidFill>
                <a:round/>
                <a:headEnd/>
                <a:tailEnd/>
              </a:ln>
            </p:spPr>
            <p:txBody>
              <a:bodyPr/>
              <a:lstStyle/>
              <a:p>
                <a:endParaRPr lang="zh-CN" altLang="en-US" sz="2800"/>
              </a:p>
            </p:txBody>
          </p:sp>
          <p:sp>
            <p:nvSpPr>
              <p:cNvPr id="168244" name="Rectangle 308"/>
              <p:cNvSpPr>
                <a:spLocks noChangeArrowheads="1"/>
              </p:cNvSpPr>
              <p:nvPr/>
            </p:nvSpPr>
            <p:spPr bwMode="auto">
              <a:xfrm>
                <a:off x="2208" y="1776"/>
                <a:ext cx="226" cy="289"/>
              </a:xfrm>
              <a:prstGeom prst="rect">
                <a:avLst/>
              </a:prstGeom>
              <a:noFill/>
              <a:ln w="9525">
                <a:noFill/>
                <a:miter lim="800000"/>
                <a:headEnd/>
                <a:tailEnd/>
              </a:ln>
            </p:spPr>
            <p:txBody>
              <a:bodyPr/>
              <a:lstStyle/>
              <a:p>
                <a:endParaRPr lang="zh-CN" altLang="en-US" sz="2800"/>
              </a:p>
            </p:txBody>
          </p:sp>
          <p:sp>
            <p:nvSpPr>
              <p:cNvPr id="168245" name="Rectangle 309"/>
              <p:cNvSpPr>
                <a:spLocks noChangeArrowheads="1"/>
              </p:cNvSpPr>
              <p:nvPr/>
            </p:nvSpPr>
            <p:spPr bwMode="auto">
              <a:xfrm rot="18775519">
                <a:off x="2273" y="1813"/>
                <a:ext cx="113" cy="271"/>
              </a:xfrm>
              <a:prstGeom prst="rect">
                <a:avLst/>
              </a:prstGeom>
              <a:noFill/>
              <a:ln w="9525">
                <a:noFill/>
                <a:miter lim="800000"/>
                <a:headEnd/>
                <a:tailEnd/>
              </a:ln>
            </p:spPr>
            <p:txBody>
              <a:bodyPr wrap="none" lIns="0" tIns="0" rIns="0" bIns="0">
                <a:spAutoFit/>
              </a:bodyPr>
              <a:lstStyle/>
              <a:p>
                <a:r>
                  <a:rPr kumimoji="1" lang="zh-CN" altLang="en-US" sz="2800">
                    <a:solidFill>
                      <a:srgbClr val="FF0000"/>
                    </a:solidFill>
                  </a:rPr>
                  <a:t>+</a:t>
                </a:r>
                <a:endParaRPr kumimoji="1" lang="zh-CN" altLang="en-US" sz="2800">
                  <a:solidFill>
                    <a:schemeClr val="tx1"/>
                  </a:solidFill>
                </a:endParaRPr>
              </a:p>
            </p:txBody>
          </p:sp>
        </p:grpSp>
        <p:grpSp>
          <p:nvGrpSpPr>
            <p:cNvPr id="168255" name="Group 310"/>
            <p:cNvGrpSpPr>
              <a:grpSpLocks/>
            </p:cNvGrpSpPr>
            <p:nvPr/>
          </p:nvGrpSpPr>
          <p:grpSpPr bwMode="auto">
            <a:xfrm>
              <a:off x="1152" y="1584"/>
              <a:ext cx="96" cy="288"/>
              <a:chOff x="2208" y="960"/>
              <a:chExt cx="144" cy="288"/>
            </a:xfrm>
          </p:grpSpPr>
          <p:sp>
            <p:nvSpPr>
              <p:cNvPr id="168247" name="Oval 311"/>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248" name="Line 312"/>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8258" name="Group 313"/>
            <p:cNvGrpSpPr>
              <a:grpSpLocks/>
            </p:cNvGrpSpPr>
            <p:nvPr/>
          </p:nvGrpSpPr>
          <p:grpSpPr bwMode="auto">
            <a:xfrm>
              <a:off x="1776" y="1056"/>
              <a:ext cx="96" cy="288"/>
              <a:chOff x="2208" y="960"/>
              <a:chExt cx="144" cy="288"/>
            </a:xfrm>
          </p:grpSpPr>
          <p:sp>
            <p:nvSpPr>
              <p:cNvPr id="168250" name="Oval 314"/>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251" name="Line 315"/>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8261" name="Group 316"/>
            <p:cNvGrpSpPr>
              <a:grpSpLocks/>
            </p:cNvGrpSpPr>
            <p:nvPr/>
          </p:nvGrpSpPr>
          <p:grpSpPr bwMode="auto">
            <a:xfrm>
              <a:off x="1968" y="1632"/>
              <a:ext cx="96" cy="288"/>
              <a:chOff x="2208" y="960"/>
              <a:chExt cx="144" cy="288"/>
            </a:xfrm>
          </p:grpSpPr>
          <p:sp>
            <p:nvSpPr>
              <p:cNvPr id="168253" name="Oval 317"/>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254" name="Line 318"/>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8273" name="Group 319"/>
            <p:cNvGrpSpPr>
              <a:grpSpLocks/>
            </p:cNvGrpSpPr>
            <p:nvPr/>
          </p:nvGrpSpPr>
          <p:grpSpPr bwMode="auto">
            <a:xfrm>
              <a:off x="1440" y="1056"/>
              <a:ext cx="96" cy="288"/>
              <a:chOff x="2208" y="960"/>
              <a:chExt cx="144" cy="288"/>
            </a:xfrm>
          </p:grpSpPr>
          <p:sp>
            <p:nvSpPr>
              <p:cNvPr id="168256" name="Oval 320"/>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257" name="Line 321"/>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8275" name="Group 322"/>
            <p:cNvGrpSpPr>
              <a:grpSpLocks/>
            </p:cNvGrpSpPr>
            <p:nvPr/>
          </p:nvGrpSpPr>
          <p:grpSpPr bwMode="auto">
            <a:xfrm>
              <a:off x="1440" y="1632"/>
              <a:ext cx="96" cy="288"/>
              <a:chOff x="2208" y="960"/>
              <a:chExt cx="144" cy="288"/>
            </a:xfrm>
          </p:grpSpPr>
          <p:sp>
            <p:nvSpPr>
              <p:cNvPr id="168259" name="Oval 323"/>
              <p:cNvSpPr>
                <a:spLocks noChangeArrowheads="1"/>
              </p:cNvSpPr>
              <p:nvPr/>
            </p:nvSpPr>
            <p:spPr bwMode="auto">
              <a:xfrm>
                <a:off x="2208" y="960"/>
                <a:ext cx="144" cy="288"/>
              </a:xfrm>
              <a:prstGeom prst="ellipse">
                <a:avLst/>
              </a:prstGeom>
              <a:noFill/>
              <a:ln w="28575">
                <a:solidFill>
                  <a:srgbClr val="003366"/>
                </a:solidFill>
                <a:miter lim="800000"/>
                <a:headEnd/>
                <a:tailEnd/>
              </a:ln>
              <a:effectLst/>
            </p:spPr>
            <p:txBody>
              <a:bodyPr wrap="none" anchor="ctr"/>
              <a:lstStyle/>
              <a:p>
                <a:endParaRPr lang="zh-CN" altLang="en-US" sz="2800"/>
              </a:p>
            </p:txBody>
          </p:sp>
          <p:sp>
            <p:nvSpPr>
              <p:cNvPr id="168260" name="Line 324"/>
              <p:cNvSpPr>
                <a:spLocks noChangeShapeType="1"/>
              </p:cNvSpPr>
              <p:nvPr/>
            </p:nvSpPr>
            <p:spPr bwMode="auto">
              <a:xfrm>
                <a:off x="2208" y="1056"/>
                <a:ext cx="0" cy="96"/>
              </a:xfrm>
              <a:prstGeom prst="line">
                <a:avLst/>
              </a:prstGeom>
              <a:noFill/>
              <a:ln w="28575">
                <a:solidFill>
                  <a:srgbClr val="D60093"/>
                </a:solidFill>
                <a:miter lim="800000"/>
                <a:headEnd type="none" w="sm" len="lg"/>
                <a:tailEnd type="triangle" w="sm" len="lg"/>
              </a:ln>
              <a:effectLst/>
            </p:spPr>
            <p:txBody>
              <a:bodyPr wrap="none" anchor="ctr"/>
              <a:lstStyle/>
              <a:p>
                <a:endParaRPr lang="zh-CN" altLang="en-US" sz="2800"/>
              </a:p>
            </p:txBody>
          </p:sp>
        </p:grpSp>
        <p:grpSp>
          <p:nvGrpSpPr>
            <p:cNvPr id="168276" name="Group 325"/>
            <p:cNvGrpSpPr>
              <a:grpSpLocks/>
            </p:cNvGrpSpPr>
            <p:nvPr/>
          </p:nvGrpSpPr>
          <p:grpSpPr bwMode="auto">
            <a:xfrm>
              <a:off x="647" y="1256"/>
              <a:ext cx="1561" cy="1288"/>
              <a:chOff x="647" y="1256"/>
              <a:chExt cx="1561" cy="1288"/>
            </a:xfrm>
          </p:grpSpPr>
          <p:sp>
            <p:nvSpPr>
              <p:cNvPr id="168262" name="Line 326"/>
              <p:cNvSpPr>
                <a:spLocks noChangeShapeType="1"/>
              </p:cNvSpPr>
              <p:nvPr/>
            </p:nvSpPr>
            <p:spPr bwMode="auto">
              <a:xfrm>
                <a:off x="1872" y="2159"/>
                <a:ext cx="0" cy="336"/>
              </a:xfrm>
              <a:prstGeom prst="line">
                <a:avLst/>
              </a:prstGeom>
              <a:noFill/>
              <a:ln w="28575">
                <a:solidFill>
                  <a:srgbClr val="3366FF"/>
                </a:solidFill>
                <a:prstDash val="dash"/>
                <a:miter lim="800000"/>
                <a:headEnd type="none" w="sm" len="lg"/>
                <a:tailEnd type="none" w="sm" len="lg"/>
              </a:ln>
              <a:effectLst/>
            </p:spPr>
            <p:txBody>
              <a:bodyPr wrap="none" anchor="ctr"/>
              <a:lstStyle/>
              <a:p>
                <a:endParaRPr lang="zh-CN" altLang="en-US" sz="2800"/>
              </a:p>
            </p:txBody>
          </p:sp>
          <p:sp>
            <p:nvSpPr>
              <p:cNvPr id="168263" name="Rectangle 327"/>
              <p:cNvSpPr>
                <a:spLocks noChangeArrowheads="1"/>
              </p:cNvSpPr>
              <p:nvPr/>
            </p:nvSpPr>
            <p:spPr bwMode="auto">
              <a:xfrm>
                <a:off x="667" y="2159"/>
                <a:ext cx="245" cy="269"/>
              </a:xfrm>
              <a:prstGeom prst="rect">
                <a:avLst/>
              </a:prstGeom>
              <a:noFill/>
              <a:ln w="9525">
                <a:noFill/>
                <a:miter lim="800000"/>
                <a:headEnd/>
                <a:tailEnd/>
              </a:ln>
            </p:spPr>
            <p:txBody>
              <a:bodyPr lIns="0" tIns="0" rIns="0" bIns="0">
                <a:spAutoFit/>
              </a:bodyPr>
              <a:lstStyle/>
              <a:p>
                <a:r>
                  <a:rPr kumimoji="1" lang="en-US" altLang="zh-CN" sz="2800" i="1">
                    <a:solidFill>
                      <a:srgbClr val="0000FF"/>
                    </a:solidFill>
                  </a:rPr>
                  <a:t>D</a:t>
                </a:r>
              </a:p>
            </p:txBody>
          </p:sp>
          <p:sp>
            <p:nvSpPr>
              <p:cNvPr id="168264" name="Rectangle 328"/>
              <p:cNvSpPr>
                <a:spLocks noChangeArrowheads="1"/>
              </p:cNvSpPr>
              <p:nvPr/>
            </p:nvSpPr>
            <p:spPr bwMode="auto">
              <a:xfrm>
                <a:off x="1920" y="2159"/>
                <a:ext cx="288" cy="269"/>
              </a:xfrm>
              <a:prstGeom prst="rect">
                <a:avLst/>
              </a:prstGeom>
              <a:noFill/>
              <a:ln w="9525">
                <a:noFill/>
                <a:miter lim="800000"/>
                <a:headEnd/>
                <a:tailEnd/>
              </a:ln>
            </p:spPr>
            <p:txBody>
              <a:bodyPr lIns="0" tIns="0" rIns="0" bIns="0">
                <a:spAutoFit/>
              </a:bodyPr>
              <a:lstStyle/>
              <a:p>
                <a:r>
                  <a:rPr kumimoji="1" lang="en-US" altLang="zh-CN" sz="2800" i="1">
                    <a:solidFill>
                      <a:srgbClr val="0000FF"/>
                    </a:solidFill>
                  </a:rPr>
                  <a:t>C</a:t>
                </a:r>
              </a:p>
            </p:txBody>
          </p:sp>
          <p:sp>
            <p:nvSpPr>
              <p:cNvPr id="168265" name="Line 329"/>
              <p:cNvSpPr>
                <a:spLocks noChangeShapeType="1"/>
              </p:cNvSpPr>
              <p:nvPr/>
            </p:nvSpPr>
            <p:spPr bwMode="auto">
              <a:xfrm>
                <a:off x="864" y="2351"/>
                <a:ext cx="1008" cy="0"/>
              </a:xfrm>
              <a:prstGeom prst="line">
                <a:avLst/>
              </a:prstGeom>
              <a:noFill/>
              <a:ln w="19050">
                <a:solidFill>
                  <a:schemeClr val="tx1"/>
                </a:solidFill>
                <a:prstDash val="dash"/>
                <a:miter lim="800000"/>
                <a:headEnd type="triangle" w="sm" len="lg"/>
                <a:tailEnd type="triangle" w="sm" len="lg"/>
              </a:ln>
              <a:effectLst/>
            </p:spPr>
            <p:txBody>
              <a:bodyPr wrap="none" anchor="ctr"/>
              <a:lstStyle/>
              <a:p>
                <a:endParaRPr lang="zh-CN" altLang="en-US" sz="2800"/>
              </a:p>
            </p:txBody>
          </p:sp>
          <p:graphicFrame>
            <p:nvGraphicFramePr>
              <p:cNvPr id="168266" name="Object 330"/>
              <p:cNvGraphicFramePr>
                <a:graphicFrameLocks noChangeAspect="1"/>
              </p:cNvGraphicFramePr>
              <p:nvPr/>
            </p:nvGraphicFramePr>
            <p:xfrm>
              <a:off x="1296" y="2191"/>
              <a:ext cx="177" cy="353"/>
            </p:xfrm>
            <a:graphic>
              <a:graphicData uri="http://schemas.openxmlformats.org/presentationml/2006/ole">
                <p:oleObj spid="_x0000_s1100809" name="Equation" r:id="rId5" imgW="88560" imgH="177480" progId="">
                  <p:embed/>
                </p:oleObj>
              </a:graphicData>
            </a:graphic>
          </p:graphicFrame>
          <p:sp>
            <p:nvSpPr>
              <p:cNvPr id="168267" name="Line 331"/>
              <p:cNvSpPr>
                <a:spLocks noChangeShapeType="1"/>
              </p:cNvSpPr>
              <p:nvPr/>
            </p:nvSpPr>
            <p:spPr bwMode="auto">
              <a:xfrm>
                <a:off x="1248" y="1439"/>
                <a:ext cx="96" cy="0"/>
              </a:xfrm>
              <a:prstGeom prst="line">
                <a:avLst/>
              </a:prstGeom>
              <a:noFill/>
              <a:ln w="34925">
                <a:solidFill>
                  <a:srgbClr val="0000FF"/>
                </a:solidFill>
                <a:miter lim="800000"/>
                <a:headEnd/>
                <a:tailEnd type="triangle" w="sm" len="lg"/>
              </a:ln>
              <a:effectLst/>
            </p:spPr>
            <p:txBody>
              <a:bodyPr wrap="none"/>
              <a:lstStyle/>
              <a:p>
                <a:endParaRPr lang="zh-CN" altLang="en-US" sz="2800"/>
              </a:p>
            </p:txBody>
          </p:sp>
          <p:sp>
            <p:nvSpPr>
              <p:cNvPr id="168268" name="Line 332"/>
              <p:cNvSpPr>
                <a:spLocks noChangeShapeType="1"/>
              </p:cNvSpPr>
              <p:nvPr/>
            </p:nvSpPr>
            <p:spPr bwMode="auto">
              <a:xfrm flipH="1">
                <a:off x="1248" y="2159"/>
                <a:ext cx="192" cy="0"/>
              </a:xfrm>
              <a:prstGeom prst="line">
                <a:avLst/>
              </a:prstGeom>
              <a:noFill/>
              <a:ln w="34925">
                <a:solidFill>
                  <a:srgbClr val="0000FF"/>
                </a:solidFill>
                <a:miter lim="800000"/>
                <a:headEnd/>
                <a:tailEnd type="triangle" w="sm" len="lg"/>
              </a:ln>
              <a:effectLst/>
            </p:spPr>
            <p:txBody>
              <a:bodyPr wrap="none"/>
              <a:lstStyle/>
              <a:p>
                <a:endParaRPr lang="zh-CN" altLang="en-US" sz="2800"/>
              </a:p>
            </p:txBody>
          </p:sp>
          <p:sp>
            <p:nvSpPr>
              <p:cNvPr id="168269" name="Text Box 333"/>
              <p:cNvSpPr txBox="1">
                <a:spLocks noChangeArrowheads="1"/>
              </p:cNvSpPr>
              <p:nvPr/>
            </p:nvSpPr>
            <p:spPr bwMode="auto">
              <a:xfrm>
                <a:off x="647" y="1256"/>
                <a:ext cx="248" cy="330"/>
              </a:xfrm>
              <a:prstGeom prst="rect">
                <a:avLst/>
              </a:prstGeom>
              <a:noFill/>
              <a:ln w="9525">
                <a:noFill/>
                <a:miter lim="800000"/>
                <a:headEnd/>
                <a:tailEnd/>
              </a:ln>
              <a:effectLst/>
            </p:spPr>
            <p:txBody>
              <a:bodyPr wrap="none">
                <a:spAutoFit/>
              </a:bodyPr>
              <a:lstStyle/>
              <a:p>
                <a:r>
                  <a:rPr lang="en-US" altLang="zh-CN" sz="2800" i="1">
                    <a:solidFill>
                      <a:srgbClr val="0000FF"/>
                    </a:solidFill>
                  </a:rPr>
                  <a:t>A</a:t>
                </a:r>
              </a:p>
            </p:txBody>
          </p:sp>
          <p:sp>
            <p:nvSpPr>
              <p:cNvPr id="168270" name="Text Box 334"/>
              <p:cNvSpPr txBox="1">
                <a:spLocks noChangeArrowheads="1"/>
              </p:cNvSpPr>
              <p:nvPr/>
            </p:nvSpPr>
            <p:spPr bwMode="auto">
              <a:xfrm>
                <a:off x="1824" y="1256"/>
                <a:ext cx="361" cy="327"/>
              </a:xfrm>
              <a:prstGeom prst="rect">
                <a:avLst/>
              </a:prstGeom>
              <a:noFill/>
              <a:ln w="9525">
                <a:noFill/>
                <a:miter lim="800000"/>
                <a:headEnd/>
                <a:tailEnd/>
              </a:ln>
              <a:effectLst/>
            </p:spPr>
            <p:txBody>
              <a:bodyPr>
                <a:spAutoFit/>
              </a:bodyPr>
              <a:lstStyle/>
              <a:p>
                <a:r>
                  <a:rPr lang="en-US" altLang="zh-CN" sz="2800" i="1">
                    <a:solidFill>
                      <a:srgbClr val="0000FF"/>
                    </a:solidFill>
                  </a:rPr>
                  <a:t>B</a:t>
                </a:r>
              </a:p>
            </p:txBody>
          </p:sp>
          <p:sp>
            <p:nvSpPr>
              <p:cNvPr id="168271" name="Rectangle 335"/>
              <p:cNvSpPr>
                <a:spLocks noChangeArrowheads="1"/>
              </p:cNvSpPr>
              <p:nvPr/>
            </p:nvSpPr>
            <p:spPr bwMode="auto">
              <a:xfrm>
                <a:off x="864" y="1439"/>
                <a:ext cx="1009" cy="721"/>
              </a:xfrm>
              <a:prstGeom prst="rect">
                <a:avLst/>
              </a:prstGeom>
              <a:noFill/>
              <a:ln w="28575">
                <a:solidFill>
                  <a:srgbClr val="0000FF"/>
                </a:solidFill>
                <a:miter lim="800000"/>
                <a:headEnd/>
                <a:tailEnd/>
              </a:ln>
            </p:spPr>
            <p:txBody>
              <a:bodyPr/>
              <a:lstStyle/>
              <a:p>
                <a:endParaRPr lang="zh-CN" altLang="en-US" sz="2800"/>
              </a:p>
            </p:txBody>
          </p:sp>
          <p:sp>
            <p:nvSpPr>
              <p:cNvPr id="168272" name="Line 336"/>
              <p:cNvSpPr>
                <a:spLocks noChangeShapeType="1"/>
              </p:cNvSpPr>
              <p:nvPr/>
            </p:nvSpPr>
            <p:spPr bwMode="auto">
              <a:xfrm>
                <a:off x="864" y="2159"/>
                <a:ext cx="0" cy="336"/>
              </a:xfrm>
              <a:prstGeom prst="line">
                <a:avLst/>
              </a:prstGeom>
              <a:noFill/>
              <a:ln w="28575">
                <a:solidFill>
                  <a:srgbClr val="3366FF"/>
                </a:solidFill>
                <a:prstDash val="dash"/>
                <a:miter lim="800000"/>
                <a:headEnd type="none" w="sm" len="lg"/>
                <a:tailEnd type="none" w="sm" len="lg"/>
              </a:ln>
              <a:effectLst/>
            </p:spPr>
            <p:txBody>
              <a:bodyPr wrap="none" anchor="ctr"/>
              <a:lstStyle/>
              <a:p>
                <a:endParaRPr lang="zh-CN" altLang="en-US" sz="2800"/>
              </a:p>
            </p:txBody>
          </p:sp>
        </p:grpSp>
      </p:grpSp>
      <p:graphicFrame>
        <p:nvGraphicFramePr>
          <p:cNvPr id="168274" name="Object 338"/>
          <p:cNvGraphicFramePr>
            <a:graphicFrameLocks noChangeAspect="1"/>
          </p:cNvGraphicFramePr>
          <p:nvPr/>
        </p:nvGraphicFramePr>
        <p:xfrm>
          <a:off x="533400" y="3019425"/>
          <a:ext cx="2755900" cy="714375"/>
        </p:xfrm>
        <a:graphic>
          <a:graphicData uri="http://schemas.openxmlformats.org/presentationml/2006/ole">
            <p:oleObj spid="_x0000_s1100802" name="Equation" r:id="rId6" imgW="977760" imgH="253800" progId="">
              <p:embed/>
            </p:oleObj>
          </a:graphicData>
        </a:graphic>
      </p:graphicFrame>
      <p:grpSp>
        <p:nvGrpSpPr>
          <p:cNvPr id="168277" name="Group 341"/>
          <p:cNvGrpSpPr>
            <a:grpSpLocks/>
          </p:cNvGrpSpPr>
          <p:nvPr/>
        </p:nvGrpSpPr>
        <p:grpSpPr bwMode="auto">
          <a:xfrm>
            <a:off x="5105400" y="4191000"/>
            <a:ext cx="3581400" cy="1143000"/>
            <a:chOff x="3072" y="2736"/>
            <a:chExt cx="2256" cy="720"/>
          </a:xfrm>
        </p:grpSpPr>
        <p:sp>
          <p:nvSpPr>
            <p:cNvPr id="168278" name="Text Box 342"/>
            <p:cNvSpPr txBox="1">
              <a:spLocks noChangeArrowheads="1"/>
            </p:cNvSpPr>
            <p:nvPr/>
          </p:nvSpPr>
          <p:spPr bwMode="auto">
            <a:xfrm>
              <a:off x="3072" y="2915"/>
              <a:ext cx="1536" cy="327"/>
            </a:xfrm>
            <a:prstGeom prst="rect">
              <a:avLst/>
            </a:prstGeom>
            <a:noFill/>
            <a:ln w="9525">
              <a:noFill/>
              <a:miter lim="800000"/>
              <a:headEnd/>
              <a:tailEnd/>
            </a:ln>
            <a:effectLst/>
          </p:spPr>
          <p:txBody>
            <a:bodyPr>
              <a:spAutoFit/>
            </a:bodyPr>
            <a:lstStyle/>
            <a:p>
              <a:pPr>
                <a:spcBef>
                  <a:spcPct val="50000"/>
                </a:spcBef>
              </a:pPr>
              <a:r>
                <a:rPr kumimoji="1" lang="zh-CN" altLang="zh-CN" sz="2800">
                  <a:solidFill>
                    <a:srgbClr val="CC0000"/>
                  </a:solidFill>
                </a:rPr>
                <a:t>磁场强度 </a:t>
              </a:r>
              <a:endParaRPr kumimoji="1" lang="zh-CN" altLang="en-US" sz="2800">
                <a:solidFill>
                  <a:srgbClr val="A50021"/>
                </a:solidFill>
              </a:endParaRPr>
            </a:p>
          </p:txBody>
        </p:sp>
        <p:graphicFrame>
          <p:nvGraphicFramePr>
            <p:cNvPr id="168279" name="Object 343"/>
            <p:cNvGraphicFramePr>
              <a:graphicFrameLocks noChangeAspect="1"/>
            </p:cNvGraphicFramePr>
            <p:nvPr/>
          </p:nvGraphicFramePr>
          <p:xfrm>
            <a:off x="4128" y="2736"/>
            <a:ext cx="1200" cy="720"/>
          </p:xfrm>
          <a:graphic>
            <a:graphicData uri="http://schemas.openxmlformats.org/presentationml/2006/ole">
              <p:oleObj spid="_x0000_s1100807" name="Equation" r:id="rId7" imgW="812520" imgH="457200" progId="Equation.3">
                <p:embed/>
              </p:oleObj>
            </a:graphicData>
          </a:graphic>
        </p:graphicFrame>
      </p:grpSp>
      <p:grpSp>
        <p:nvGrpSpPr>
          <p:cNvPr id="168280" name="Group 344"/>
          <p:cNvGrpSpPr>
            <a:grpSpLocks/>
          </p:cNvGrpSpPr>
          <p:nvPr/>
        </p:nvGrpSpPr>
        <p:grpSpPr bwMode="auto">
          <a:xfrm>
            <a:off x="838200" y="5715000"/>
            <a:ext cx="7620000" cy="838200"/>
            <a:chOff x="432" y="3504"/>
            <a:chExt cx="4800" cy="528"/>
          </a:xfrm>
        </p:grpSpPr>
        <p:sp>
          <p:nvSpPr>
            <p:cNvPr id="168281" name="Rectangle 345"/>
            <p:cNvSpPr>
              <a:spLocks noChangeArrowheads="1"/>
            </p:cNvSpPr>
            <p:nvPr/>
          </p:nvSpPr>
          <p:spPr bwMode="auto">
            <a:xfrm>
              <a:off x="432" y="3504"/>
              <a:ext cx="4800" cy="52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endParaRPr lang="zh-CN" altLang="en-US" sz="2800"/>
            </a:p>
          </p:txBody>
        </p:sp>
        <p:grpSp>
          <p:nvGrpSpPr>
            <p:cNvPr id="168282" name="Group 346"/>
            <p:cNvGrpSpPr>
              <a:grpSpLocks/>
            </p:cNvGrpSpPr>
            <p:nvPr/>
          </p:nvGrpSpPr>
          <p:grpSpPr bwMode="auto">
            <a:xfrm>
              <a:off x="432" y="3546"/>
              <a:ext cx="4560" cy="486"/>
              <a:chOff x="432" y="3552"/>
              <a:chExt cx="4560" cy="486"/>
            </a:xfrm>
          </p:grpSpPr>
          <p:sp>
            <p:nvSpPr>
              <p:cNvPr id="168283" name="Text Box 347"/>
              <p:cNvSpPr txBox="1">
                <a:spLocks noChangeArrowheads="1"/>
              </p:cNvSpPr>
              <p:nvPr/>
            </p:nvSpPr>
            <p:spPr bwMode="auto">
              <a:xfrm>
                <a:off x="432" y="3600"/>
                <a:ext cx="3408"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  磁介质</a:t>
                </a:r>
                <a:r>
                  <a:rPr kumimoji="1" lang="zh-CN" altLang="en-US" sz="2800"/>
                  <a:t>中的</a:t>
                </a:r>
                <a:r>
                  <a:rPr kumimoji="1" lang="zh-CN" altLang="en-US" sz="2800">
                    <a:solidFill>
                      <a:srgbClr val="CC0000"/>
                    </a:solidFill>
                  </a:rPr>
                  <a:t>安培环路</a:t>
                </a:r>
                <a:r>
                  <a:rPr kumimoji="1" lang="zh-CN" altLang="en-US" sz="2800"/>
                  <a:t>定理 </a:t>
                </a:r>
              </a:p>
            </p:txBody>
          </p:sp>
          <p:graphicFrame>
            <p:nvGraphicFramePr>
              <p:cNvPr id="168284" name="Object 348"/>
              <p:cNvGraphicFramePr>
                <a:graphicFrameLocks noChangeAspect="1"/>
              </p:cNvGraphicFramePr>
              <p:nvPr/>
            </p:nvGraphicFramePr>
            <p:xfrm>
              <a:off x="3456" y="3552"/>
              <a:ext cx="1536" cy="486"/>
            </p:xfrm>
            <a:graphic>
              <a:graphicData uri="http://schemas.openxmlformats.org/presentationml/2006/ole">
                <p:oleObj spid="_x0000_s1100806" name="Equation" r:id="rId8" imgW="901440" imgH="291960" progId="Equation.3">
                  <p:embed/>
                </p:oleObj>
              </a:graphicData>
            </a:graphic>
          </p:graphicFrame>
        </p:grpSp>
      </p:grpSp>
      <p:graphicFrame>
        <p:nvGraphicFramePr>
          <p:cNvPr id="168285" name="Object 349"/>
          <p:cNvGraphicFramePr>
            <a:graphicFrameLocks noChangeAspect="1"/>
          </p:cNvGraphicFramePr>
          <p:nvPr/>
        </p:nvGraphicFramePr>
        <p:xfrm>
          <a:off x="533400" y="685800"/>
          <a:ext cx="2971800" cy="808038"/>
        </p:xfrm>
        <a:graphic>
          <a:graphicData uri="http://schemas.openxmlformats.org/presentationml/2006/ole">
            <p:oleObj spid="_x0000_s1100803" name="Equation" r:id="rId9" imgW="1079280" imgH="291960" progId="Equation.3">
              <p:embed/>
            </p:oleObj>
          </a:graphicData>
        </a:graphic>
      </p:graphicFrame>
      <p:graphicFrame>
        <p:nvGraphicFramePr>
          <p:cNvPr id="168286" name="Object 350"/>
          <p:cNvGraphicFramePr>
            <a:graphicFrameLocks noChangeAspect="1"/>
          </p:cNvGraphicFramePr>
          <p:nvPr/>
        </p:nvGraphicFramePr>
        <p:xfrm>
          <a:off x="533400" y="3744913"/>
          <a:ext cx="3733800" cy="827087"/>
        </p:xfrm>
        <a:graphic>
          <a:graphicData uri="http://schemas.openxmlformats.org/presentationml/2006/ole">
            <p:oleObj spid="_x0000_s1100804" name="Equation" r:id="rId10" imgW="1320480" imgH="291960" progId="Equation.3">
              <p:embed/>
            </p:oleObj>
          </a:graphicData>
        </a:graphic>
      </p:graphicFrame>
      <p:graphicFrame>
        <p:nvGraphicFramePr>
          <p:cNvPr id="168287" name="Object 351"/>
          <p:cNvGraphicFramePr>
            <a:graphicFrameLocks noChangeAspect="1"/>
          </p:cNvGraphicFramePr>
          <p:nvPr/>
        </p:nvGraphicFramePr>
        <p:xfrm>
          <a:off x="685800" y="4495800"/>
          <a:ext cx="3657600" cy="1298575"/>
        </p:xfrm>
        <a:graphic>
          <a:graphicData uri="http://schemas.openxmlformats.org/presentationml/2006/ole">
            <p:oleObj spid="_x0000_s1100805" name="Equation" r:id="rId11" imgW="1346040" imgH="4572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8274"/>
                                        </p:tgtEl>
                                        <p:attrNameLst>
                                          <p:attrName>style.visibility</p:attrName>
                                        </p:attrNameLst>
                                      </p:cBhvr>
                                      <p:to>
                                        <p:strVal val="visible"/>
                                      </p:to>
                                    </p:set>
                                    <p:animEffect transition="in" filter="blinds(vertical)">
                                      <p:cBhvr>
                                        <p:cTn id="12" dur="500"/>
                                        <p:tgtEl>
                                          <p:spTgt spid="1682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8286"/>
                                        </p:tgtEl>
                                        <p:attrNameLst>
                                          <p:attrName>style.visibility</p:attrName>
                                        </p:attrNameLst>
                                      </p:cBhvr>
                                      <p:to>
                                        <p:strVal val="visible"/>
                                      </p:to>
                                    </p:set>
                                    <p:animEffect transition="in" filter="blinds(horizontal)">
                                      <p:cBhvr>
                                        <p:cTn id="17" dur="500"/>
                                        <p:tgtEl>
                                          <p:spTgt spid="1682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8287"/>
                                        </p:tgtEl>
                                        <p:attrNameLst>
                                          <p:attrName>style.visibility</p:attrName>
                                        </p:attrNameLst>
                                      </p:cBhvr>
                                      <p:to>
                                        <p:strVal val="visible"/>
                                      </p:to>
                                    </p:set>
                                    <p:animEffect transition="in" filter="blinds(horizontal)">
                                      <p:cBhvr>
                                        <p:cTn id="22" dur="500"/>
                                        <p:tgtEl>
                                          <p:spTgt spid="16828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8277"/>
                                        </p:tgtEl>
                                        <p:attrNameLst>
                                          <p:attrName>style.visibility</p:attrName>
                                        </p:attrNameLst>
                                      </p:cBhvr>
                                      <p:to>
                                        <p:strVal val="visible"/>
                                      </p:to>
                                    </p:set>
                                    <p:animEffect transition="in" filter="blinds(horizontal)">
                                      <p:cBhvr>
                                        <p:cTn id="27" dur="500"/>
                                        <p:tgtEl>
                                          <p:spTgt spid="16827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8280"/>
                                        </p:tgtEl>
                                        <p:attrNameLst>
                                          <p:attrName>style.visibility</p:attrName>
                                        </p:attrNameLst>
                                      </p:cBhvr>
                                      <p:to>
                                        <p:strVal val="visible"/>
                                      </p:to>
                                    </p:set>
                                    <p:animEffect transition="in" filter="blinds(horizontal)">
                                      <p:cBhvr>
                                        <p:cTn id="32" dur="500"/>
                                        <p:tgtEl>
                                          <p:spTgt spid="168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42" name="Object 2"/>
          <p:cNvGraphicFramePr>
            <a:graphicFrameLocks noChangeAspect="1"/>
          </p:cNvGraphicFramePr>
          <p:nvPr/>
        </p:nvGraphicFramePr>
        <p:xfrm>
          <a:off x="898525" y="2514600"/>
          <a:ext cx="3689350" cy="1239838"/>
        </p:xfrm>
        <a:graphic>
          <a:graphicData uri="http://schemas.openxmlformats.org/presentationml/2006/ole">
            <p:oleObj spid="_x0000_s1101826" name="Equation" r:id="rId3" imgW="1485720" imgH="457200" progId="Equation.3">
              <p:embed/>
            </p:oleObj>
          </a:graphicData>
        </a:graphic>
      </p:graphicFrame>
      <p:grpSp>
        <p:nvGrpSpPr>
          <p:cNvPr id="2" name="Group 3"/>
          <p:cNvGrpSpPr>
            <a:grpSpLocks/>
          </p:cNvGrpSpPr>
          <p:nvPr/>
        </p:nvGrpSpPr>
        <p:grpSpPr bwMode="auto">
          <a:xfrm>
            <a:off x="838200" y="1752600"/>
            <a:ext cx="7772400" cy="595313"/>
            <a:chOff x="528" y="1104"/>
            <a:chExt cx="4896" cy="375"/>
          </a:xfrm>
        </p:grpSpPr>
        <p:graphicFrame>
          <p:nvGraphicFramePr>
            <p:cNvPr id="163844" name="Object 4"/>
            <p:cNvGraphicFramePr>
              <a:graphicFrameLocks noChangeAspect="1"/>
            </p:cNvGraphicFramePr>
            <p:nvPr/>
          </p:nvGraphicFramePr>
          <p:xfrm>
            <a:off x="2328" y="1127"/>
            <a:ext cx="984" cy="334"/>
          </p:xfrm>
          <a:graphic>
            <a:graphicData uri="http://schemas.openxmlformats.org/presentationml/2006/ole">
              <p:oleObj spid="_x0000_s1101834" name="Equation" r:id="rId4" imgW="558720" imgH="190440" progId="Equation.3">
                <p:embed/>
              </p:oleObj>
            </a:graphicData>
          </a:graphic>
        </p:graphicFrame>
        <p:sp>
          <p:nvSpPr>
            <p:cNvPr id="163845" name="Text Box 5"/>
            <p:cNvSpPr txBox="1">
              <a:spLocks noChangeArrowheads="1"/>
            </p:cNvSpPr>
            <p:nvPr/>
          </p:nvSpPr>
          <p:spPr bwMode="auto">
            <a:xfrm>
              <a:off x="528" y="1152"/>
              <a:ext cx="1241" cy="327"/>
            </a:xfrm>
            <a:prstGeom prst="rect">
              <a:avLst/>
            </a:prstGeom>
            <a:noFill/>
            <a:ln w="9525">
              <a:noFill/>
              <a:miter lim="800000"/>
              <a:headEnd/>
              <a:tailEnd/>
            </a:ln>
            <a:effectLst/>
          </p:spPr>
          <p:txBody>
            <a:bodyPr wrap="none">
              <a:spAutoFit/>
            </a:bodyPr>
            <a:lstStyle/>
            <a:p>
              <a:pPr>
                <a:spcBef>
                  <a:spcPct val="50000"/>
                </a:spcBef>
              </a:pPr>
              <a:r>
                <a:rPr kumimoji="1" lang="zh-CN" altLang="en-US" sz="2800">
                  <a:solidFill>
                    <a:srgbClr val="CC0000"/>
                  </a:solidFill>
                </a:rPr>
                <a:t>线性</a:t>
              </a:r>
              <a:r>
                <a:rPr kumimoji="1" lang="zh-CN" altLang="en-US" sz="2800">
                  <a:solidFill>
                    <a:schemeClr val="tx1"/>
                  </a:solidFill>
                </a:rPr>
                <a:t>磁介质</a:t>
              </a:r>
            </a:p>
          </p:txBody>
        </p:sp>
        <p:sp>
          <p:nvSpPr>
            <p:cNvPr id="163846" name="Rectangle 6"/>
            <p:cNvSpPr>
              <a:spLocks noChangeArrowheads="1"/>
            </p:cNvSpPr>
            <p:nvPr/>
          </p:nvSpPr>
          <p:spPr bwMode="auto">
            <a:xfrm>
              <a:off x="3552" y="1104"/>
              <a:ext cx="1200" cy="336"/>
            </a:xfrm>
            <a:prstGeom prst="rect">
              <a:avLst/>
            </a:prstGeom>
            <a:noFill/>
            <a:ln w="9525">
              <a:noFill/>
              <a:miter lim="800000"/>
              <a:headEnd/>
              <a:tailEnd/>
            </a:ln>
            <a:effectLst/>
          </p:spPr>
          <p:txBody>
            <a:bodyPr wrap="none" anchor="ctr"/>
            <a:lstStyle/>
            <a:p>
              <a:endParaRPr lang="zh-CN" altLang="en-US" sz="2800"/>
            </a:p>
          </p:txBody>
        </p:sp>
        <p:grpSp>
          <p:nvGrpSpPr>
            <p:cNvPr id="3" name="Group 7"/>
            <p:cNvGrpSpPr>
              <a:grpSpLocks/>
            </p:cNvGrpSpPr>
            <p:nvPr/>
          </p:nvGrpSpPr>
          <p:grpSpPr bwMode="auto">
            <a:xfrm>
              <a:off x="3696" y="1152"/>
              <a:ext cx="1728" cy="327"/>
              <a:chOff x="3600" y="1152"/>
              <a:chExt cx="1728" cy="327"/>
            </a:xfrm>
          </p:grpSpPr>
          <p:sp>
            <p:nvSpPr>
              <p:cNvPr id="163848" name="Text Box 8"/>
              <p:cNvSpPr txBox="1">
                <a:spLocks noChangeArrowheads="1"/>
              </p:cNvSpPr>
              <p:nvPr/>
            </p:nvSpPr>
            <p:spPr bwMode="auto">
              <a:xfrm>
                <a:off x="3696" y="1152"/>
                <a:ext cx="1632"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（磁化率）</a:t>
                </a:r>
              </a:p>
            </p:txBody>
          </p:sp>
          <p:graphicFrame>
            <p:nvGraphicFramePr>
              <p:cNvPr id="163849" name="Object 9"/>
              <p:cNvGraphicFramePr>
                <a:graphicFrameLocks noChangeAspect="1"/>
              </p:cNvGraphicFramePr>
              <p:nvPr/>
            </p:nvGraphicFramePr>
            <p:xfrm>
              <a:off x="3600" y="1195"/>
              <a:ext cx="288" cy="258"/>
            </p:xfrm>
            <a:graphic>
              <a:graphicData uri="http://schemas.openxmlformats.org/presentationml/2006/ole">
                <p:oleObj spid="_x0000_s1101835" name="公式" r:id="rId5" imgW="139680" imgH="126720" progId="Equation.3">
                  <p:embed/>
                </p:oleObj>
              </a:graphicData>
            </a:graphic>
          </p:graphicFrame>
        </p:grpSp>
      </p:grpSp>
      <p:graphicFrame>
        <p:nvGraphicFramePr>
          <p:cNvPr id="163850" name="Object 10"/>
          <p:cNvGraphicFramePr>
            <a:graphicFrameLocks noChangeAspect="1"/>
          </p:cNvGraphicFramePr>
          <p:nvPr/>
        </p:nvGraphicFramePr>
        <p:xfrm>
          <a:off x="5410200" y="2703513"/>
          <a:ext cx="2743200" cy="709612"/>
        </p:xfrm>
        <a:graphic>
          <a:graphicData uri="http://schemas.openxmlformats.org/presentationml/2006/ole">
            <p:oleObj spid="_x0000_s1101827" name="Equation" r:id="rId6" imgW="977760" imgH="241200" progId="Equation.3">
              <p:embed/>
            </p:oleObj>
          </a:graphicData>
        </a:graphic>
      </p:graphicFrame>
      <p:grpSp>
        <p:nvGrpSpPr>
          <p:cNvPr id="4" name="Group 11"/>
          <p:cNvGrpSpPr>
            <a:grpSpLocks/>
          </p:cNvGrpSpPr>
          <p:nvPr/>
        </p:nvGrpSpPr>
        <p:grpSpPr bwMode="auto">
          <a:xfrm>
            <a:off x="762000" y="3929063"/>
            <a:ext cx="3733800" cy="642937"/>
            <a:chOff x="528" y="2505"/>
            <a:chExt cx="2352" cy="405"/>
          </a:xfrm>
        </p:grpSpPr>
        <p:graphicFrame>
          <p:nvGraphicFramePr>
            <p:cNvPr id="163852" name="Object 12"/>
            <p:cNvGraphicFramePr>
              <a:graphicFrameLocks noChangeAspect="1"/>
            </p:cNvGraphicFramePr>
            <p:nvPr/>
          </p:nvGraphicFramePr>
          <p:xfrm>
            <a:off x="1776" y="2505"/>
            <a:ext cx="1104" cy="405"/>
          </p:xfrm>
          <a:graphic>
            <a:graphicData uri="http://schemas.openxmlformats.org/presentationml/2006/ole">
              <p:oleObj spid="_x0000_s1101833" name="公式" r:id="rId7" imgW="634680" imgH="215640" progId="Equation.3">
                <p:embed/>
              </p:oleObj>
            </a:graphicData>
          </a:graphic>
        </p:graphicFrame>
        <p:sp>
          <p:nvSpPr>
            <p:cNvPr id="163853" name="Text Box 13"/>
            <p:cNvSpPr txBox="1">
              <a:spLocks noChangeArrowheads="1"/>
            </p:cNvSpPr>
            <p:nvPr/>
          </p:nvSpPr>
          <p:spPr bwMode="auto">
            <a:xfrm>
              <a:off x="528" y="2576"/>
              <a:ext cx="1632"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相对</a:t>
              </a:r>
              <a:r>
                <a:rPr kumimoji="1" lang="zh-CN" altLang="en-US" sz="2800">
                  <a:solidFill>
                    <a:schemeClr val="tx1"/>
                  </a:solidFill>
                </a:rPr>
                <a:t>磁导率</a:t>
              </a:r>
              <a:endParaRPr kumimoji="1" lang="zh-CN" altLang="en-US" sz="2800">
                <a:solidFill>
                  <a:srgbClr val="990099"/>
                </a:solidFill>
              </a:endParaRPr>
            </a:p>
          </p:txBody>
        </p:sp>
      </p:grpSp>
      <p:grpSp>
        <p:nvGrpSpPr>
          <p:cNvPr id="5" name="Group 14"/>
          <p:cNvGrpSpPr>
            <a:grpSpLocks/>
          </p:cNvGrpSpPr>
          <p:nvPr/>
        </p:nvGrpSpPr>
        <p:grpSpPr bwMode="auto">
          <a:xfrm>
            <a:off x="838200" y="4800600"/>
            <a:ext cx="3409950" cy="671513"/>
            <a:chOff x="528" y="2976"/>
            <a:chExt cx="2148" cy="423"/>
          </a:xfrm>
        </p:grpSpPr>
        <p:graphicFrame>
          <p:nvGraphicFramePr>
            <p:cNvPr id="163855" name="Object 15"/>
            <p:cNvGraphicFramePr>
              <a:graphicFrameLocks noChangeAspect="1"/>
            </p:cNvGraphicFramePr>
            <p:nvPr/>
          </p:nvGraphicFramePr>
          <p:xfrm>
            <a:off x="1595" y="2976"/>
            <a:ext cx="1081" cy="423"/>
          </p:xfrm>
          <a:graphic>
            <a:graphicData uri="http://schemas.openxmlformats.org/presentationml/2006/ole">
              <p:oleObj spid="_x0000_s1101832" name="Equation" r:id="rId8" imgW="583920" imgH="228600" progId="Equation.3">
                <p:embed/>
              </p:oleObj>
            </a:graphicData>
          </a:graphic>
        </p:graphicFrame>
        <p:sp>
          <p:nvSpPr>
            <p:cNvPr id="163856" name="Text Box 16"/>
            <p:cNvSpPr txBox="1">
              <a:spLocks noChangeArrowheads="1"/>
            </p:cNvSpPr>
            <p:nvPr/>
          </p:nvSpPr>
          <p:spPr bwMode="auto">
            <a:xfrm>
              <a:off x="528" y="3033"/>
              <a:ext cx="1392"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磁  导  率</a:t>
              </a:r>
            </a:p>
          </p:txBody>
        </p:sp>
      </p:grpSp>
      <p:grpSp>
        <p:nvGrpSpPr>
          <p:cNvPr id="6" name="Group 17"/>
          <p:cNvGrpSpPr>
            <a:grpSpLocks/>
          </p:cNvGrpSpPr>
          <p:nvPr/>
        </p:nvGrpSpPr>
        <p:grpSpPr bwMode="auto">
          <a:xfrm>
            <a:off x="304800" y="5791200"/>
            <a:ext cx="7010400" cy="633413"/>
            <a:chOff x="192" y="3648"/>
            <a:chExt cx="4416" cy="399"/>
          </a:xfrm>
        </p:grpSpPr>
        <p:sp>
          <p:nvSpPr>
            <p:cNvPr id="163858" name="Text Box 18"/>
            <p:cNvSpPr txBox="1">
              <a:spLocks noChangeArrowheads="1"/>
            </p:cNvSpPr>
            <p:nvPr/>
          </p:nvSpPr>
          <p:spPr bwMode="auto">
            <a:xfrm>
              <a:off x="192" y="3657"/>
              <a:ext cx="2400" cy="327"/>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Char char="Ø"/>
              </a:pPr>
              <a:r>
                <a:rPr kumimoji="1" lang="zh-CN" altLang="en-US" sz="2800">
                  <a:solidFill>
                    <a:schemeClr val="tx1"/>
                  </a:solidFill>
                </a:rPr>
                <a:t>  线性磁介质</a:t>
              </a:r>
            </a:p>
          </p:txBody>
        </p:sp>
        <p:graphicFrame>
          <p:nvGraphicFramePr>
            <p:cNvPr id="163859" name="Object 19"/>
            <p:cNvGraphicFramePr>
              <a:graphicFrameLocks noChangeAspect="1"/>
            </p:cNvGraphicFramePr>
            <p:nvPr/>
          </p:nvGraphicFramePr>
          <p:xfrm>
            <a:off x="2736" y="3648"/>
            <a:ext cx="1872" cy="399"/>
          </p:xfrm>
          <a:graphic>
            <a:graphicData uri="http://schemas.openxmlformats.org/presentationml/2006/ole">
              <p:oleObj spid="_x0000_s1101831" name="Equation" r:id="rId9" imgW="1104840" imgH="241200" progId="Equation.3">
                <p:embed/>
              </p:oleObj>
            </a:graphicData>
          </a:graphic>
        </p:graphicFrame>
      </p:grpSp>
      <p:grpSp>
        <p:nvGrpSpPr>
          <p:cNvPr id="7" name="Group 20"/>
          <p:cNvGrpSpPr>
            <a:grpSpLocks/>
          </p:cNvGrpSpPr>
          <p:nvPr/>
        </p:nvGrpSpPr>
        <p:grpSpPr bwMode="auto">
          <a:xfrm>
            <a:off x="685800" y="838200"/>
            <a:ext cx="7315200" cy="762000"/>
            <a:chOff x="240" y="3516"/>
            <a:chExt cx="4560" cy="468"/>
          </a:xfrm>
        </p:grpSpPr>
        <p:sp>
          <p:nvSpPr>
            <p:cNvPr id="163861" name="Text Box 21"/>
            <p:cNvSpPr txBox="1">
              <a:spLocks noChangeArrowheads="1"/>
            </p:cNvSpPr>
            <p:nvPr/>
          </p:nvSpPr>
          <p:spPr bwMode="auto">
            <a:xfrm>
              <a:off x="240" y="3606"/>
              <a:ext cx="3408" cy="319"/>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  磁介质中的安培环路定理 </a:t>
              </a:r>
            </a:p>
          </p:txBody>
        </p:sp>
        <p:graphicFrame>
          <p:nvGraphicFramePr>
            <p:cNvPr id="163862" name="Object 22"/>
            <p:cNvGraphicFramePr>
              <a:graphicFrameLocks noChangeAspect="1"/>
            </p:cNvGraphicFramePr>
            <p:nvPr/>
          </p:nvGraphicFramePr>
          <p:xfrm>
            <a:off x="3264" y="3516"/>
            <a:ext cx="1536" cy="468"/>
          </p:xfrm>
          <a:graphic>
            <a:graphicData uri="http://schemas.openxmlformats.org/presentationml/2006/ole">
              <p:oleObj spid="_x0000_s1101830" name="Equation" r:id="rId10" imgW="901440" imgH="291960" progId="Equation.3">
                <p:embed/>
              </p:oleObj>
            </a:graphicData>
          </a:graphic>
        </p:graphicFrame>
      </p:grpSp>
      <p:grpSp>
        <p:nvGrpSpPr>
          <p:cNvPr id="8" name="Group 23"/>
          <p:cNvGrpSpPr>
            <a:grpSpLocks/>
          </p:cNvGrpSpPr>
          <p:nvPr/>
        </p:nvGrpSpPr>
        <p:grpSpPr bwMode="auto">
          <a:xfrm>
            <a:off x="5200650" y="3609975"/>
            <a:ext cx="3790950" cy="2105025"/>
            <a:chOff x="3276" y="2217"/>
            <a:chExt cx="2388" cy="1326"/>
          </a:xfrm>
        </p:grpSpPr>
        <p:graphicFrame>
          <p:nvGraphicFramePr>
            <p:cNvPr id="163864" name="Object 24"/>
            <p:cNvGraphicFramePr>
              <a:graphicFrameLocks noChangeAspect="1"/>
            </p:cNvGraphicFramePr>
            <p:nvPr/>
          </p:nvGraphicFramePr>
          <p:xfrm>
            <a:off x="3276" y="2544"/>
            <a:ext cx="359" cy="432"/>
          </p:xfrm>
          <a:graphic>
            <a:graphicData uri="http://schemas.openxmlformats.org/presentationml/2006/ole">
              <p:oleObj spid="_x0000_s1101828" name="Equation" r:id="rId11" imgW="177480" imgH="215640" progId="Equation.3">
                <p:embed/>
              </p:oleObj>
            </a:graphicData>
          </a:graphic>
        </p:graphicFrame>
        <p:grpSp>
          <p:nvGrpSpPr>
            <p:cNvPr id="9" name="Group 25"/>
            <p:cNvGrpSpPr>
              <a:grpSpLocks/>
            </p:cNvGrpSpPr>
            <p:nvPr/>
          </p:nvGrpSpPr>
          <p:grpSpPr bwMode="auto">
            <a:xfrm>
              <a:off x="3600" y="2304"/>
              <a:ext cx="720" cy="912"/>
              <a:chOff x="3600" y="2400"/>
              <a:chExt cx="720" cy="912"/>
            </a:xfrm>
          </p:grpSpPr>
          <p:sp>
            <p:nvSpPr>
              <p:cNvPr id="163866" name="AutoShape 26"/>
              <p:cNvSpPr>
                <a:spLocks/>
              </p:cNvSpPr>
              <p:nvPr/>
            </p:nvSpPr>
            <p:spPr bwMode="auto">
              <a:xfrm>
                <a:off x="3600" y="2544"/>
                <a:ext cx="240" cy="672"/>
              </a:xfrm>
              <a:prstGeom prst="leftBrace">
                <a:avLst>
                  <a:gd name="adj1" fmla="val 16256"/>
                  <a:gd name="adj2" fmla="val 50000"/>
                </a:avLst>
              </a:prstGeom>
              <a:noFill/>
              <a:ln w="28575">
                <a:solidFill>
                  <a:srgbClr val="FF0000"/>
                </a:solidFill>
                <a:miter lim="800000"/>
                <a:headEnd/>
                <a:tailEnd/>
              </a:ln>
              <a:effectLst/>
            </p:spPr>
            <p:txBody>
              <a:bodyPr wrap="none" anchor="ctr"/>
              <a:lstStyle/>
              <a:p>
                <a:endParaRPr lang="zh-CN" altLang="en-US" sz="2800"/>
              </a:p>
            </p:txBody>
          </p:sp>
          <p:graphicFrame>
            <p:nvGraphicFramePr>
              <p:cNvPr id="163867" name="Object 27"/>
              <p:cNvGraphicFramePr>
                <a:graphicFrameLocks noChangeAspect="1"/>
              </p:cNvGraphicFramePr>
              <p:nvPr/>
            </p:nvGraphicFramePr>
            <p:xfrm>
              <a:off x="3840" y="2400"/>
              <a:ext cx="480" cy="912"/>
            </p:xfrm>
            <a:graphic>
              <a:graphicData uri="http://schemas.openxmlformats.org/presentationml/2006/ole">
                <p:oleObj spid="_x0000_s1101829" name="公式" r:id="rId12" imgW="457200" imgH="990360" progId="Equation.3">
                  <p:embed/>
                </p:oleObj>
              </a:graphicData>
            </a:graphic>
          </p:graphicFrame>
        </p:grpSp>
        <p:sp>
          <p:nvSpPr>
            <p:cNvPr id="163868" name="Text Box 28"/>
            <p:cNvSpPr txBox="1">
              <a:spLocks noChangeArrowheads="1"/>
            </p:cNvSpPr>
            <p:nvPr/>
          </p:nvSpPr>
          <p:spPr bwMode="auto">
            <a:xfrm>
              <a:off x="4368" y="2217"/>
              <a:ext cx="1104"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顺磁质</a:t>
              </a:r>
            </a:p>
          </p:txBody>
        </p:sp>
        <p:sp>
          <p:nvSpPr>
            <p:cNvPr id="163869" name="Text Box 29"/>
            <p:cNvSpPr txBox="1">
              <a:spLocks noChangeArrowheads="1"/>
            </p:cNvSpPr>
            <p:nvPr/>
          </p:nvSpPr>
          <p:spPr bwMode="auto">
            <a:xfrm>
              <a:off x="4176" y="3216"/>
              <a:ext cx="1440"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（非常数）</a:t>
              </a:r>
            </a:p>
          </p:txBody>
        </p:sp>
        <p:sp>
          <p:nvSpPr>
            <p:cNvPr id="163870" name="Rectangle 30"/>
            <p:cNvSpPr>
              <a:spLocks noChangeArrowheads="1"/>
            </p:cNvSpPr>
            <p:nvPr/>
          </p:nvSpPr>
          <p:spPr bwMode="auto">
            <a:xfrm>
              <a:off x="4368" y="2592"/>
              <a:ext cx="1296"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抗磁质</a:t>
              </a:r>
              <a:endParaRPr kumimoji="1" lang="zh-CN" altLang="en-US" sz="2800">
                <a:solidFill>
                  <a:srgbClr val="990099"/>
                </a:solidFill>
              </a:endParaRPr>
            </a:p>
          </p:txBody>
        </p:sp>
        <p:sp>
          <p:nvSpPr>
            <p:cNvPr id="163871" name="Rectangle 31"/>
            <p:cNvSpPr>
              <a:spLocks noChangeArrowheads="1"/>
            </p:cNvSpPr>
            <p:nvPr/>
          </p:nvSpPr>
          <p:spPr bwMode="auto">
            <a:xfrm>
              <a:off x="4368" y="2928"/>
              <a:ext cx="1296" cy="327"/>
            </a:xfrm>
            <a:prstGeom prst="rect">
              <a:avLst/>
            </a:prstGeom>
            <a:noFill/>
            <a:ln w="9525">
              <a:noFill/>
              <a:miter lim="800000"/>
              <a:headEnd/>
              <a:tailEnd/>
            </a:ln>
            <a:effectLst/>
          </p:spPr>
          <p:txBody>
            <a:bodyPr>
              <a:spAutoFit/>
            </a:bodyPr>
            <a:lstStyle/>
            <a:p>
              <a:r>
                <a:rPr kumimoji="1" lang="zh-CN" altLang="en-US" sz="2800">
                  <a:solidFill>
                    <a:schemeClr val="tx1"/>
                  </a:solidFill>
                </a:rPr>
                <a:t>铁磁质</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3842"/>
                                        </p:tgtEl>
                                        <p:attrNameLst>
                                          <p:attrName>style.visibility</p:attrName>
                                        </p:attrNameLst>
                                      </p:cBhvr>
                                      <p:to>
                                        <p:strVal val="visible"/>
                                      </p:to>
                                    </p:set>
                                    <p:animEffect transition="in" filter="blinds(vertical)">
                                      <p:cBhvr>
                                        <p:cTn id="12" dur="500"/>
                                        <p:tgtEl>
                                          <p:spTgt spid="1638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63850"/>
                                        </p:tgtEl>
                                        <p:attrNameLst>
                                          <p:attrName>style.visibility</p:attrName>
                                        </p:attrNameLst>
                                      </p:cBhvr>
                                      <p:to>
                                        <p:strVal val="visible"/>
                                      </p:to>
                                    </p:set>
                                    <p:animEffect transition="in" filter="blinds(vertical)">
                                      <p:cBhvr>
                                        <p:cTn id="17" dur="500"/>
                                        <p:tgtEl>
                                          <p:spTgt spid="16385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019800" y="2209800"/>
            <a:ext cx="2590800" cy="4267200"/>
            <a:chOff x="3792" y="1392"/>
            <a:chExt cx="1632" cy="2688"/>
          </a:xfrm>
        </p:grpSpPr>
        <p:sp>
          <p:nvSpPr>
            <p:cNvPr id="164867" name="Rectangle 3"/>
            <p:cNvSpPr>
              <a:spLocks noChangeArrowheads="1"/>
            </p:cNvSpPr>
            <p:nvPr/>
          </p:nvSpPr>
          <p:spPr bwMode="auto">
            <a:xfrm>
              <a:off x="3792" y="1392"/>
              <a:ext cx="1632" cy="268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4868" name="Line 4"/>
            <p:cNvSpPr>
              <a:spLocks noChangeShapeType="1"/>
            </p:cNvSpPr>
            <p:nvPr/>
          </p:nvSpPr>
          <p:spPr bwMode="auto">
            <a:xfrm flipH="1">
              <a:off x="4776" y="3600"/>
              <a:ext cx="0" cy="432"/>
            </a:xfrm>
            <a:prstGeom prst="line">
              <a:avLst/>
            </a:prstGeom>
            <a:noFill/>
            <a:ln w="19050">
              <a:solidFill>
                <a:schemeClr val="tx1"/>
              </a:solidFill>
              <a:prstDash val="dash"/>
              <a:miter lim="800000"/>
              <a:headEnd/>
              <a:tailEnd/>
            </a:ln>
            <a:effectLst/>
          </p:spPr>
          <p:txBody>
            <a:bodyPr wrap="none"/>
            <a:lstStyle/>
            <a:p>
              <a:endParaRPr lang="zh-CN" altLang="en-US" sz="2800"/>
            </a:p>
          </p:txBody>
        </p:sp>
        <p:sp>
          <p:nvSpPr>
            <p:cNvPr id="164869" name="AutoShape 5"/>
            <p:cNvSpPr>
              <a:spLocks noChangeArrowheads="1"/>
            </p:cNvSpPr>
            <p:nvPr/>
          </p:nvSpPr>
          <p:spPr bwMode="auto">
            <a:xfrm>
              <a:off x="4447" y="1584"/>
              <a:ext cx="330" cy="2097"/>
            </a:xfrm>
            <a:prstGeom prst="can">
              <a:avLst>
                <a:gd name="adj" fmla="val 54573"/>
              </a:avLst>
            </a:prstGeom>
            <a:gradFill rotWithShape="0">
              <a:gsLst>
                <a:gs pos="0">
                  <a:srgbClr val="F1EFCB">
                    <a:gamma/>
                    <a:shade val="56078"/>
                    <a:invGamma/>
                  </a:srgbClr>
                </a:gs>
                <a:gs pos="50000">
                  <a:srgbClr val="F1EFCB"/>
                </a:gs>
                <a:gs pos="100000">
                  <a:srgbClr val="F1EFCB">
                    <a:gamma/>
                    <a:shade val="56078"/>
                    <a:invGamma/>
                  </a:srgbClr>
                </a:gs>
              </a:gsLst>
              <a:lin ang="0" scaled="1"/>
            </a:gradFill>
            <a:ln w="19050">
              <a:solidFill>
                <a:srgbClr val="996633"/>
              </a:solidFill>
              <a:miter lim="800000"/>
              <a:headEnd/>
              <a:tailEnd/>
            </a:ln>
            <a:effectLst/>
          </p:spPr>
          <p:txBody>
            <a:bodyPr wrap="none" anchor="ctr"/>
            <a:lstStyle/>
            <a:p>
              <a:endParaRPr lang="zh-CN" altLang="en-US" sz="2800"/>
            </a:p>
          </p:txBody>
        </p:sp>
        <p:grpSp>
          <p:nvGrpSpPr>
            <p:cNvPr id="3" name="Group 6"/>
            <p:cNvGrpSpPr>
              <a:grpSpLocks/>
            </p:cNvGrpSpPr>
            <p:nvPr/>
          </p:nvGrpSpPr>
          <p:grpSpPr bwMode="auto">
            <a:xfrm>
              <a:off x="4080" y="1920"/>
              <a:ext cx="432" cy="646"/>
              <a:chOff x="3984" y="1920"/>
              <a:chExt cx="432" cy="646"/>
            </a:xfrm>
          </p:grpSpPr>
          <p:sp>
            <p:nvSpPr>
              <p:cNvPr id="164871" name="Line 7"/>
              <p:cNvSpPr>
                <a:spLocks noChangeShapeType="1"/>
              </p:cNvSpPr>
              <p:nvPr/>
            </p:nvSpPr>
            <p:spPr bwMode="auto">
              <a:xfrm flipV="1">
                <a:off x="4416" y="1945"/>
                <a:ext cx="0" cy="296"/>
              </a:xfrm>
              <a:prstGeom prst="line">
                <a:avLst/>
              </a:prstGeom>
              <a:noFill/>
              <a:ln w="38100">
                <a:solidFill>
                  <a:srgbClr val="FF0000"/>
                </a:solidFill>
                <a:miter lim="800000"/>
                <a:headEnd type="none" w="sm" len="lg"/>
                <a:tailEnd type="triangle" w="sm" len="lg"/>
              </a:ln>
              <a:effectLst/>
            </p:spPr>
            <p:txBody>
              <a:bodyPr wrap="none" anchor="ctr"/>
              <a:lstStyle/>
              <a:p>
                <a:endParaRPr lang="zh-CN" altLang="en-US" sz="2800"/>
              </a:p>
            </p:txBody>
          </p:sp>
          <p:sp>
            <p:nvSpPr>
              <p:cNvPr id="164872" name="Text Box 8"/>
              <p:cNvSpPr txBox="1">
                <a:spLocks noChangeArrowheads="1"/>
              </p:cNvSpPr>
              <p:nvPr/>
            </p:nvSpPr>
            <p:spPr bwMode="auto">
              <a:xfrm>
                <a:off x="4177" y="1920"/>
                <a:ext cx="173" cy="330"/>
              </a:xfrm>
              <a:prstGeom prst="rect">
                <a:avLst/>
              </a:prstGeom>
              <a:noFill/>
              <a:ln w="9525">
                <a:noFill/>
                <a:miter lim="800000"/>
                <a:headEnd/>
                <a:tailEnd/>
              </a:ln>
              <a:effectLst/>
            </p:spPr>
            <p:txBody>
              <a:bodyPr wrap="none">
                <a:spAutoFit/>
              </a:bodyPr>
              <a:lstStyle/>
              <a:p>
                <a:pPr>
                  <a:spcBef>
                    <a:spcPct val="50000"/>
                  </a:spcBef>
                </a:pPr>
                <a:r>
                  <a:rPr kumimoji="1" lang="en-US" altLang="zh-CN" sz="2800" b="0" i="1">
                    <a:solidFill>
                      <a:srgbClr val="FF0000"/>
                    </a:solidFill>
                  </a:rPr>
                  <a:t>I</a:t>
                </a:r>
                <a:endParaRPr kumimoji="1" lang="en-US" altLang="zh-CN" sz="2800" b="0" i="1">
                  <a:solidFill>
                    <a:schemeClr val="tx1"/>
                  </a:solidFill>
                </a:endParaRPr>
              </a:p>
            </p:txBody>
          </p:sp>
          <p:graphicFrame>
            <p:nvGraphicFramePr>
              <p:cNvPr id="164873" name="Object 9"/>
              <p:cNvGraphicFramePr>
                <a:graphicFrameLocks noChangeAspect="1"/>
              </p:cNvGraphicFramePr>
              <p:nvPr/>
            </p:nvGraphicFramePr>
            <p:xfrm>
              <a:off x="3984" y="2208"/>
              <a:ext cx="287" cy="358"/>
            </p:xfrm>
            <a:graphic>
              <a:graphicData uri="http://schemas.openxmlformats.org/presentationml/2006/ole">
                <p:oleObj spid="_x0000_s1102862" name="Equation" r:id="rId3" imgW="177480" imgH="215640" progId="Equation.3">
                  <p:embed/>
                </p:oleObj>
              </a:graphicData>
            </a:graphic>
          </p:graphicFrame>
        </p:grpSp>
        <p:grpSp>
          <p:nvGrpSpPr>
            <p:cNvPr id="4" name="Group 10"/>
            <p:cNvGrpSpPr>
              <a:grpSpLocks/>
            </p:cNvGrpSpPr>
            <p:nvPr/>
          </p:nvGrpSpPr>
          <p:grpSpPr bwMode="auto">
            <a:xfrm>
              <a:off x="4377" y="3819"/>
              <a:ext cx="615" cy="213"/>
              <a:chOff x="4254" y="3675"/>
              <a:chExt cx="711" cy="219"/>
            </a:xfrm>
          </p:grpSpPr>
          <p:sp>
            <p:nvSpPr>
              <p:cNvPr id="164875" name="Line 11"/>
              <p:cNvSpPr>
                <a:spLocks noChangeShapeType="1"/>
              </p:cNvSpPr>
              <p:nvPr/>
            </p:nvSpPr>
            <p:spPr bwMode="auto">
              <a:xfrm>
                <a:off x="4254" y="3819"/>
                <a:ext cx="248" cy="1"/>
              </a:xfrm>
              <a:prstGeom prst="line">
                <a:avLst/>
              </a:prstGeom>
              <a:noFill/>
              <a:ln w="28575">
                <a:solidFill>
                  <a:srgbClr val="FF0066"/>
                </a:solidFill>
                <a:miter lim="800000"/>
                <a:headEnd type="none" w="sm" len="lg"/>
                <a:tailEnd type="triangle" w="sm" len="lg"/>
              </a:ln>
              <a:effectLst/>
            </p:spPr>
            <p:txBody>
              <a:bodyPr wrap="none" anchor="ctr"/>
              <a:lstStyle/>
              <a:p>
                <a:endParaRPr lang="zh-CN" altLang="en-US" sz="2800"/>
              </a:p>
            </p:txBody>
          </p:sp>
          <p:sp>
            <p:nvSpPr>
              <p:cNvPr id="164876" name="Line 12"/>
              <p:cNvSpPr>
                <a:spLocks noChangeShapeType="1"/>
              </p:cNvSpPr>
              <p:nvPr/>
            </p:nvSpPr>
            <p:spPr bwMode="auto">
              <a:xfrm flipH="1">
                <a:off x="4717" y="3819"/>
                <a:ext cx="248" cy="1"/>
              </a:xfrm>
              <a:prstGeom prst="line">
                <a:avLst/>
              </a:prstGeom>
              <a:noFill/>
              <a:ln w="28575">
                <a:solidFill>
                  <a:srgbClr val="FF0066"/>
                </a:solidFill>
                <a:miter lim="800000"/>
                <a:headEnd type="none" w="sm" len="lg"/>
                <a:tailEnd type="triangle" w="sm" len="lg"/>
              </a:ln>
              <a:effectLst/>
            </p:spPr>
            <p:txBody>
              <a:bodyPr wrap="none" anchor="ctr"/>
              <a:lstStyle/>
              <a:p>
                <a:endParaRPr lang="zh-CN" altLang="en-US" sz="2800"/>
              </a:p>
            </p:txBody>
          </p:sp>
          <p:graphicFrame>
            <p:nvGraphicFramePr>
              <p:cNvPr id="164877" name="Object 13"/>
              <p:cNvGraphicFramePr>
                <a:graphicFrameLocks noChangeAspect="1"/>
              </p:cNvGraphicFramePr>
              <p:nvPr/>
            </p:nvGraphicFramePr>
            <p:xfrm>
              <a:off x="4508" y="3675"/>
              <a:ext cx="201" cy="219"/>
            </p:xfrm>
            <a:graphic>
              <a:graphicData uri="http://schemas.openxmlformats.org/presentationml/2006/ole">
                <p:oleObj spid="_x0000_s1102861" name="Equation" r:id="rId4" imgW="152280" imgH="177480" progId="Equation.3">
                  <p:embed/>
                </p:oleObj>
              </a:graphicData>
            </a:graphic>
          </p:graphicFrame>
        </p:grpSp>
        <p:sp>
          <p:nvSpPr>
            <p:cNvPr id="164878" name="Line 14"/>
            <p:cNvSpPr>
              <a:spLocks noChangeShapeType="1"/>
            </p:cNvSpPr>
            <p:nvPr/>
          </p:nvSpPr>
          <p:spPr bwMode="auto">
            <a:xfrm>
              <a:off x="4608" y="1392"/>
              <a:ext cx="0" cy="2640"/>
            </a:xfrm>
            <a:prstGeom prst="line">
              <a:avLst/>
            </a:prstGeom>
            <a:noFill/>
            <a:ln w="25400">
              <a:solidFill>
                <a:srgbClr val="0000FF"/>
              </a:solidFill>
              <a:prstDash val="dash"/>
              <a:miter lim="800000"/>
              <a:headEnd/>
              <a:tailEnd/>
            </a:ln>
            <a:effectLst/>
          </p:spPr>
          <p:txBody>
            <a:bodyPr wrap="none" anchor="ctr"/>
            <a:lstStyle/>
            <a:p>
              <a:endParaRPr lang="zh-CN" altLang="en-US" sz="2800"/>
            </a:p>
          </p:txBody>
        </p:sp>
      </p:grpSp>
      <p:grpSp>
        <p:nvGrpSpPr>
          <p:cNvPr id="5" name="Group 15"/>
          <p:cNvGrpSpPr>
            <a:grpSpLocks/>
          </p:cNvGrpSpPr>
          <p:nvPr/>
        </p:nvGrpSpPr>
        <p:grpSpPr bwMode="auto">
          <a:xfrm>
            <a:off x="381000" y="685800"/>
            <a:ext cx="8382000" cy="2654300"/>
            <a:chOff x="240" y="504"/>
            <a:chExt cx="5280" cy="1672"/>
          </a:xfrm>
        </p:grpSpPr>
        <p:sp>
          <p:nvSpPr>
            <p:cNvPr id="164880" name="Text Box 16"/>
            <p:cNvSpPr txBox="1">
              <a:spLocks noChangeArrowheads="1"/>
            </p:cNvSpPr>
            <p:nvPr/>
          </p:nvSpPr>
          <p:spPr bwMode="auto">
            <a:xfrm>
              <a:off x="240" y="504"/>
              <a:ext cx="5280" cy="1672"/>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        例    </a:t>
              </a:r>
              <a:r>
                <a:rPr kumimoji="1" lang="zh-CN" altLang="en-US" sz="2800">
                  <a:solidFill>
                    <a:schemeClr val="tx1"/>
                  </a:solidFill>
                </a:rPr>
                <a:t>有两个半径分别为     和      的“无限长”同轴圆筒形导体，在它们之间充以相对磁导率为       的磁介质.当两圆筒通有相反方向的电流    时，试 </a:t>
              </a:r>
              <a:r>
                <a:rPr kumimoji="1" lang="zh-CN" altLang="en-US" sz="2800">
                  <a:solidFill>
                    <a:srgbClr val="CC0000"/>
                  </a:solidFill>
                </a:rPr>
                <a:t>求</a:t>
              </a:r>
              <a:r>
                <a:rPr kumimoji="1" lang="zh-CN" altLang="en-US" sz="2800">
                  <a:solidFill>
                    <a:schemeClr val="tx1"/>
                  </a:solidFill>
                  <a:sym typeface="Wingdings" pitchFamily="2" charset="2"/>
                </a:rPr>
                <a:t>（</a:t>
              </a:r>
              <a:r>
                <a:rPr kumimoji="1" lang="zh-CN" altLang="en-US" sz="2800">
                  <a:solidFill>
                    <a:srgbClr val="CC0000"/>
                  </a:solidFill>
                  <a:sym typeface="Wingdings" pitchFamily="2" charset="2"/>
                </a:rPr>
                <a:t>1</a:t>
              </a:r>
              <a:r>
                <a:rPr kumimoji="1" lang="zh-CN" altLang="en-US" sz="2800">
                  <a:solidFill>
                    <a:schemeClr val="tx1"/>
                  </a:solidFill>
                  <a:sym typeface="Wingdings" pitchFamily="2" charset="2"/>
                </a:rPr>
                <a:t>）磁介质中任意点 </a:t>
              </a:r>
              <a:r>
                <a:rPr kumimoji="1" lang="en-US" altLang="zh-CN" sz="2800" b="0" i="1">
                  <a:solidFill>
                    <a:schemeClr val="tx1"/>
                  </a:solidFill>
                  <a:sym typeface="Wingdings" pitchFamily="2" charset="2"/>
                </a:rPr>
                <a:t>P</a:t>
              </a:r>
              <a:r>
                <a:rPr kumimoji="1" lang="en-US" altLang="zh-CN" sz="2800">
                  <a:solidFill>
                    <a:schemeClr val="tx1"/>
                  </a:solidFill>
                  <a:sym typeface="Wingdings" pitchFamily="2" charset="2"/>
                </a:rPr>
                <a:t> </a:t>
              </a:r>
              <a:r>
                <a:rPr kumimoji="1" lang="zh-CN" altLang="en-US" sz="2800">
                  <a:solidFill>
                    <a:schemeClr val="tx1"/>
                  </a:solidFill>
                  <a:sym typeface="Wingdings" pitchFamily="2" charset="2"/>
                </a:rPr>
                <a:t>的磁感应强度的                            大小;（</a:t>
              </a:r>
              <a:r>
                <a:rPr kumimoji="1" lang="zh-CN" altLang="en-US" sz="2800">
                  <a:solidFill>
                    <a:srgbClr val="CC0000"/>
                  </a:solidFill>
                  <a:sym typeface="Wingdings" pitchFamily="2" charset="2"/>
                </a:rPr>
                <a:t>2</a:t>
              </a:r>
              <a:r>
                <a:rPr kumimoji="1" lang="zh-CN" altLang="en-US" sz="2800">
                  <a:solidFill>
                    <a:schemeClr val="tx1"/>
                  </a:solidFill>
                  <a:sym typeface="Wingdings" pitchFamily="2" charset="2"/>
                </a:rPr>
                <a:t>）圆柱体外面一点</a:t>
              </a:r>
              <a:r>
                <a:rPr kumimoji="1" lang="zh-CN" altLang="en-US" sz="2800" b="0">
                  <a:solidFill>
                    <a:schemeClr val="tx1"/>
                  </a:solidFill>
                  <a:sym typeface="Wingdings" pitchFamily="2" charset="2"/>
                </a:rPr>
                <a:t> </a:t>
              </a:r>
              <a:r>
                <a:rPr kumimoji="1" lang="en-US" altLang="zh-CN" sz="2800" b="0" i="1">
                  <a:solidFill>
                    <a:schemeClr val="tx1"/>
                  </a:solidFill>
                  <a:sym typeface="Wingdings" pitchFamily="2" charset="2"/>
                </a:rPr>
                <a:t>Q</a:t>
              </a:r>
              <a:r>
                <a:rPr kumimoji="1" lang="en-US" altLang="zh-CN" sz="2800">
                  <a:solidFill>
                    <a:schemeClr val="tx1"/>
                  </a:solidFill>
                  <a:sym typeface="Wingdings" pitchFamily="2" charset="2"/>
                </a:rPr>
                <a:t> </a:t>
              </a:r>
              <a:r>
                <a:rPr kumimoji="1" lang="zh-CN" altLang="en-US" sz="2800">
                  <a:solidFill>
                    <a:schemeClr val="tx1"/>
                  </a:solidFill>
                  <a:sym typeface="Wingdings" pitchFamily="2" charset="2"/>
                </a:rPr>
                <a:t>的                                磁感强度.</a:t>
              </a:r>
              <a:endParaRPr kumimoji="1" lang="zh-CN" altLang="en-US" sz="2800">
                <a:solidFill>
                  <a:schemeClr val="tx1"/>
                </a:solidFill>
              </a:endParaRPr>
            </a:p>
          </p:txBody>
        </p:sp>
        <p:graphicFrame>
          <p:nvGraphicFramePr>
            <p:cNvPr id="164881" name="Object 17"/>
            <p:cNvGraphicFramePr>
              <a:graphicFrameLocks noChangeAspect="1"/>
            </p:cNvGraphicFramePr>
            <p:nvPr/>
          </p:nvGraphicFramePr>
          <p:xfrm>
            <a:off x="4646" y="672"/>
            <a:ext cx="334" cy="404"/>
          </p:xfrm>
          <a:graphic>
            <a:graphicData uri="http://schemas.openxmlformats.org/presentationml/2006/ole">
              <p:oleObj spid="_x0000_s1102857" name="Equation" r:id="rId5" imgW="177480" imgH="215640" progId="Equation.3">
                <p:embed/>
              </p:oleObj>
            </a:graphicData>
          </a:graphic>
        </p:graphicFrame>
        <p:graphicFrame>
          <p:nvGraphicFramePr>
            <p:cNvPr id="164882" name="Object 18"/>
            <p:cNvGraphicFramePr>
              <a:graphicFrameLocks noChangeAspect="1"/>
            </p:cNvGraphicFramePr>
            <p:nvPr/>
          </p:nvGraphicFramePr>
          <p:xfrm>
            <a:off x="3552" y="528"/>
            <a:ext cx="234" cy="272"/>
          </p:xfrm>
          <a:graphic>
            <a:graphicData uri="http://schemas.openxmlformats.org/presentationml/2006/ole">
              <p:oleObj spid="_x0000_s1102858" name="Equation" r:id="rId6" imgW="152280" imgH="177480" progId="Equation.3">
                <p:embed/>
              </p:oleObj>
            </a:graphicData>
          </a:graphic>
        </p:graphicFrame>
        <p:graphicFrame>
          <p:nvGraphicFramePr>
            <p:cNvPr id="164883" name="Object 19"/>
            <p:cNvGraphicFramePr>
              <a:graphicFrameLocks noChangeAspect="1"/>
            </p:cNvGraphicFramePr>
            <p:nvPr/>
          </p:nvGraphicFramePr>
          <p:xfrm>
            <a:off x="3024" y="528"/>
            <a:ext cx="251" cy="264"/>
          </p:xfrm>
          <a:graphic>
            <a:graphicData uri="http://schemas.openxmlformats.org/presentationml/2006/ole">
              <p:oleObj spid="_x0000_s1102859" name="Equation" r:id="rId7" imgW="215640" imgH="228600" progId="Equation.3">
                <p:embed/>
              </p:oleObj>
            </a:graphicData>
          </a:graphic>
        </p:graphicFrame>
        <p:graphicFrame>
          <p:nvGraphicFramePr>
            <p:cNvPr id="164884" name="Object 20"/>
            <p:cNvGraphicFramePr>
              <a:graphicFrameLocks noChangeAspect="1"/>
            </p:cNvGraphicFramePr>
            <p:nvPr/>
          </p:nvGraphicFramePr>
          <p:xfrm>
            <a:off x="3792" y="1104"/>
            <a:ext cx="156" cy="216"/>
          </p:xfrm>
          <a:graphic>
            <a:graphicData uri="http://schemas.openxmlformats.org/presentationml/2006/ole">
              <p:oleObj spid="_x0000_s1102860" name="Equation" r:id="rId8" imgW="164880" imgH="228600" progId="Equation.3">
                <p:embed/>
              </p:oleObj>
            </a:graphicData>
          </a:graphic>
        </p:graphicFrame>
      </p:grpSp>
      <p:sp>
        <p:nvSpPr>
          <p:cNvPr id="164885" name="Text Box 21"/>
          <p:cNvSpPr txBox="1">
            <a:spLocks noChangeArrowheads="1"/>
          </p:cNvSpPr>
          <p:nvPr/>
        </p:nvSpPr>
        <p:spPr bwMode="auto">
          <a:xfrm>
            <a:off x="962025" y="3352800"/>
            <a:ext cx="3457575" cy="519113"/>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解    </a:t>
            </a:r>
            <a:r>
              <a:rPr kumimoji="1" lang="zh-CN" altLang="en-US" sz="2800">
                <a:solidFill>
                  <a:schemeClr val="tx1"/>
                </a:solidFill>
              </a:rPr>
              <a:t>对称性分析</a:t>
            </a:r>
          </a:p>
        </p:txBody>
      </p:sp>
      <p:graphicFrame>
        <p:nvGraphicFramePr>
          <p:cNvPr id="164886" name="Object 22"/>
          <p:cNvGraphicFramePr>
            <a:graphicFrameLocks noChangeAspect="1"/>
          </p:cNvGraphicFramePr>
          <p:nvPr/>
        </p:nvGraphicFramePr>
        <p:xfrm>
          <a:off x="685800" y="3962400"/>
          <a:ext cx="1371600" cy="528638"/>
        </p:xfrm>
        <a:graphic>
          <a:graphicData uri="http://schemas.openxmlformats.org/presentationml/2006/ole">
            <p:oleObj spid="_x0000_s1102850" name="公式" r:id="rId9" imgW="609480" imgH="177480" progId="Equation.3">
              <p:embed/>
            </p:oleObj>
          </a:graphicData>
        </a:graphic>
      </p:graphicFrame>
      <p:graphicFrame>
        <p:nvGraphicFramePr>
          <p:cNvPr id="164887" name="Object 23"/>
          <p:cNvGraphicFramePr>
            <a:graphicFrameLocks noChangeAspect="1"/>
          </p:cNvGraphicFramePr>
          <p:nvPr/>
        </p:nvGraphicFramePr>
        <p:xfrm>
          <a:off x="3124200" y="3886200"/>
          <a:ext cx="1905000" cy="823913"/>
        </p:xfrm>
        <a:graphic>
          <a:graphicData uri="http://schemas.openxmlformats.org/presentationml/2006/ole">
            <p:oleObj spid="_x0000_s1102851" name="Equation" r:id="rId10" imgW="711000" imgH="291960" progId="Equation.3">
              <p:embed/>
            </p:oleObj>
          </a:graphicData>
        </a:graphic>
      </p:graphicFrame>
      <p:graphicFrame>
        <p:nvGraphicFramePr>
          <p:cNvPr id="164888" name="Object 24"/>
          <p:cNvGraphicFramePr>
            <a:graphicFrameLocks noChangeAspect="1"/>
          </p:cNvGraphicFramePr>
          <p:nvPr/>
        </p:nvGraphicFramePr>
        <p:xfrm>
          <a:off x="990600" y="4800600"/>
          <a:ext cx="1828800" cy="514350"/>
        </p:xfrm>
        <a:graphic>
          <a:graphicData uri="http://schemas.openxmlformats.org/presentationml/2006/ole">
            <p:oleObj spid="_x0000_s1102852" name="Equation" r:id="rId11" imgW="685800" imgH="177480" progId="Equation.3">
              <p:embed/>
            </p:oleObj>
          </a:graphicData>
        </a:graphic>
      </p:graphicFrame>
      <p:graphicFrame>
        <p:nvGraphicFramePr>
          <p:cNvPr id="164889" name="Object 25"/>
          <p:cNvGraphicFramePr>
            <a:graphicFrameLocks noChangeAspect="1"/>
          </p:cNvGraphicFramePr>
          <p:nvPr/>
        </p:nvGraphicFramePr>
        <p:xfrm>
          <a:off x="3810000" y="4437063"/>
          <a:ext cx="1600200" cy="1119187"/>
        </p:xfrm>
        <a:graphic>
          <a:graphicData uri="http://schemas.openxmlformats.org/presentationml/2006/ole">
            <p:oleObj spid="_x0000_s1102853" name="Equation" r:id="rId12" imgW="647640" imgH="393480" progId="Equation.3">
              <p:embed/>
            </p:oleObj>
          </a:graphicData>
        </a:graphic>
      </p:graphicFrame>
      <p:graphicFrame>
        <p:nvGraphicFramePr>
          <p:cNvPr id="164890" name="Object 26"/>
          <p:cNvGraphicFramePr>
            <a:graphicFrameLocks noChangeAspect="1"/>
          </p:cNvGraphicFramePr>
          <p:nvPr/>
        </p:nvGraphicFramePr>
        <p:xfrm>
          <a:off x="990600" y="5486400"/>
          <a:ext cx="3200400" cy="1117600"/>
        </p:xfrm>
        <a:graphic>
          <a:graphicData uri="http://schemas.openxmlformats.org/presentationml/2006/ole">
            <p:oleObj spid="_x0000_s1102854" name="Equation" r:id="rId13" imgW="1066680" imgH="393480" progId="Equation.3">
              <p:embed/>
            </p:oleObj>
          </a:graphicData>
        </a:graphic>
      </p:graphicFrame>
      <p:grpSp>
        <p:nvGrpSpPr>
          <p:cNvPr id="6" name="Group 27"/>
          <p:cNvGrpSpPr>
            <a:grpSpLocks/>
          </p:cNvGrpSpPr>
          <p:nvPr/>
        </p:nvGrpSpPr>
        <p:grpSpPr bwMode="auto">
          <a:xfrm>
            <a:off x="6743700" y="4038600"/>
            <a:ext cx="1562100" cy="609600"/>
            <a:chOff x="4248" y="2544"/>
            <a:chExt cx="984" cy="384"/>
          </a:xfrm>
        </p:grpSpPr>
        <p:graphicFrame>
          <p:nvGraphicFramePr>
            <p:cNvPr id="164892" name="Object 28"/>
            <p:cNvGraphicFramePr>
              <a:graphicFrameLocks noChangeAspect="1"/>
            </p:cNvGraphicFramePr>
            <p:nvPr/>
          </p:nvGraphicFramePr>
          <p:xfrm>
            <a:off x="4993" y="2583"/>
            <a:ext cx="239" cy="297"/>
          </p:xfrm>
          <a:graphic>
            <a:graphicData uri="http://schemas.openxmlformats.org/presentationml/2006/ole">
              <p:oleObj spid="_x0000_s1102856" name="Equation" r:id="rId14" imgW="190440" imgH="253800" progId="Equation.3">
                <p:embed/>
              </p:oleObj>
            </a:graphicData>
          </a:graphic>
        </p:graphicFrame>
        <p:grpSp>
          <p:nvGrpSpPr>
            <p:cNvPr id="7" name="Group 29"/>
            <p:cNvGrpSpPr>
              <a:grpSpLocks/>
            </p:cNvGrpSpPr>
            <p:nvPr/>
          </p:nvGrpSpPr>
          <p:grpSpPr bwMode="auto">
            <a:xfrm>
              <a:off x="4248" y="2674"/>
              <a:ext cx="744" cy="254"/>
              <a:chOff x="4215" y="2674"/>
              <a:chExt cx="744" cy="254"/>
            </a:xfrm>
          </p:grpSpPr>
          <p:sp>
            <p:nvSpPr>
              <p:cNvPr id="164894" name="Oval 30"/>
              <p:cNvSpPr>
                <a:spLocks noChangeArrowheads="1"/>
              </p:cNvSpPr>
              <p:nvPr/>
            </p:nvSpPr>
            <p:spPr bwMode="auto">
              <a:xfrm>
                <a:off x="4215" y="2674"/>
                <a:ext cx="744" cy="254"/>
              </a:xfrm>
              <a:prstGeom prst="ellipse">
                <a:avLst/>
              </a:prstGeom>
              <a:noFill/>
              <a:ln w="28575">
                <a:solidFill>
                  <a:schemeClr val="tx2"/>
                </a:solidFill>
                <a:miter lim="800000"/>
                <a:headEnd/>
                <a:tailEnd/>
              </a:ln>
              <a:effectLst/>
            </p:spPr>
            <p:txBody>
              <a:bodyPr wrap="none" anchor="ctr"/>
              <a:lstStyle/>
              <a:p>
                <a:endParaRPr lang="zh-CN" altLang="en-US" sz="2800"/>
              </a:p>
            </p:txBody>
          </p:sp>
          <p:sp>
            <p:nvSpPr>
              <p:cNvPr id="164895" name="Line 31"/>
              <p:cNvSpPr>
                <a:spLocks noChangeShapeType="1"/>
              </p:cNvSpPr>
              <p:nvPr/>
            </p:nvSpPr>
            <p:spPr bwMode="auto">
              <a:xfrm>
                <a:off x="4660" y="2921"/>
                <a:ext cx="82" cy="1"/>
              </a:xfrm>
              <a:prstGeom prst="line">
                <a:avLst/>
              </a:prstGeom>
              <a:noFill/>
              <a:ln w="38100">
                <a:solidFill>
                  <a:schemeClr val="tx2"/>
                </a:solidFill>
                <a:miter lim="800000"/>
                <a:headEnd type="none" w="sm" len="lg"/>
                <a:tailEnd type="triangle" w="sm" len="lg"/>
              </a:ln>
              <a:effectLst/>
            </p:spPr>
            <p:txBody>
              <a:bodyPr wrap="none" anchor="ctr"/>
              <a:lstStyle/>
              <a:p>
                <a:endParaRPr lang="zh-CN" altLang="en-US" sz="2800"/>
              </a:p>
            </p:txBody>
          </p:sp>
        </p:grpSp>
        <p:sp>
          <p:nvSpPr>
            <p:cNvPr id="164896" name="Rectangle 32"/>
            <p:cNvSpPr>
              <a:spLocks noChangeArrowheads="1"/>
            </p:cNvSpPr>
            <p:nvPr/>
          </p:nvSpPr>
          <p:spPr bwMode="auto">
            <a:xfrm>
              <a:off x="4441" y="2544"/>
              <a:ext cx="336" cy="240"/>
            </a:xfrm>
            <a:prstGeom prst="rect">
              <a:avLst/>
            </a:prstGeom>
            <a:gradFill rotWithShape="0">
              <a:gsLst>
                <a:gs pos="0">
                  <a:srgbClr val="F1EFCB">
                    <a:gamma/>
                    <a:shade val="56078"/>
                    <a:invGamma/>
                  </a:srgbClr>
                </a:gs>
                <a:gs pos="50000">
                  <a:srgbClr val="F1EFCB"/>
                </a:gs>
                <a:gs pos="100000">
                  <a:srgbClr val="F1EFCB">
                    <a:gamma/>
                    <a:shade val="56078"/>
                    <a:invGamma/>
                  </a:srgbClr>
                </a:gs>
              </a:gsLst>
              <a:lin ang="0" scaled="1"/>
            </a:gradFill>
            <a:ln w="9525">
              <a:noFill/>
              <a:miter lim="800000"/>
              <a:headEnd/>
              <a:tailEnd/>
            </a:ln>
            <a:effectLst/>
          </p:spPr>
          <p:txBody>
            <a:bodyPr wrap="none" anchor="ctr"/>
            <a:lstStyle/>
            <a:p>
              <a:endParaRPr lang="zh-CN" altLang="en-US" sz="2800"/>
            </a:p>
          </p:txBody>
        </p:sp>
        <p:sp>
          <p:nvSpPr>
            <p:cNvPr id="164897" name="Line 33"/>
            <p:cNvSpPr>
              <a:spLocks noChangeShapeType="1"/>
            </p:cNvSpPr>
            <p:nvPr/>
          </p:nvSpPr>
          <p:spPr bwMode="auto">
            <a:xfrm flipV="1">
              <a:off x="4628" y="2784"/>
              <a:ext cx="364" cy="8"/>
            </a:xfrm>
            <a:prstGeom prst="line">
              <a:avLst/>
            </a:prstGeom>
            <a:noFill/>
            <a:ln w="19050">
              <a:solidFill>
                <a:srgbClr val="FF00FF"/>
              </a:solidFill>
              <a:miter lim="800000"/>
              <a:headEnd type="triangle" w="sm" len="lg"/>
              <a:tailEnd type="triangle" w="sm" len="lg"/>
            </a:ln>
            <a:effectLst/>
          </p:spPr>
          <p:txBody>
            <a:bodyPr wrap="none" anchor="ctr"/>
            <a:lstStyle/>
            <a:p>
              <a:endParaRPr lang="zh-CN" altLang="en-US" sz="2800"/>
            </a:p>
          </p:txBody>
        </p:sp>
      </p:grpSp>
      <p:sp>
        <p:nvSpPr>
          <p:cNvPr id="164898" name="Line 34"/>
          <p:cNvSpPr>
            <a:spLocks noChangeShapeType="1"/>
          </p:cNvSpPr>
          <p:nvPr/>
        </p:nvSpPr>
        <p:spPr bwMode="auto">
          <a:xfrm>
            <a:off x="7315200" y="3886200"/>
            <a:ext cx="0" cy="685800"/>
          </a:xfrm>
          <a:prstGeom prst="line">
            <a:avLst/>
          </a:prstGeom>
          <a:noFill/>
          <a:ln w="19050">
            <a:solidFill>
              <a:srgbClr val="0000FF"/>
            </a:solidFill>
            <a:prstDash val="dash"/>
            <a:miter lim="800000"/>
            <a:headEnd/>
            <a:tailEnd/>
          </a:ln>
          <a:effectLst/>
        </p:spPr>
        <p:txBody>
          <a:bodyPr wrap="none"/>
          <a:lstStyle/>
          <a:p>
            <a:endParaRPr lang="zh-CN" altLang="en-US" sz="2800"/>
          </a:p>
        </p:txBody>
      </p:sp>
      <p:grpSp>
        <p:nvGrpSpPr>
          <p:cNvPr id="8" name="Group 35"/>
          <p:cNvGrpSpPr>
            <a:grpSpLocks/>
          </p:cNvGrpSpPr>
          <p:nvPr/>
        </p:nvGrpSpPr>
        <p:grpSpPr bwMode="auto">
          <a:xfrm>
            <a:off x="6400800" y="2362200"/>
            <a:ext cx="1835150" cy="3657600"/>
            <a:chOff x="4028" y="1488"/>
            <a:chExt cx="1156" cy="2304"/>
          </a:xfrm>
        </p:grpSpPr>
        <p:sp>
          <p:nvSpPr>
            <p:cNvPr id="164900" name="AutoShape 36"/>
            <p:cNvSpPr>
              <a:spLocks noChangeArrowheads="1"/>
            </p:cNvSpPr>
            <p:nvPr/>
          </p:nvSpPr>
          <p:spPr bwMode="auto">
            <a:xfrm>
              <a:off x="4028" y="1488"/>
              <a:ext cx="1156" cy="2304"/>
            </a:xfrm>
            <a:prstGeom prst="can">
              <a:avLst>
                <a:gd name="adj" fmla="val 29878"/>
              </a:avLst>
            </a:prstGeom>
            <a:solidFill>
              <a:srgbClr val="CBB857">
                <a:alpha val="50000"/>
              </a:srgbClr>
            </a:solidFill>
            <a:ln w="19050">
              <a:solidFill>
                <a:srgbClr val="CBB857"/>
              </a:solidFill>
              <a:miter lim="800000"/>
              <a:headEnd/>
              <a:tailEnd/>
            </a:ln>
            <a:effectLst/>
          </p:spPr>
          <p:txBody>
            <a:bodyPr wrap="none" anchor="ctr"/>
            <a:lstStyle/>
            <a:p>
              <a:endParaRPr lang="zh-CN" altLang="en-US" sz="2800"/>
            </a:p>
          </p:txBody>
        </p:sp>
        <p:grpSp>
          <p:nvGrpSpPr>
            <p:cNvPr id="9" name="Group 37"/>
            <p:cNvGrpSpPr>
              <a:grpSpLocks/>
            </p:cNvGrpSpPr>
            <p:nvPr/>
          </p:nvGrpSpPr>
          <p:grpSpPr bwMode="auto">
            <a:xfrm>
              <a:off x="4178" y="2950"/>
              <a:ext cx="213" cy="382"/>
              <a:chOff x="4077" y="2611"/>
              <a:chExt cx="240" cy="389"/>
            </a:xfrm>
          </p:grpSpPr>
          <p:sp>
            <p:nvSpPr>
              <p:cNvPr id="164902" name="Line 38"/>
              <p:cNvSpPr>
                <a:spLocks noChangeShapeType="1"/>
              </p:cNvSpPr>
              <p:nvPr/>
            </p:nvSpPr>
            <p:spPr bwMode="auto">
              <a:xfrm>
                <a:off x="4077" y="2611"/>
                <a:ext cx="0" cy="389"/>
              </a:xfrm>
              <a:prstGeom prst="line">
                <a:avLst/>
              </a:prstGeom>
              <a:noFill/>
              <a:ln w="38100">
                <a:solidFill>
                  <a:srgbClr val="FF0000"/>
                </a:solidFill>
                <a:miter lim="800000"/>
                <a:headEnd type="none" w="sm" len="lg"/>
                <a:tailEnd type="triangle" w="sm" len="lg"/>
              </a:ln>
              <a:effectLst/>
            </p:spPr>
            <p:txBody>
              <a:bodyPr wrap="none" anchor="ctr"/>
              <a:lstStyle/>
              <a:p>
                <a:endParaRPr lang="zh-CN" altLang="en-US" sz="2800"/>
              </a:p>
            </p:txBody>
          </p:sp>
          <p:sp>
            <p:nvSpPr>
              <p:cNvPr id="164903" name="Text Box 39"/>
              <p:cNvSpPr txBox="1">
                <a:spLocks noChangeArrowheads="1"/>
              </p:cNvSpPr>
              <p:nvPr/>
            </p:nvSpPr>
            <p:spPr bwMode="auto">
              <a:xfrm>
                <a:off x="4123" y="2654"/>
                <a:ext cx="194" cy="336"/>
              </a:xfrm>
              <a:prstGeom prst="rect">
                <a:avLst/>
              </a:prstGeom>
              <a:noFill/>
              <a:ln w="9525">
                <a:noFill/>
                <a:miter lim="800000"/>
                <a:headEnd/>
                <a:tailEnd/>
              </a:ln>
              <a:effectLst/>
            </p:spPr>
            <p:txBody>
              <a:bodyPr wrap="none">
                <a:spAutoFit/>
              </a:bodyPr>
              <a:lstStyle/>
              <a:p>
                <a:pPr>
                  <a:spcBef>
                    <a:spcPct val="50000"/>
                  </a:spcBef>
                </a:pPr>
                <a:r>
                  <a:rPr kumimoji="1" lang="en-US" altLang="zh-CN" sz="2800" b="0" i="1">
                    <a:solidFill>
                      <a:srgbClr val="FF0000"/>
                    </a:solidFill>
                  </a:rPr>
                  <a:t>I</a:t>
                </a:r>
                <a:endParaRPr kumimoji="1" lang="en-US" altLang="zh-CN" sz="2800" b="0" i="1">
                  <a:solidFill>
                    <a:schemeClr val="tx1"/>
                  </a:solidFill>
                </a:endParaRPr>
              </a:p>
            </p:txBody>
          </p:sp>
        </p:grpSp>
        <p:grpSp>
          <p:nvGrpSpPr>
            <p:cNvPr id="10" name="Group 40"/>
            <p:cNvGrpSpPr>
              <a:grpSpLocks/>
            </p:cNvGrpSpPr>
            <p:nvPr/>
          </p:nvGrpSpPr>
          <p:grpSpPr bwMode="auto">
            <a:xfrm>
              <a:off x="4604" y="3243"/>
              <a:ext cx="580" cy="234"/>
              <a:chOff x="4508" y="3243"/>
              <a:chExt cx="628" cy="234"/>
            </a:xfrm>
          </p:grpSpPr>
          <p:sp>
            <p:nvSpPr>
              <p:cNvPr id="164905" name="Line 41"/>
              <p:cNvSpPr>
                <a:spLocks noChangeShapeType="1"/>
              </p:cNvSpPr>
              <p:nvPr/>
            </p:nvSpPr>
            <p:spPr bwMode="auto">
              <a:xfrm>
                <a:off x="4508" y="3456"/>
                <a:ext cx="628" cy="0"/>
              </a:xfrm>
              <a:prstGeom prst="line">
                <a:avLst/>
              </a:prstGeom>
              <a:noFill/>
              <a:ln w="28575">
                <a:solidFill>
                  <a:srgbClr val="FF0066"/>
                </a:solidFill>
                <a:prstDash val="dash"/>
                <a:miter lim="800000"/>
                <a:headEnd type="triangle" w="sm" len="lg"/>
                <a:tailEnd type="triangle" w="sm" len="lg"/>
              </a:ln>
              <a:effectLst/>
            </p:spPr>
            <p:txBody>
              <a:bodyPr wrap="none" anchor="ctr"/>
              <a:lstStyle/>
              <a:p>
                <a:endParaRPr lang="zh-CN" altLang="en-US" sz="2800"/>
              </a:p>
            </p:txBody>
          </p:sp>
          <p:graphicFrame>
            <p:nvGraphicFramePr>
              <p:cNvPr id="164906" name="Object 42"/>
              <p:cNvGraphicFramePr>
                <a:graphicFrameLocks noChangeAspect="1"/>
              </p:cNvGraphicFramePr>
              <p:nvPr/>
            </p:nvGraphicFramePr>
            <p:xfrm>
              <a:off x="4810" y="3243"/>
              <a:ext cx="236" cy="234"/>
            </p:xfrm>
            <a:graphic>
              <a:graphicData uri="http://schemas.openxmlformats.org/presentationml/2006/ole">
                <p:oleObj spid="_x0000_s1102855" name="Equation" r:id="rId15" imgW="215640" imgH="228600" progId="Equation.3">
                  <p:embed/>
                </p:oleObj>
              </a:graphicData>
            </a:graphic>
          </p:graphicFrame>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48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ou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5" fill="hold" nodeType="clickEffect">
                                  <p:stCondLst>
                                    <p:cond delay="0"/>
                                  </p:stCondLst>
                                  <p:childTnLst>
                                    <p:set>
                                      <p:cBhvr>
                                        <p:cTn id="15" dur="1" fill="hold">
                                          <p:stCondLst>
                                            <p:cond delay="0"/>
                                          </p:stCondLst>
                                        </p:cTn>
                                        <p:tgtEl>
                                          <p:spTgt spid="164886"/>
                                        </p:tgtEl>
                                        <p:attrNameLst>
                                          <p:attrName>style.visibility</p:attrName>
                                        </p:attrNameLst>
                                      </p:cBhvr>
                                      <p:to>
                                        <p:strVal val="visible"/>
                                      </p:to>
                                    </p:set>
                                    <p:animEffect transition="in" filter="blinds(vertical)">
                                      <p:cBhvr>
                                        <p:cTn id="16" dur="500"/>
                                        <p:tgtEl>
                                          <p:spTgt spid="16488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64887"/>
                                        </p:tgtEl>
                                        <p:attrNameLst>
                                          <p:attrName>style.visibility</p:attrName>
                                        </p:attrNameLst>
                                      </p:cBhvr>
                                      <p:to>
                                        <p:strVal val="visible"/>
                                      </p:to>
                                    </p:set>
                                    <p:animEffect transition="in" filter="blinds(horizontal)">
                                      <p:cBhvr>
                                        <p:cTn id="21" dur="500"/>
                                        <p:tgtEl>
                                          <p:spTgt spid="16488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nodeType="clickEffect">
                                  <p:stCondLst>
                                    <p:cond delay="0"/>
                                  </p:stCondLst>
                                  <p:childTnLst>
                                    <p:set>
                                      <p:cBhvr>
                                        <p:cTn id="25" dur="1" fill="hold">
                                          <p:stCondLst>
                                            <p:cond delay="0"/>
                                          </p:stCondLst>
                                        </p:cTn>
                                        <p:tgtEl>
                                          <p:spTgt spid="164888"/>
                                        </p:tgtEl>
                                        <p:attrNameLst>
                                          <p:attrName>style.visibility</p:attrName>
                                        </p:attrNameLst>
                                      </p:cBhvr>
                                      <p:to>
                                        <p:strVal val="visible"/>
                                      </p:to>
                                    </p:set>
                                    <p:animEffect transition="in" filter="blinds(vertical)">
                                      <p:cBhvr>
                                        <p:cTn id="26" dur="500"/>
                                        <p:tgtEl>
                                          <p:spTgt spid="16488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nodeType="clickEffect">
                                  <p:stCondLst>
                                    <p:cond delay="0"/>
                                  </p:stCondLst>
                                  <p:childTnLst>
                                    <p:set>
                                      <p:cBhvr>
                                        <p:cTn id="30" dur="1" fill="hold">
                                          <p:stCondLst>
                                            <p:cond delay="0"/>
                                          </p:stCondLst>
                                        </p:cTn>
                                        <p:tgtEl>
                                          <p:spTgt spid="164889"/>
                                        </p:tgtEl>
                                        <p:attrNameLst>
                                          <p:attrName>style.visibility</p:attrName>
                                        </p:attrNameLst>
                                      </p:cBhvr>
                                      <p:to>
                                        <p:strVal val="visible"/>
                                      </p:to>
                                    </p:set>
                                    <p:animEffect transition="in" filter="blinds(vertical)">
                                      <p:cBhvr>
                                        <p:cTn id="31" dur="500"/>
                                        <p:tgtEl>
                                          <p:spTgt spid="16488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5" fill="hold" nodeType="clickEffect">
                                  <p:stCondLst>
                                    <p:cond delay="0"/>
                                  </p:stCondLst>
                                  <p:childTnLst>
                                    <p:set>
                                      <p:cBhvr>
                                        <p:cTn id="35" dur="1" fill="hold">
                                          <p:stCondLst>
                                            <p:cond delay="0"/>
                                          </p:stCondLst>
                                        </p:cTn>
                                        <p:tgtEl>
                                          <p:spTgt spid="164890"/>
                                        </p:tgtEl>
                                        <p:attrNameLst>
                                          <p:attrName>style.visibility</p:attrName>
                                        </p:attrNameLst>
                                      </p:cBhvr>
                                      <p:to>
                                        <p:strVal val="visible"/>
                                      </p:to>
                                    </p:set>
                                    <p:animEffect transition="in" filter="blinds(vertical)">
                                      <p:cBhvr>
                                        <p:cTn id="36" dur="500"/>
                                        <p:tgtEl>
                                          <p:spTgt spid="164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5"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0" name="Object 2"/>
          <p:cNvGraphicFramePr>
            <a:graphicFrameLocks noChangeAspect="1"/>
          </p:cNvGraphicFramePr>
          <p:nvPr/>
        </p:nvGraphicFramePr>
        <p:xfrm>
          <a:off x="4495800" y="3657600"/>
          <a:ext cx="3657600" cy="681038"/>
        </p:xfrm>
        <a:graphic>
          <a:graphicData uri="http://schemas.openxmlformats.org/presentationml/2006/ole">
            <p:oleObj spid="_x0000_s1103874" name="Equation" r:id="rId3" imgW="1231560" imgH="215640" progId="Equation.3">
              <p:embed/>
            </p:oleObj>
          </a:graphicData>
        </a:graphic>
      </p:graphicFrame>
      <p:graphicFrame>
        <p:nvGraphicFramePr>
          <p:cNvPr id="165891" name="Object 3"/>
          <p:cNvGraphicFramePr>
            <a:graphicFrameLocks noChangeAspect="1"/>
          </p:cNvGraphicFramePr>
          <p:nvPr/>
        </p:nvGraphicFramePr>
        <p:xfrm>
          <a:off x="5105400" y="4495800"/>
          <a:ext cx="2362200" cy="641350"/>
        </p:xfrm>
        <a:graphic>
          <a:graphicData uri="http://schemas.openxmlformats.org/presentationml/2006/ole">
            <p:oleObj spid="_x0000_s1103875" name="Equation" r:id="rId4" imgW="749160" imgH="203040" progId="Equation.3">
              <p:embed/>
            </p:oleObj>
          </a:graphicData>
        </a:graphic>
      </p:graphicFrame>
      <p:grpSp>
        <p:nvGrpSpPr>
          <p:cNvPr id="2" name="Group 4"/>
          <p:cNvGrpSpPr>
            <a:grpSpLocks/>
          </p:cNvGrpSpPr>
          <p:nvPr/>
        </p:nvGrpSpPr>
        <p:grpSpPr bwMode="auto">
          <a:xfrm>
            <a:off x="4267200" y="5410200"/>
            <a:ext cx="4038600" cy="688975"/>
            <a:chOff x="2592" y="3502"/>
            <a:chExt cx="2640" cy="434"/>
          </a:xfrm>
        </p:grpSpPr>
        <p:graphicFrame>
          <p:nvGraphicFramePr>
            <p:cNvPr id="165893" name="Object 5"/>
            <p:cNvGraphicFramePr>
              <a:graphicFrameLocks noChangeAspect="1"/>
            </p:cNvGraphicFramePr>
            <p:nvPr/>
          </p:nvGraphicFramePr>
          <p:xfrm>
            <a:off x="3707" y="3502"/>
            <a:ext cx="1525" cy="434"/>
          </p:xfrm>
          <a:graphic>
            <a:graphicData uri="http://schemas.openxmlformats.org/presentationml/2006/ole">
              <p:oleObj spid="_x0000_s1103885" name="公式" r:id="rId5" imgW="888840" imgH="215640" progId="Equation.3">
                <p:embed/>
              </p:oleObj>
            </a:graphicData>
          </a:graphic>
        </p:graphicFrame>
        <p:sp>
          <p:nvSpPr>
            <p:cNvPr id="165894" name="Text Box 6"/>
            <p:cNvSpPr txBox="1">
              <a:spLocks noChangeArrowheads="1"/>
            </p:cNvSpPr>
            <p:nvPr/>
          </p:nvSpPr>
          <p:spPr bwMode="auto">
            <a:xfrm>
              <a:off x="2592" y="3536"/>
              <a:ext cx="1536" cy="327"/>
            </a:xfrm>
            <a:prstGeom prst="rect">
              <a:avLst/>
            </a:prstGeom>
            <a:noFill/>
            <a:ln w="9525">
              <a:noFill/>
              <a:miter lim="800000"/>
              <a:headEnd/>
              <a:tailEnd/>
            </a:ln>
            <a:effectLst/>
          </p:spPr>
          <p:txBody>
            <a:bodyPr>
              <a:spAutoFit/>
            </a:bodyPr>
            <a:lstStyle/>
            <a:p>
              <a:pPr>
                <a:spcBef>
                  <a:spcPct val="50000"/>
                </a:spcBef>
              </a:pPr>
              <a:r>
                <a:rPr kumimoji="1" lang="zh-CN" altLang="en-US" sz="2800">
                  <a:solidFill>
                    <a:schemeClr val="tx1"/>
                  </a:solidFill>
                </a:rPr>
                <a:t>同理可求</a:t>
              </a:r>
            </a:p>
          </p:txBody>
        </p:sp>
      </p:grpSp>
      <p:graphicFrame>
        <p:nvGraphicFramePr>
          <p:cNvPr id="165895" name="Object 7"/>
          <p:cNvGraphicFramePr>
            <a:graphicFrameLocks noChangeAspect="1"/>
          </p:cNvGraphicFramePr>
          <p:nvPr/>
        </p:nvGraphicFramePr>
        <p:xfrm>
          <a:off x="4419600" y="1219200"/>
          <a:ext cx="1447800" cy="550863"/>
        </p:xfrm>
        <a:graphic>
          <a:graphicData uri="http://schemas.openxmlformats.org/presentationml/2006/ole">
            <p:oleObj spid="_x0000_s1103876" name="公式" r:id="rId6" imgW="609480" imgH="177480" progId="Equation.3">
              <p:embed/>
            </p:oleObj>
          </a:graphicData>
        </a:graphic>
      </p:graphicFrame>
      <p:graphicFrame>
        <p:nvGraphicFramePr>
          <p:cNvPr id="165896" name="Object 8"/>
          <p:cNvGraphicFramePr>
            <a:graphicFrameLocks noChangeAspect="1"/>
          </p:cNvGraphicFramePr>
          <p:nvPr/>
        </p:nvGraphicFramePr>
        <p:xfrm>
          <a:off x="6400800" y="914400"/>
          <a:ext cx="2057400" cy="1233488"/>
        </p:xfrm>
        <a:graphic>
          <a:graphicData uri="http://schemas.openxmlformats.org/presentationml/2006/ole">
            <p:oleObj spid="_x0000_s1103877" name="Equation" r:id="rId7" imgW="685800" imgH="393480" progId="Equation.3">
              <p:embed/>
            </p:oleObj>
          </a:graphicData>
        </a:graphic>
      </p:graphicFrame>
      <p:grpSp>
        <p:nvGrpSpPr>
          <p:cNvPr id="3" name="Group 9"/>
          <p:cNvGrpSpPr>
            <a:grpSpLocks/>
          </p:cNvGrpSpPr>
          <p:nvPr/>
        </p:nvGrpSpPr>
        <p:grpSpPr bwMode="auto">
          <a:xfrm>
            <a:off x="4267200" y="2514600"/>
            <a:ext cx="4191000" cy="838200"/>
            <a:chOff x="2688" y="1584"/>
            <a:chExt cx="2736" cy="567"/>
          </a:xfrm>
        </p:grpSpPr>
        <p:graphicFrame>
          <p:nvGraphicFramePr>
            <p:cNvPr id="165898" name="Object 10"/>
            <p:cNvGraphicFramePr>
              <a:graphicFrameLocks noChangeAspect="1"/>
            </p:cNvGraphicFramePr>
            <p:nvPr/>
          </p:nvGraphicFramePr>
          <p:xfrm>
            <a:off x="2688" y="1632"/>
            <a:ext cx="720" cy="345"/>
          </p:xfrm>
          <a:graphic>
            <a:graphicData uri="http://schemas.openxmlformats.org/presentationml/2006/ole">
              <p:oleObj spid="_x0000_s1103882" name="公式" r:id="rId8" imgW="393480" imgH="177480" progId="Equation.3">
                <p:embed/>
              </p:oleObj>
            </a:graphicData>
          </a:graphic>
        </p:graphicFrame>
        <p:grpSp>
          <p:nvGrpSpPr>
            <p:cNvPr id="4" name="Group 11"/>
            <p:cNvGrpSpPr>
              <a:grpSpLocks/>
            </p:cNvGrpSpPr>
            <p:nvPr/>
          </p:nvGrpSpPr>
          <p:grpSpPr bwMode="auto">
            <a:xfrm>
              <a:off x="3696" y="1584"/>
              <a:ext cx="1728" cy="567"/>
              <a:chOff x="3648" y="1593"/>
              <a:chExt cx="1824" cy="567"/>
            </a:xfrm>
          </p:grpSpPr>
          <p:graphicFrame>
            <p:nvGraphicFramePr>
              <p:cNvPr id="165900" name="Object 12"/>
              <p:cNvGraphicFramePr>
                <a:graphicFrameLocks noChangeAspect="1"/>
              </p:cNvGraphicFramePr>
              <p:nvPr/>
            </p:nvGraphicFramePr>
            <p:xfrm>
              <a:off x="4560" y="1668"/>
              <a:ext cx="912" cy="348"/>
            </p:xfrm>
            <a:graphic>
              <a:graphicData uri="http://schemas.openxmlformats.org/presentationml/2006/ole">
                <p:oleObj spid="_x0000_s1103883" name="Equation" r:id="rId9" imgW="672840" imgH="177480" progId="Equation.3">
                  <p:embed/>
                </p:oleObj>
              </a:graphicData>
            </a:graphic>
          </p:graphicFrame>
          <p:graphicFrame>
            <p:nvGraphicFramePr>
              <p:cNvPr id="165901" name="Object 13"/>
              <p:cNvGraphicFramePr>
                <a:graphicFrameLocks noChangeAspect="1"/>
              </p:cNvGraphicFramePr>
              <p:nvPr/>
            </p:nvGraphicFramePr>
            <p:xfrm>
              <a:off x="3648" y="1593"/>
              <a:ext cx="1008" cy="567"/>
            </p:xfrm>
            <a:graphic>
              <a:graphicData uri="http://schemas.openxmlformats.org/presentationml/2006/ole">
                <p:oleObj spid="_x0000_s1103884" name="Equation" r:id="rId10" imgW="482400" imgH="291960" progId="Equation.3">
                  <p:embed/>
                </p:oleObj>
              </a:graphicData>
            </a:graphic>
          </p:graphicFrame>
        </p:grpSp>
      </p:grpSp>
      <p:grpSp>
        <p:nvGrpSpPr>
          <p:cNvPr id="5" name="Group 14"/>
          <p:cNvGrpSpPr>
            <a:grpSpLocks/>
          </p:cNvGrpSpPr>
          <p:nvPr/>
        </p:nvGrpSpPr>
        <p:grpSpPr bwMode="auto">
          <a:xfrm>
            <a:off x="533400" y="1066800"/>
            <a:ext cx="3429000" cy="5105400"/>
            <a:chOff x="336" y="672"/>
            <a:chExt cx="2160" cy="3216"/>
          </a:xfrm>
        </p:grpSpPr>
        <p:sp>
          <p:nvSpPr>
            <p:cNvPr id="165903" name="Rectangle 15"/>
            <p:cNvSpPr>
              <a:spLocks noChangeArrowheads="1"/>
            </p:cNvSpPr>
            <p:nvPr/>
          </p:nvSpPr>
          <p:spPr bwMode="auto">
            <a:xfrm>
              <a:off x="336" y="672"/>
              <a:ext cx="2160" cy="321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5904" name="Line 16"/>
            <p:cNvSpPr>
              <a:spLocks noChangeShapeType="1"/>
            </p:cNvSpPr>
            <p:nvPr/>
          </p:nvSpPr>
          <p:spPr bwMode="auto">
            <a:xfrm>
              <a:off x="1561" y="3120"/>
              <a:ext cx="0" cy="480"/>
            </a:xfrm>
            <a:prstGeom prst="line">
              <a:avLst/>
            </a:prstGeom>
            <a:noFill/>
            <a:ln w="19050">
              <a:solidFill>
                <a:schemeClr val="tx1"/>
              </a:solidFill>
              <a:prstDash val="dash"/>
              <a:miter lim="800000"/>
              <a:headEnd/>
              <a:tailEnd/>
            </a:ln>
            <a:effectLst/>
          </p:spPr>
          <p:txBody>
            <a:bodyPr wrap="none"/>
            <a:lstStyle/>
            <a:p>
              <a:endParaRPr lang="zh-CN" altLang="en-US" sz="2800"/>
            </a:p>
          </p:txBody>
        </p:sp>
        <p:sp>
          <p:nvSpPr>
            <p:cNvPr id="165905" name="AutoShape 17"/>
            <p:cNvSpPr>
              <a:spLocks noChangeArrowheads="1"/>
            </p:cNvSpPr>
            <p:nvPr/>
          </p:nvSpPr>
          <p:spPr bwMode="auto">
            <a:xfrm>
              <a:off x="1225" y="1152"/>
              <a:ext cx="330" cy="2097"/>
            </a:xfrm>
            <a:prstGeom prst="can">
              <a:avLst>
                <a:gd name="adj" fmla="val 54573"/>
              </a:avLst>
            </a:prstGeom>
            <a:gradFill rotWithShape="0">
              <a:gsLst>
                <a:gs pos="0">
                  <a:srgbClr val="F1EFCB">
                    <a:gamma/>
                    <a:shade val="56078"/>
                    <a:invGamma/>
                  </a:srgbClr>
                </a:gs>
                <a:gs pos="50000">
                  <a:srgbClr val="F1EFCB"/>
                </a:gs>
                <a:gs pos="100000">
                  <a:srgbClr val="F1EFCB">
                    <a:gamma/>
                    <a:shade val="56078"/>
                    <a:invGamma/>
                  </a:srgbClr>
                </a:gs>
              </a:gsLst>
              <a:lin ang="0" scaled="1"/>
            </a:gradFill>
            <a:ln w="19050">
              <a:solidFill>
                <a:srgbClr val="996633"/>
              </a:solidFill>
              <a:miter lim="800000"/>
              <a:headEnd/>
              <a:tailEnd/>
            </a:ln>
            <a:effectLst/>
          </p:spPr>
          <p:txBody>
            <a:bodyPr wrap="none" anchor="ctr"/>
            <a:lstStyle/>
            <a:p>
              <a:endParaRPr lang="zh-CN" altLang="en-US" sz="2800"/>
            </a:p>
          </p:txBody>
        </p:sp>
        <p:sp>
          <p:nvSpPr>
            <p:cNvPr id="165906" name="Rectangle 18"/>
            <p:cNvSpPr>
              <a:spLocks noChangeArrowheads="1"/>
            </p:cNvSpPr>
            <p:nvPr/>
          </p:nvSpPr>
          <p:spPr bwMode="auto">
            <a:xfrm>
              <a:off x="1225" y="2112"/>
              <a:ext cx="336" cy="240"/>
            </a:xfrm>
            <a:prstGeom prst="rect">
              <a:avLst/>
            </a:prstGeom>
            <a:gradFill rotWithShape="0">
              <a:gsLst>
                <a:gs pos="0">
                  <a:srgbClr val="F1EFCB">
                    <a:gamma/>
                    <a:shade val="56078"/>
                    <a:invGamma/>
                  </a:srgbClr>
                </a:gs>
                <a:gs pos="50000">
                  <a:srgbClr val="F1EFCB"/>
                </a:gs>
                <a:gs pos="100000">
                  <a:srgbClr val="F1EFCB">
                    <a:gamma/>
                    <a:shade val="56078"/>
                    <a:invGamma/>
                  </a:srgbClr>
                </a:gs>
              </a:gsLst>
              <a:lin ang="0" scaled="1"/>
            </a:gradFill>
            <a:ln w="9525">
              <a:noFill/>
              <a:miter lim="800000"/>
              <a:headEnd/>
              <a:tailEnd/>
            </a:ln>
            <a:effectLst/>
          </p:spPr>
          <p:txBody>
            <a:bodyPr wrap="none" anchor="ctr"/>
            <a:lstStyle/>
            <a:p>
              <a:endParaRPr lang="zh-CN" altLang="en-US" sz="2800"/>
            </a:p>
          </p:txBody>
        </p:sp>
        <p:sp>
          <p:nvSpPr>
            <p:cNvPr id="165907" name="Line 19"/>
            <p:cNvSpPr>
              <a:spLocks noChangeShapeType="1"/>
            </p:cNvSpPr>
            <p:nvPr/>
          </p:nvSpPr>
          <p:spPr bwMode="auto">
            <a:xfrm>
              <a:off x="1392" y="816"/>
              <a:ext cx="0" cy="2784"/>
            </a:xfrm>
            <a:prstGeom prst="line">
              <a:avLst/>
            </a:prstGeom>
            <a:noFill/>
            <a:ln w="25400">
              <a:solidFill>
                <a:srgbClr val="0000FF"/>
              </a:solidFill>
              <a:prstDash val="dash"/>
              <a:miter lim="800000"/>
              <a:headEnd/>
              <a:tailEnd/>
            </a:ln>
            <a:effectLst/>
          </p:spPr>
          <p:txBody>
            <a:bodyPr wrap="none" anchor="ctr"/>
            <a:lstStyle/>
            <a:p>
              <a:endParaRPr lang="zh-CN" altLang="en-US" sz="2800"/>
            </a:p>
          </p:txBody>
        </p:sp>
        <p:sp>
          <p:nvSpPr>
            <p:cNvPr id="165908" name="AutoShape 20"/>
            <p:cNvSpPr>
              <a:spLocks noChangeArrowheads="1"/>
            </p:cNvSpPr>
            <p:nvPr/>
          </p:nvSpPr>
          <p:spPr bwMode="auto">
            <a:xfrm>
              <a:off x="816" y="1056"/>
              <a:ext cx="1156" cy="2304"/>
            </a:xfrm>
            <a:prstGeom prst="can">
              <a:avLst>
                <a:gd name="adj" fmla="val 29878"/>
              </a:avLst>
            </a:prstGeom>
            <a:solidFill>
              <a:srgbClr val="CBB857">
                <a:alpha val="50000"/>
              </a:srgbClr>
            </a:solidFill>
            <a:ln w="19050">
              <a:solidFill>
                <a:srgbClr val="CBB857"/>
              </a:solidFill>
              <a:miter lim="800000"/>
              <a:headEnd/>
              <a:tailEnd/>
            </a:ln>
            <a:effectLst/>
          </p:spPr>
          <p:txBody>
            <a:bodyPr wrap="none" anchor="ctr"/>
            <a:lstStyle/>
            <a:p>
              <a:endParaRPr lang="zh-CN" altLang="en-US" sz="2800"/>
            </a:p>
          </p:txBody>
        </p:sp>
        <p:grpSp>
          <p:nvGrpSpPr>
            <p:cNvPr id="6" name="Group 21"/>
            <p:cNvGrpSpPr>
              <a:grpSpLocks/>
            </p:cNvGrpSpPr>
            <p:nvPr/>
          </p:nvGrpSpPr>
          <p:grpSpPr bwMode="auto">
            <a:xfrm>
              <a:off x="864" y="1488"/>
              <a:ext cx="432" cy="646"/>
              <a:chOff x="3984" y="1920"/>
              <a:chExt cx="432" cy="646"/>
            </a:xfrm>
          </p:grpSpPr>
          <p:sp>
            <p:nvSpPr>
              <p:cNvPr id="165910" name="Line 22"/>
              <p:cNvSpPr>
                <a:spLocks noChangeShapeType="1"/>
              </p:cNvSpPr>
              <p:nvPr/>
            </p:nvSpPr>
            <p:spPr bwMode="auto">
              <a:xfrm flipV="1">
                <a:off x="4416" y="1945"/>
                <a:ext cx="0" cy="296"/>
              </a:xfrm>
              <a:prstGeom prst="line">
                <a:avLst/>
              </a:prstGeom>
              <a:noFill/>
              <a:ln w="38100">
                <a:solidFill>
                  <a:srgbClr val="FF0000"/>
                </a:solidFill>
                <a:miter lim="800000"/>
                <a:headEnd type="none" w="sm" len="lg"/>
                <a:tailEnd type="triangle" w="sm" len="lg"/>
              </a:ln>
              <a:effectLst/>
            </p:spPr>
            <p:txBody>
              <a:bodyPr wrap="none" anchor="ctr"/>
              <a:lstStyle/>
              <a:p>
                <a:endParaRPr lang="zh-CN" altLang="en-US" sz="2800"/>
              </a:p>
            </p:txBody>
          </p:sp>
          <p:sp>
            <p:nvSpPr>
              <p:cNvPr id="165911" name="Text Box 23"/>
              <p:cNvSpPr txBox="1">
                <a:spLocks noChangeArrowheads="1"/>
              </p:cNvSpPr>
              <p:nvPr/>
            </p:nvSpPr>
            <p:spPr bwMode="auto">
              <a:xfrm>
                <a:off x="4177" y="1920"/>
                <a:ext cx="173" cy="330"/>
              </a:xfrm>
              <a:prstGeom prst="rect">
                <a:avLst/>
              </a:prstGeom>
              <a:noFill/>
              <a:ln w="9525">
                <a:noFill/>
                <a:miter lim="800000"/>
                <a:headEnd/>
                <a:tailEnd/>
              </a:ln>
              <a:effectLst/>
            </p:spPr>
            <p:txBody>
              <a:bodyPr wrap="none">
                <a:spAutoFit/>
              </a:bodyPr>
              <a:lstStyle/>
              <a:p>
                <a:pPr>
                  <a:spcBef>
                    <a:spcPct val="50000"/>
                  </a:spcBef>
                </a:pPr>
                <a:r>
                  <a:rPr kumimoji="1" lang="en-US" altLang="zh-CN" sz="2800" b="0" i="1">
                    <a:solidFill>
                      <a:srgbClr val="FF0000"/>
                    </a:solidFill>
                  </a:rPr>
                  <a:t>I</a:t>
                </a:r>
                <a:endParaRPr kumimoji="1" lang="en-US" altLang="zh-CN" sz="2800" b="0" i="1">
                  <a:solidFill>
                    <a:schemeClr val="tx1"/>
                  </a:solidFill>
                </a:endParaRPr>
              </a:p>
            </p:txBody>
          </p:sp>
          <p:graphicFrame>
            <p:nvGraphicFramePr>
              <p:cNvPr id="165912" name="Object 24"/>
              <p:cNvGraphicFramePr>
                <a:graphicFrameLocks noChangeAspect="1"/>
              </p:cNvGraphicFramePr>
              <p:nvPr/>
            </p:nvGraphicFramePr>
            <p:xfrm>
              <a:off x="3984" y="2208"/>
              <a:ext cx="287" cy="358"/>
            </p:xfrm>
            <a:graphic>
              <a:graphicData uri="http://schemas.openxmlformats.org/presentationml/2006/ole">
                <p:oleObj spid="_x0000_s1103881" name="Equation" r:id="rId11" imgW="177480" imgH="215640" progId="Equation.3">
                  <p:embed/>
                </p:oleObj>
              </a:graphicData>
            </a:graphic>
          </p:graphicFrame>
        </p:grpSp>
        <p:grpSp>
          <p:nvGrpSpPr>
            <p:cNvPr id="7" name="Group 25"/>
            <p:cNvGrpSpPr>
              <a:grpSpLocks/>
            </p:cNvGrpSpPr>
            <p:nvPr/>
          </p:nvGrpSpPr>
          <p:grpSpPr bwMode="auto">
            <a:xfrm>
              <a:off x="1134" y="3381"/>
              <a:ext cx="690" cy="219"/>
              <a:chOff x="4254" y="3675"/>
              <a:chExt cx="711" cy="219"/>
            </a:xfrm>
          </p:grpSpPr>
          <p:sp>
            <p:nvSpPr>
              <p:cNvPr id="165914" name="Line 26"/>
              <p:cNvSpPr>
                <a:spLocks noChangeShapeType="1"/>
              </p:cNvSpPr>
              <p:nvPr/>
            </p:nvSpPr>
            <p:spPr bwMode="auto">
              <a:xfrm>
                <a:off x="4254" y="3819"/>
                <a:ext cx="248" cy="1"/>
              </a:xfrm>
              <a:prstGeom prst="line">
                <a:avLst/>
              </a:prstGeom>
              <a:noFill/>
              <a:ln w="28575">
                <a:solidFill>
                  <a:srgbClr val="FF0066"/>
                </a:solidFill>
                <a:miter lim="800000"/>
                <a:headEnd type="none" w="sm" len="lg"/>
                <a:tailEnd type="triangle" w="sm" len="lg"/>
              </a:ln>
              <a:effectLst/>
            </p:spPr>
            <p:txBody>
              <a:bodyPr wrap="none" anchor="ctr"/>
              <a:lstStyle/>
              <a:p>
                <a:endParaRPr lang="zh-CN" altLang="en-US" sz="2800"/>
              </a:p>
            </p:txBody>
          </p:sp>
          <p:sp>
            <p:nvSpPr>
              <p:cNvPr id="165915" name="Line 27"/>
              <p:cNvSpPr>
                <a:spLocks noChangeShapeType="1"/>
              </p:cNvSpPr>
              <p:nvPr/>
            </p:nvSpPr>
            <p:spPr bwMode="auto">
              <a:xfrm flipH="1">
                <a:off x="4717" y="3819"/>
                <a:ext cx="248" cy="1"/>
              </a:xfrm>
              <a:prstGeom prst="line">
                <a:avLst/>
              </a:prstGeom>
              <a:noFill/>
              <a:ln w="28575">
                <a:solidFill>
                  <a:srgbClr val="FF0066"/>
                </a:solidFill>
                <a:miter lim="800000"/>
                <a:headEnd type="none" w="sm" len="lg"/>
                <a:tailEnd type="triangle" w="sm" len="lg"/>
              </a:ln>
              <a:effectLst/>
            </p:spPr>
            <p:txBody>
              <a:bodyPr wrap="none" anchor="ctr"/>
              <a:lstStyle/>
              <a:p>
                <a:endParaRPr lang="zh-CN" altLang="en-US" sz="2800"/>
              </a:p>
            </p:txBody>
          </p:sp>
          <p:graphicFrame>
            <p:nvGraphicFramePr>
              <p:cNvPr id="165916" name="Object 28"/>
              <p:cNvGraphicFramePr>
                <a:graphicFrameLocks noChangeAspect="1"/>
              </p:cNvGraphicFramePr>
              <p:nvPr/>
            </p:nvGraphicFramePr>
            <p:xfrm>
              <a:off x="4508" y="3675"/>
              <a:ext cx="201" cy="219"/>
            </p:xfrm>
            <a:graphic>
              <a:graphicData uri="http://schemas.openxmlformats.org/presentationml/2006/ole">
                <p:oleObj spid="_x0000_s1103880" name="Equation" r:id="rId12" imgW="152280" imgH="177480" progId="Equation.3">
                  <p:embed/>
                </p:oleObj>
              </a:graphicData>
            </a:graphic>
          </p:graphicFrame>
        </p:grpSp>
        <p:grpSp>
          <p:nvGrpSpPr>
            <p:cNvPr id="8" name="Group 29"/>
            <p:cNvGrpSpPr>
              <a:grpSpLocks/>
            </p:cNvGrpSpPr>
            <p:nvPr/>
          </p:nvGrpSpPr>
          <p:grpSpPr bwMode="auto">
            <a:xfrm>
              <a:off x="962" y="2518"/>
              <a:ext cx="213" cy="382"/>
              <a:chOff x="4077" y="2611"/>
              <a:chExt cx="240" cy="389"/>
            </a:xfrm>
          </p:grpSpPr>
          <p:sp>
            <p:nvSpPr>
              <p:cNvPr id="165918" name="Line 30"/>
              <p:cNvSpPr>
                <a:spLocks noChangeShapeType="1"/>
              </p:cNvSpPr>
              <p:nvPr/>
            </p:nvSpPr>
            <p:spPr bwMode="auto">
              <a:xfrm>
                <a:off x="4077" y="2611"/>
                <a:ext cx="0" cy="389"/>
              </a:xfrm>
              <a:prstGeom prst="line">
                <a:avLst/>
              </a:prstGeom>
              <a:noFill/>
              <a:ln w="38100">
                <a:solidFill>
                  <a:srgbClr val="FF0000"/>
                </a:solidFill>
                <a:miter lim="800000"/>
                <a:headEnd type="none" w="sm" len="lg"/>
                <a:tailEnd type="triangle" w="sm" len="lg"/>
              </a:ln>
              <a:effectLst/>
            </p:spPr>
            <p:txBody>
              <a:bodyPr wrap="none" anchor="ctr"/>
              <a:lstStyle/>
              <a:p>
                <a:endParaRPr lang="zh-CN" altLang="en-US" sz="2800"/>
              </a:p>
            </p:txBody>
          </p:sp>
          <p:sp>
            <p:nvSpPr>
              <p:cNvPr id="165919" name="Text Box 31"/>
              <p:cNvSpPr txBox="1">
                <a:spLocks noChangeArrowheads="1"/>
              </p:cNvSpPr>
              <p:nvPr/>
            </p:nvSpPr>
            <p:spPr bwMode="auto">
              <a:xfrm>
                <a:off x="4123" y="2654"/>
                <a:ext cx="194" cy="336"/>
              </a:xfrm>
              <a:prstGeom prst="rect">
                <a:avLst/>
              </a:prstGeom>
              <a:noFill/>
              <a:ln w="9525">
                <a:noFill/>
                <a:miter lim="800000"/>
                <a:headEnd/>
                <a:tailEnd/>
              </a:ln>
              <a:effectLst/>
            </p:spPr>
            <p:txBody>
              <a:bodyPr wrap="none">
                <a:spAutoFit/>
              </a:bodyPr>
              <a:lstStyle/>
              <a:p>
                <a:pPr>
                  <a:spcBef>
                    <a:spcPct val="50000"/>
                  </a:spcBef>
                </a:pPr>
                <a:r>
                  <a:rPr kumimoji="1" lang="en-US" altLang="zh-CN" sz="2800" b="0" i="1">
                    <a:solidFill>
                      <a:srgbClr val="FF0000"/>
                    </a:solidFill>
                  </a:rPr>
                  <a:t>I</a:t>
                </a:r>
                <a:endParaRPr kumimoji="1" lang="en-US" altLang="zh-CN" sz="2800" b="0" i="1">
                  <a:solidFill>
                    <a:schemeClr val="tx1"/>
                  </a:solidFill>
                </a:endParaRPr>
              </a:p>
            </p:txBody>
          </p:sp>
        </p:grpSp>
        <p:grpSp>
          <p:nvGrpSpPr>
            <p:cNvPr id="9" name="Group 32"/>
            <p:cNvGrpSpPr>
              <a:grpSpLocks/>
            </p:cNvGrpSpPr>
            <p:nvPr/>
          </p:nvGrpSpPr>
          <p:grpSpPr bwMode="auto">
            <a:xfrm>
              <a:off x="1388" y="2811"/>
              <a:ext cx="628" cy="234"/>
              <a:chOff x="4508" y="3243"/>
              <a:chExt cx="628" cy="234"/>
            </a:xfrm>
          </p:grpSpPr>
          <p:sp>
            <p:nvSpPr>
              <p:cNvPr id="165921" name="Line 33"/>
              <p:cNvSpPr>
                <a:spLocks noChangeShapeType="1"/>
              </p:cNvSpPr>
              <p:nvPr/>
            </p:nvSpPr>
            <p:spPr bwMode="auto">
              <a:xfrm>
                <a:off x="4508" y="3456"/>
                <a:ext cx="628" cy="0"/>
              </a:xfrm>
              <a:prstGeom prst="line">
                <a:avLst/>
              </a:prstGeom>
              <a:noFill/>
              <a:ln w="28575">
                <a:solidFill>
                  <a:srgbClr val="FF0066"/>
                </a:solidFill>
                <a:prstDash val="dash"/>
                <a:miter lim="800000"/>
                <a:headEnd type="triangle" w="sm" len="lg"/>
                <a:tailEnd type="triangle" w="sm" len="lg"/>
              </a:ln>
              <a:effectLst/>
            </p:spPr>
            <p:txBody>
              <a:bodyPr wrap="none" anchor="ctr"/>
              <a:lstStyle/>
              <a:p>
                <a:endParaRPr lang="zh-CN" altLang="en-US" sz="2800"/>
              </a:p>
            </p:txBody>
          </p:sp>
          <p:graphicFrame>
            <p:nvGraphicFramePr>
              <p:cNvPr id="165922" name="Object 34"/>
              <p:cNvGraphicFramePr>
                <a:graphicFrameLocks noChangeAspect="1"/>
              </p:cNvGraphicFramePr>
              <p:nvPr/>
            </p:nvGraphicFramePr>
            <p:xfrm>
              <a:off x="4810" y="3243"/>
              <a:ext cx="236" cy="234"/>
            </p:xfrm>
            <a:graphic>
              <a:graphicData uri="http://schemas.openxmlformats.org/presentationml/2006/ole">
                <p:oleObj spid="_x0000_s1103879" name="Equation" r:id="rId13" imgW="215640" imgH="228600" progId="Equation.3">
                  <p:embed/>
                </p:oleObj>
              </a:graphicData>
            </a:graphic>
          </p:graphicFrame>
        </p:grpSp>
        <p:grpSp>
          <p:nvGrpSpPr>
            <p:cNvPr id="10" name="Group 35"/>
            <p:cNvGrpSpPr>
              <a:grpSpLocks/>
            </p:cNvGrpSpPr>
            <p:nvPr/>
          </p:nvGrpSpPr>
          <p:grpSpPr bwMode="auto">
            <a:xfrm>
              <a:off x="480" y="2095"/>
              <a:ext cx="1842" cy="641"/>
              <a:chOff x="480" y="2095"/>
              <a:chExt cx="1842" cy="641"/>
            </a:xfrm>
          </p:grpSpPr>
          <p:sp>
            <p:nvSpPr>
              <p:cNvPr id="165924" name="Oval 36"/>
              <p:cNvSpPr>
                <a:spLocks noChangeArrowheads="1"/>
              </p:cNvSpPr>
              <p:nvPr/>
            </p:nvSpPr>
            <p:spPr bwMode="auto">
              <a:xfrm>
                <a:off x="480" y="2095"/>
                <a:ext cx="1824" cy="625"/>
              </a:xfrm>
              <a:prstGeom prst="ellipse">
                <a:avLst/>
              </a:prstGeom>
              <a:noFill/>
              <a:ln w="19050">
                <a:solidFill>
                  <a:schemeClr val="tx2"/>
                </a:solidFill>
                <a:prstDash val="dash"/>
                <a:miter lim="800000"/>
                <a:headEnd/>
                <a:tailEnd/>
              </a:ln>
              <a:effectLst/>
            </p:spPr>
            <p:txBody>
              <a:bodyPr wrap="none" anchor="ctr"/>
              <a:lstStyle/>
              <a:p>
                <a:endParaRPr lang="zh-CN" altLang="en-US" sz="2800"/>
              </a:p>
            </p:txBody>
          </p:sp>
          <p:sp>
            <p:nvSpPr>
              <p:cNvPr id="165925" name="Freeform 37"/>
              <p:cNvSpPr>
                <a:spLocks/>
              </p:cNvSpPr>
              <p:nvPr/>
            </p:nvSpPr>
            <p:spPr bwMode="auto">
              <a:xfrm>
                <a:off x="480" y="2184"/>
                <a:ext cx="1842" cy="552"/>
              </a:xfrm>
              <a:custGeom>
                <a:avLst/>
                <a:gdLst/>
                <a:ahLst/>
                <a:cxnLst>
                  <a:cxn ang="0">
                    <a:pos x="239" y="0"/>
                  </a:cxn>
                  <a:cxn ang="0">
                    <a:pos x="47" y="144"/>
                  </a:cxn>
                  <a:cxn ang="0">
                    <a:pos x="7" y="248"/>
                  </a:cxn>
                  <a:cxn ang="0">
                    <a:pos x="87" y="392"/>
                  </a:cxn>
                  <a:cxn ang="0">
                    <a:pos x="287" y="480"/>
                  </a:cxn>
                  <a:cxn ang="0">
                    <a:pos x="479" y="528"/>
                  </a:cxn>
                  <a:cxn ang="0">
                    <a:pos x="767" y="576"/>
                  </a:cxn>
                  <a:cxn ang="0">
                    <a:pos x="1143" y="576"/>
                  </a:cxn>
                  <a:cxn ang="0">
                    <a:pos x="1575" y="472"/>
                  </a:cxn>
                  <a:cxn ang="0">
                    <a:pos x="1807" y="288"/>
                  </a:cxn>
                  <a:cxn ang="0">
                    <a:pos x="1783" y="144"/>
                  </a:cxn>
                  <a:cxn ang="0">
                    <a:pos x="1583" y="0"/>
                  </a:cxn>
                </a:cxnLst>
                <a:rect l="0" t="0" r="r" b="b"/>
                <a:pathLst>
                  <a:path w="1842" h="593">
                    <a:moveTo>
                      <a:pt x="239" y="0"/>
                    </a:moveTo>
                    <a:cubicBezTo>
                      <a:pt x="163" y="52"/>
                      <a:pt x="86" y="103"/>
                      <a:pt x="47" y="144"/>
                    </a:cubicBezTo>
                    <a:cubicBezTo>
                      <a:pt x="8" y="185"/>
                      <a:pt x="0" y="207"/>
                      <a:pt x="7" y="248"/>
                    </a:cubicBezTo>
                    <a:cubicBezTo>
                      <a:pt x="14" y="289"/>
                      <a:pt x="40" y="353"/>
                      <a:pt x="87" y="392"/>
                    </a:cubicBezTo>
                    <a:cubicBezTo>
                      <a:pt x="134" y="431"/>
                      <a:pt x="222" y="457"/>
                      <a:pt x="287" y="480"/>
                    </a:cubicBezTo>
                    <a:cubicBezTo>
                      <a:pt x="352" y="503"/>
                      <a:pt x="399" y="512"/>
                      <a:pt x="479" y="528"/>
                    </a:cubicBezTo>
                    <a:cubicBezTo>
                      <a:pt x="559" y="544"/>
                      <a:pt x="656" y="568"/>
                      <a:pt x="767" y="576"/>
                    </a:cubicBezTo>
                    <a:cubicBezTo>
                      <a:pt x="878" y="584"/>
                      <a:pt x="1008" y="593"/>
                      <a:pt x="1143" y="576"/>
                    </a:cubicBezTo>
                    <a:cubicBezTo>
                      <a:pt x="1278" y="559"/>
                      <a:pt x="1464" y="520"/>
                      <a:pt x="1575" y="472"/>
                    </a:cubicBezTo>
                    <a:cubicBezTo>
                      <a:pt x="1686" y="424"/>
                      <a:pt x="1772" y="343"/>
                      <a:pt x="1807" y="288"/>
                    </a:cubicBezTo>
                    <a:cubicBezTo>
                      <a:pt x="1842" y="233"/>
                      <a:pt x="1820" y="192"/>
                      <a:pt x="1783" y="144"/>
                    </a:cubicBezTo>
                    <a:cubicBezTo>
                      <a:pt x="1746" y="96"/>
                      <a:pt x="1625" y="30"/>
                      <a:pt x="1583" y="0"/>
                    </a:cubicBezTo>
                  </a:path>
                </a:pathLst>
              </a:custGeom>
              <a:noFill/>
              <a:ln w="28575" cap="flat" cmpd="sng">
                <a:solidFill>
                  <a:schemeClr val="tx2"/>
                </a:solidFill>
                <a:prstDash val="solid"/>
                <a:miter lim="800000"/>
                <a:headEnd type="none" w="med" len="med"/>
                <a:tailEnd type="none" w="med" len="med"/>
              </a:ln>
              <a:effectLst/>
            </p:spPr>
            <p:txBody>
              <a:bodyPr wrap="none"/>
              <a:lstStyle/>
              <a:p>
                <a:endParaRPr lang="zh-CN" altLang="en-US" sz="2800"/>
              </a:p>
            </p:txBody>
          </p:sp>
        </p:grpSp>
        <p:sp>
          <p:nvSpPr>
            <p:cNvPr id="165926" name="Line 38"/>
            <p:cNvSpPr>
              <a:spLocks noChangeShapeType="1"/>
            </p:cNvSpPr>
            <p:nvPr/>
          </p:nvSpPr>
          <p:spPr bwMode="auto">
            <a:xfrm>
              <a:off x="1366" y="2736"/>
              <a:ext cx="92" cy="0"/>
            </a:xfrm>
            <a:prstGeom prst="line">
              <a:avLst/>
            </a:prstGeom>
            <a:noFill/>
            <a:ln w="47625">
              <a:solidFill>
                <a:schemeClr val="tx2"/>
              </a:solidFill>
              <a:miter lim="800000"/>
              <a:headEnd type="none" w="sm" len="lg"/>
              <a:tailEnd type="triangle" w="sm" len="lg"/>
            </a:ln>
            <a:effectLst/>
          </p:spPr>
          <p:txBody>
            <a:bodyPr wrap="none" anchor="ctr"/>
            <a:lstStyle/>
            <a:p>
              <a:endParaRPr lang="zh-CN" altLang="en-US" sz="2800"/>
            </a:p>
          </p:txBody>
        </p:sp>
        <p:grpSp>
          <p:nvGrpSpPr>
            <p:cNvPr id="11" name="Group 39"/>
            <p:cNvGrpSpPr>
              <a:grpSpLocks/>
            </p:cNvGrpSpPr>
            <p:nvPr/>
          </p:nvGrpSpPr>
          <p:grpSpPr bwMode="auto">
            <a:xfrm>
              <a:off x="1392" y="2208"/>
              <a:ext cx="912" cy="304"/>
              <a:chOff x="1344" y="2016"/>
              <a:chExt cx="912" cy="304"/>
            </a:xfrm>
          </p:grpSpPr>
          <p:graphicFrame>
            <p:nvGraphicFramePr>
              <p:cNvPr id="165928" name="Object 40"/>
              <p:cNvGraphicFramePr>
                <a:graphicFrameLocks noChangeAspect="1"/>
              </p:cNvGraphicFramePr>
              <p:nvPr/>
            </p:nvGraphicFramePr>
            <p:xfrm>
              <a:off x="1632" y="2016"/>
              <a:ext cx="228" cy="304"/>
            </p:xfrm>
            <a:graphic>
              <a:graphicData uri="http://schemas.openxmlformats.org/presentationml/2006/ole">
                <p:oleObj spid="_x0000_s1103878" name="Equation" r:id="rId14" imgW="190440" imgH="253800" progId="Equation.3">
                  <p:embed/>
                </p:oleObj>
              </a:graphicData>
            </a:graphic>
          </p:graphicFrame>
          <p:sp>
            <p:nvSpPr>
              <p:cNvPr id="165929" name="Line 41"/>
              <p:cNvSpPr>
                <a:spLocks noChangeShapeType="1"/>
              </p:cNvSpPr>
              <p:nvPr/>
            </p:nvSpPr>
            <p:spPr bwMode="auto">
              <a:xfrm>
                <a:off x="1824" y="2208"/>
                <a:ext cx="432" cy="0"/>
              </a:xfrm>
              <a:prstGeom prst="line">
                <a:avLst/>
              </a:prstGeom>
              <a:noFill/>
              <a:ln w="25400">
                <a:solidFill>
                  <a:srgbClr val="0000FF"/>
                </a:solidFill>
                <a:miter lim="800000"/>
                <a:headEnd/>
                <a:tailEnd type="triangle" w="sm" len="lg"/>
              </a:ln>
              <a:effectLst/>
            </p:spPr>
            <p:txBody>
              <a:bodyPr wrap="none"/>
              <a:lstStyle/>
              <a:p>
                <a:endParaRPr lang="zh-CN" altLang="en-US" sz="2800"/>
              </a:p>
            </p:txBody>
          </p:sp>
          <p:sp>
            <p:nvSpPr>
              <p:cNvPr id="165930" name="Line 42"/>
              <p:cNvSpPr>
                <a:spLocks noChangeShapeType="1"/>
              </p:cNvSpPr>
              <p:nvPr/>
            </p:nvSpPr>
            <p:spPr bwMode="auto">
              <a:xfrm flipH="1">
                <a:off x="1344" y="2208"/>
                <a:ext cx="288" cy="0"/>
              </a:xfrm>
              <a:prstGeom prst="line">
                <a:avLst/>
              </a:prstGeom>
              <a:noFill/>
              <a:ln w="25400">
                <a:solidFill>
                  <a:srgbClr val="0000FF"/>
                </a:solidFill>
                <a:miter lim="800000"/>
                <a:headEnd/>
                <a:tailEnd type="triangle" w="sm" len="lg"/>
              </a:ln>
              <a:effectLst/>
            </p:spPr>
            <p:txBody>
              <a:bodyPr wrap="none"/>
              <a:lstStyle/>
              <a:p>
                <a:endParaRPr lang="zh-CN" altLang="en-US" sz="2800"/>
              </a:p>
            </p:txBody>
          </p:sp>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65890"/>
                                        </p:tgtEl>
                                        <p:attrNameLst>
                                          <p:attrName>style.visibility</p:attrName>
                                        </p:attrNameLst>
                                      </p:cBhvr>
                                      <p:to>
                                        <p:strVal val="visible"/>
                                      </p:to>
                                    </p:set>
                                    <p:animEffect transition="in" filter="blinds(vertical)">
                                      <p:cBhvr>
                                        <p:cTn id="12" dur="500"/>
                                        <p:tgtEl>
                                          <p:spTgt spid="16589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65891"/>
                                        </p:tgtEl>
                                        <p:attrNameLst>
                                          <p:attrName>style.visibility</p:attrName>
                                        </p:attrNameLst>
                                      </p:cBhvr>
                                      <p:to>
                                        <p:strVal val="visible"/>
                                      </p:to>
                                    </p:set>
                                    <p:animEffect transition="in" filter="blinds(vertical)">
                                      <p:cBhvr>
                                        <p:cTn id="17" dur="500"/>
                                        <p:tgtEl>
                                          <p:spTgt spid="16589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74" name="Text Box 14"/>
          <p:cNvSpPr txBox="1">
            <a:spLocks noChangeArrowheads="1"/>
          </p:cNvSpPr>
          <p:nvPr/>
        </p:nvSpPr>
        <p:spPr bwMode="auto">
          <a:xfrm>
            <a:off x="304800" y="1095375"/>
            <a:ext cx="3048000" cy="519113"/>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1.    </a:t>
            </a:r>
            <a:r>
              <a:rPr kumimoji="1" lang="zh-CN" altLang="zh-CN" sz="2800">
                <a:solidFill>
                  <a:srgbClr val="CC0000"/>
                </a:solidFill>
              </a:rPr>
              <a:t>磁  畴</a:t>
            </a:r>
            <a:endParaRPr kumimoji="1" lang="zh-CN" altLang="en-US" sz="2800">
              <a:solidFill>
                <a:srgbClr val="CC0000"/>
              </a:solidFill>
            </a:endParaRPr>
          </a:p>
        </p:txBody>
      </p:sp>
      <p:grpSp>
        <p:nvGrpSpPr>
          <p:cNvPr id="2" name="Group 95"/>
          <p:cNvGrpSpPr>
            <a:grpSpLocks/>
          </p:cNvGrpSpPr>
          <p:nvPr/>
        </p:nvGrpSpPr>
        <p:grpSpPr bwMode="auto">
          <a:xfrm>
            <a:off x="984251" y="1690688"/>
            <a:ext cx="3206750" cy="1752600"/>
            <a:chOff x="620" y="1065"/>
            <a:chExt cx="2020" cy="1104"/>
          </a:xfrm>
        </p:grpSpPr>
        <p:grpSp>
          <p:nvGrpSpPr>
            <p:cNvPr id="3" name="Group 16"/>
            <p:cNvGrpSpPr>
              <a:grpSpLocks/>
            </p:cNvGrpSpPr>
            <p:nvPr/>
          </p:nvGrpSpPr>
          <p:grpSpPr bwMode="auto">
            <a:xfrm>
              <a:off x="1008" y="1065"/>
              <a:ext cx="1632" cy="1104"/>
              <a:chOff x="1056" y="2352"/>
              <a:chExt cx="1632" cy="1056"/>
            </a:xfrm>
          </p:grpSpPr>
          <p:grpSp>
            <p:nvGrpSpPr>
              <p:cNvPr id="4" name="Group 17"/>
              <p:cNvGrpSpPr>
                <a:grpSpLocks/>
              </p:cNvGrpSpPr>
              <p:nvPr/>
            </p:nvGrpSpPr>
            <p:grpSpPr bwMode="auto">
              <a:xfrm>
                <a:off x="1056" y="2352"/>
                <a:ext cx="1632" cy="1056"/>
                <a:chOff x="1056" y="2016"/>
                <a:chExt cx="1632" cy="1056"/>
              </a:xfrm>
            </p:grpSpPr>
            <p:sp>
              <p:nvSpPr>
                <p:cNvPr id="168978" name="Rectangle 18"/>
                <p:cNvSpPr>
                  <a:spLocks noChangeArrowheads="1"/>
                </p:cNvSpPr>
                <p:nvPr/>
              </p:nvSpPr>
              <p:spPr bwMode="auto">
                <a:xfrm>
                  <a:off x="1056" y="2016"/>
                  <a:ext cx="1632" cy="1056"/>
                </a:xfrm>
                <a:prstGeom prst="rect">
                  <a:avLst/>
                </a:prstGeom>
                <a:solidFill>
                  <a:srgbClr val="DDE69E"/>
                </a:solidFill>
                <a:ln w="19050">
                  <a:solidFill>
                    <a:srgbClr val="996633"/>
                  </a:solidFill>
                  <a:miter lim="800000"/>
                  <a:headEnd/>
                  <a:tailEnd/>
                </a:ln>
                <a:effectLst/>
              </p:spPr>
              <p:txBody>
                <a:bodyPr wrap="none" anchor="ctr"/>
                <a:lstStyle/>
                <a:p>
                  <a:endParaRPr lang="zh-CN" altLang="en-US" sz="2800"/>
                </a:p>
              </p:txBody>
            </p:sp>
            <p:sp>
              <p:nvSpPr>
                <p:cNvPr id="168979" name="Line 19"/>
                <p:cNvSpPr>
                  <a:spLocks noChangeShapeType="1"/>
                </p:cNvSpPr>
                <p:nvPr/>
              </p:nvSpPr>
              <p:spPr bwMode="auto">
                <a:xfrm flipV="1">
                  <a:off x="1056" y="2016"/>
                  <a:ext cx="528" cy="480"/>
                </a:xfrm>
                <a:prstGeom prst="line">
                  <a:avLst/>
                </a:prstGeom>
                <a:noFill/>
                <a:ln w="19050">
                  <a:solidFill>
                    <a:srgbClr val="996633"/>
                  </a:solidFill>
                  <a:miter lim="800000"/>
                  <a:headEnd/>
                  <a:tailEnd/>
                </a:ln>
                <a:effectLst/>
              </p:spPr>
              <p:txBody>
                <a:bodyPr wrap="none" anchor="ctr"/>
                <a:lstStyle/>
                <a:p>
                  <a:endParaRPr lang="zh-CN" altLang="en-US" sz="2800"/>
                </a:p>
              </p:txBody>
            </p:sp>
            <p:sp>
              <p:nvSpPr>
                <p:cNvPr id="168980" name="Freeform 20"/>
                <p:cNvSpPr>
                  <a:spLocks/>
                </p:cNvSpPr>
                <p:nvPr/>
              </p:nvSpPr>
              <p:spPr bwMode="auto">
                <a:xfrm>
                  <a:off x="1056" y="2256"/>
                  <a:ext cx="384" cy="480"/>
                </a:xfrm>
                <a:custGeom>
                  <a:avLst/>
                  <a:gdLst/>
                  <a:ahLst/>
                  <a:cxnLst>
                    <a:cxn ang="0">
                      <a:pos x="240" y="0"/>
                    </a:cxn>
                    <a:cxn ang="0">
                      <a:pos x="336" y="240"/>
                    </a:cxn>
                    <a:cxn ang="0">
                      <a:pos x="336" y="480"/>
                    </a:cxn>
                    <a:cxn ang="0">
                      <a:pos x="48" y="432"/>
                    </a:cxn>
                    <a:cxn ang="0">
                      <a:pos x="0" y="432"/>
                    </a:cxn>
                  </a:cxnLst>
                  <a:rect l="0" t="0" r="r" b="b"/>
                  <a:pathLst>
                    <a:path w="336" h="480">
                      <a:moveTo>
                        <a:pt x="240" y="0"/>
                      </a:moveTo>
                      <a:lnTo>
                        <a:pt x="336" y="240"/>
                      </a:lnTo>
                      <a:lnTo>
                        <a:pt x="336" y="480"/>
                      </a:lnTo>
                      <a:lnTo>
                        <a:pt x="48" y="432"/>
                      </a:lnTo>
                      <a:lnTo>
                        <a:pt x="0" y="432"/>
                      </a:lnTo>
                    </a:path>
                  </a:pathLst>
                </a:custGeom>
                <a:solidFill>
                  <a:srgbClr val="DDE69E"/>
                </a:solidFill>
                <a:ln w="19050" cap="flat" cmpd="sng">
                  <a:solidFill>
                    <a:srgbClr val="996633"/>
                  </a:solidFill>
                  <a:prstDash val="solid"/>
                  <a:miter lim="800000"/>
                  <a:headEnd type="none" w="med" len="med"/>
                  <a:tailEnd type="none" w="med" len="med"/>
                </a:ln>
                <a:effectLst/>
              </p:spPr>
              <p:txBody>
                <a:bodyPr wrap="none" anchor="ctr"/>
                <a:lstStyle/>
                <a:p>
                  <a:endParaRPr lang="zh-CN" altLang="en-US" sz="2800"/>
                </a:p>
              </p:txBody>
            </p:sp>
            <p:sp>
              <p:nvSpPr>
                <p:cNvPr id="168981" name="Freeform 21"/>
                <p:cNvSpPr>
                  <a:spLocks/>
                </p:cNvSpPr>
                <p:nvPr/>
              </p:nvSpPr>
              <p:spPr bwMode="auto">
                <a:xfrm>
                  <a:off x="1440" y="2016"/>
                  <a:ext cx="384" cy="576"/>
                </a:xfrm>
                <a:custGeom>
                  <a:avLst/>
                  <a:gdLst/>
                  <a:ahLst/>
                  <a:cxnLst>
                    <a:cxn ang="0">
                      <a:pos x="0" y="576"/>
                    </a:cxn>
                    <a:cxn ang="0">
                      <a:pos x="336" y="480"/>
                    </a:cxn>
                    <a:cxn ang="0">
                      <a:pos x="336" y="0"/>
                    </a:cxn>
                  </a:cxnLst>
                  <a:rect l="0" t="0" r="r" b="b"/>
                  <a:pathLst>
                    <a:path w="336" h="576">
                      <a:moveTo>
                        <a:pt x="0" y="576"/>
                      </a:moveTo>
                      <a:lnTo>
                        <a:pt x="336" y="480"/>
                      </a:lnTo>
                      <a:lnTo>
                        <a:pt x="336" y="0"/>
                      </a:lnTo>
                    </a:path>
                  </a:pathLst>
                </a:custGeom>
                <a:solidFill>
                  <a:srgbClr val="DDE69E"/>
                </a:solidFill>
                <a:ln w="19050" cap="flat" cmpd="sng">
                  <a:solidFill>
                    <a:srgbClr val="996633"/>
                  </a:solidFill>
                  <a:prstDash val="solid"/>
                  <a:miter lim="800000"/>
                  <a:headEnd type="none" w="med" len="med"/>
                  <a:tailEnd type="none" w="med" len="med"/>
                </a:ln>
                <a:effectLst/>
              </p:spPr>
              <p:txBody>
                <a:bodyPr wrap="none" anchor="ctr"/>
                <a:lstStyle/>
                <a:p>
                  <a:endParaRPr lang="zh-CN" altLang="en-US" sz="2800"/>
                </a:p>
              </p:txBody>
            </p:sp>
            <p:sp>
              <p:nvSpPr>
                <p:cNvPr id="168982" name="Freeform 22"/>
                <p:cNvSpPr>
                  <a:spLocks/>
                </p:cNvSpPr>
                <p:nvPr/>
              </p:nvSpPr>
              <p:spPr bwMode="auto">
                <a:xfrm>
                  <a:off x="1440" y="2016"/>
                  <a:ext cx="1248" cy="1056"/>
                </a:xfrm>
                <a:custGeom>
                  <a:avLst/>
                  <a:gdLst/>
                  <a:ahLst/>
                  <a:cxnLst>
                    <a:cxn ang="0">
                      <a:pos x="0" y="720"/>
                    </a:cxn>
                    <a:cxn ang="0">
                      <a:pos x="192" y="1056"/>
                    </a:cxn>
                    <a:cxn ang="0">
                      <a:pos x="576" y="672"/>
                    </a:cxn>
                    <a:cxn ang="0">
                      <a:pos x="768" y="672"/>
                    </a:cxn>
                    <a:cxn ang="0">
                      <a:pos x="816" y="1056"/>
                    </a:cxn>
                    <a:cxn ang="0">
                      <a:pos x="1104" y="720"/>
                    </a:cxn>
                    <a:cxn ang="0">
                      <a:pos x="1248" y="672"/>
                    </a:cxn>
                    <a:cxn ang="0">
                      <a:pos x="864" y="384"/>
                    </a:cxn>
                    <a:cxn ang="0">
                      <a:pos x="1104" y="0"/>
                    </a:cxn>
                  </a:cxnLst>
                  <a:rect l="0" t="0" r="r" b="b"/>
                  <a:pathLst>
                    <a:path w="1248" h="1056">
                      <a:moveTo>
                        <a:pt x="0" y="720"/>
                      </a:moveTo>
                      <a:lnTo>
                        <a:pt x="192" y="1056"/>
                      </a:lnTo>
                      <a:lnTo>
                        <a:pt x="576" y="672"/>
                      </a:lnTo>
                      <a:lnTo>
                        <a:pt x="768" y="672"/>
                      </a:lnTo>
                      <a:lnTo>
                        <a:pt x="816" y="1056"/>
                      </a:lnTo>
                      <a:lnTo>
                        <a:pt x="1104" y="720"/>
                      </a:lnTo>
                      <a:lnTo>
                        <a:pt x="1248" y="672"/>
                      </a:lnTo>
                      <a:lnTo>
                        <a:pt x="864" y="384"/>
                      </a:lnTo>
                      <a:lnTo>
                        <a:pt x="1104" y="0"/>
                      </a:lnTo>
                    </a:path>
                  </a:pathLst>
                </a:custGeom>
                <a:solidFill>
                  <a:srgbClr val="DDE69E"/>
                </a:solidFill>
                <a:ln w="19050" cap="flat" cmpd="sng">
                  <a:solidFill>
                    <a:srgbClr val="996633"/>
                  </a:solidFill>
                  <a:prstDash val="solid"/>
                  <a:miter lim="800000"/>
                  <a:headEnd type="none" w="med" len="med"/>
                  <a:tailEnd type="none" w="med" len="med"/>
                </a:ln>
                <a:effectLst/>
              </p:spPr>
              <p:txBody>
                <a:bodyPr wrap="none" anchor="ctr"/>
                <a:lstStyle/>
                <a:p>
                  <a:endParaRPr lang="zh-CN" altLang="en-US" sz="2800"/>
                </a:p>
              </p:txBody>
            </p:sp>
            <p:sp>
              <p:nvSpPr>
                <p:cNvPr id="168983" name="Freeform 23"/>
                <p:cNvSpPr>
                  <a:spLocks/>
                </p:cNvSpPr>
                <p:nvPr/>
              </p:nvSpPr>
              <p:spPr bwMode="auto">
                <a:xfrm>
                  <a:off x="1824" y="2016"/>
                  <a:ext cx="480" cy="672"/>
                </a:xfrm>
                <a:custGeom>
                  <a:avLst/>
                  <a:gdLst/>
                  <a:ahLst/>
                  <a:cxnLst>
                    <a:cxn ang="0">
                      <a:pos x="192" y="672"/>
                    </a:cxn>
                    <a:cxn ang="0">
                      <a:pos x="0" y="480"/>
                    </a:cxn>
                    <a:cxn ang="0">
                      <a:pos x="480" y="384"/>
                    </a:cxn>
                    <a:cxn ang="0">
                      <a:pos x="192" y="0"/>
                    </a:cxn>
                  </a:cxnLst>
                  <a:rect l="0" t="0" r="r" b="b"/>
                  <a:pathLst>
                    <a:path w="480" h="672">
                      <a:moveTo>
                        <a:pt x="192" y="672"/>
                      </a:moveTo>
                      <a:lnTo>
                        <a:pt x="0" y="480"/>
                      </a:lnTo>
                      <a:lnTo>
                        <a:pt x="480" y="384"/>
                      </a:lnTo>
                      <a:lnTo>
                        <a:pt x="192" y="0"/>
                      </a:lnTo>
                    </a:path>
                  </a:pathLst>
                </a:custGeom>
                <a:solidFill>
                  <a:srgbClr val="DDE69E"/>
                </a:solidFill>
                <a:ln w="19050" cap="flat" cmpd="sng">
                  <a:solidFill>
                    <a:srgbClr val="996633"/>
                  </a:solidFill>
                  <a:prstDash val="solid"/>
                  <a:miter lim="800000"/>
                  <a:headEnd type="none" w="med" len="med"/>
                  <a:tailEnd type="none" w="med" len="med"/>
                </a:ln>
                <a:effectLst/>
              </p:spPr>
              <p:txBody>
                <a:bodyPr wrap="none" anchor="ctr"/>
                <a:lstStyle/>
                <a:p>
                  <a:endParaRPr lang="zh-CN" altLang="en-US" sz="2800"/>
                </a:p>
              </p:txBody>
            </p:sp>
            <p:sp>
              <p:nvSpPr>
                <p:cNvPr id="168984" name="Line 24"/>
                <p:cNvSpPr>
                  <a:spLocks noChangeShapeType="1"/>
                </p:cNvSpPr>
                <p:nvPr/>
              </p:nvSpPr>
              <p:spPr bwMode="auto">
                <a:xfrm flipV="1">
                  <a:off x="2208" y="2400"/>
                  <a:ext cx="96" cy="288"/>
                </a:xfrm>
                <a:prstGeom prst="line">
                  <a:avLst/>
                </a:prstGeom>
                <a:noFill/>
                <a:ln w="19050">
                  <a:solidFill>
                    <a:srgbClr val="996633"/>
                  </a:solidFill>
                  <a:miter lim="800000"/>
                  <a:headEnd/>
                  <a:tailEnd/>
                </a:ln>
                <a:effectLst/>
              </p:spPr>
              <p:txBody>
                <a:bodyPr wrap="none" anchor="ctr"/>
                <a:lstStyle/>
                <a:p>
                  <a:endParaRPr lang="zh-CN" altLang="en-US" sz="2800"/>
                </a:p>
              </p:txBody>
            </p:sp>
          </p:grpSp>
          <p:sp>
            <p:nvSpPr>
              <p:cNvPr id="168985" name="Line 25"/>
              <p:cNvSpPr>
                <a:spLocks noChangeShapeType="1"/>
              </p:cNvSpPr>
              <p:nvPr/>
            </p:nvSpPr>
            <p:spPr bwMode="auto">
              <a:xfrm flipV="1">
                <a:off x="1104" y="2400"/>
                <a:ext cx="240" cy="144"/>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86" name="Line 26"/>
              <p:cNvSpPr>
                <a:spLocks noChangeShapeType="1"/>
              </p:cNvSpPr>
              <p:nvPr/>
            </p:nvSpPr>
            <p:spPr bwMode="auto">
              <a:xfrm flipV="1">
                <a:off x="1152" y="2784"/>
                <a:ext cx="240" cy="144"/>
              </a:xfrm>
              <a:prstGeom prst="line">
                <a:avLst/>
              </a:prstGeom>
              <a:noFill/>
              <a:ln w="38100">
                <a:solidFill>
                  <a:srgbClr val="0000FF"/>
                </a:solidFill>
                <a:miter lim="800000"/>
                <a:headEnd type="triangle" w="med" len="med"/>
                <a:tailEnd/>
              </a:ln>
              <a:effectLst/>
            </p:spPr>
            <p:txBody>
              <a:bodyPr wrap="none" anchor="ctr"/>
              <a:lstStyle/>
              <a:p>
                <a:endParaRPr lang="zh-CN" altLang="en-US" sz="2800"/>
              </a:p>
            </p:txBody>
          </p:sp>
          <p:sp>
            <p:nvSpPr>
              <p:cNvPr id="168987" name="Line 27"/>
              <p:cNvSpPr>
                <a:spLocks noChangeShapeType="1"/>
              </p:cNvSpPr>
              <p:nvPr/>
            </p:nvSpPr>
            <p:spPr bwMode="auto">
              <a:xfrm flipH="1" flipV="1">
                <a:off x="1440" y="2640"/>
                <a:ext cx="336" cy="0"/>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88" name="Line 28"/>
              <p:cNvSpPr>
                <a:spLocks noChangeShapeType="1"/>
              </p:cNvSpPr>
              <p:nvPr/>
            </p:nvSpPr>
            <p:spPr bwMode="auto">
              <a:xfrm>
                <a:off x="1296" y="3120"/>
                <a:ext cx="48" cy="240"/>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89" name="Line 29"/>
              <p:cNvSpPr>
                <a:spLocks noChangeShapeType="1"/>
              </p:cNvSpPr>
              <p:nvPr/>
            </p:nvSpPr>
            <p:spPr bwMode="auto">
              <a:xfrm flipV="1">
                <a:off x="1680" y="2976"/>
                <a:ext cx="0" cy="288"/>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90" name="Line 30"/>
              <p:cNvSpPr>
                <a:spLocks noChangeShapeType="1"/>
              </p:cNvSpPr>
              <p:nvPr/>
            </p:nvSpPr>
            <p:spPr bwMode="auto">
              <a:xfrm>
                <a:off x="1920" y="2496"/>
                <a:ext cx="240" cy="240"/>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91" name="Line 31"/>
              <p:cNvSpPr>
                <a:spLocks noChangeShapeType="1"/>
              </p:cNvSpPr>
              <p:nvPr/>
            </p:nvSpPr>
            <p:spPr bwMode="auto">
              <a:xfrm flipH="1" flipV="1">
                <a:off x="1968" y="2880"/>
                <a:ext cx="240" cy="0"/>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92" name="Line 32"/>
              <p:cNvSpPr>
                <a:spLocks noChangeShapeType="1"/>
              </p:cNvSpPr>
              <p:nvPr/>
            </p:nvSpPr>
            <p:spPr bwMode="auto">
              <a:xfrm flipH="1">
                <a:off x="1920" y="3120"/>
                <a:ext cx="240" cy="192"/>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93" name="Line 33"/>
              <p:cNvSpPr>
                <a:spLocks noChangeShapeType="1"/>
              </p:cNvSpPr>
              <p:nvPr/>
            </p:nvSpPr>
            <p:spPr bwMode="auto">
              <a:xfrm flipH="1" flipV="1">
                <a:off x="2496" y="2496"/>
                <a:ext cx="144" cy="384"/>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94" name="Line 34"/>
              <p:cNvSpPr>
                <a:spLocks noChangeShapeType="1"/>
              </p:cNvSpPr>
              <p:nvPr/>
            </p:nvSpPr>
            <p:spPr bwMode="auto">
              <a:xfrm flipV="1">
                <a:off x="2304" y="3024"/>
                <a:ext cx="240" cy="0"/>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95" name="Line 35"/>
              <p:cNvSpPr>
                <a:spLocks noChangeShapeType="1"/>
              </p:cNvSpPr>
              <p:nvPr/>
            </p:nvSpPr>
            <p:spPr bwMode="auto">
              <a:xfrm>
                <a:off x="2496" y="3168"/>
                <a:ext cx="144" cy="192"/>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8996" name="Line 36"/>
              <p:cNvSpPr>
                <a:spLocks noChangeShapeType="1"/>
              </p:cNvSpPr>
              <p:nvPr/>
            </p:nvSpPr>
            <p:spPr bwMode="auto">
              <a:xfrm flipV="1">
                <a:off x="2304" y="2400"/>
                <a:ext cx="0" cy="240"/>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grpSp>
        <p:sp>
          <p:nvSpPr>
            <p:cNvPr id="168997" name="Text Box 37"/>
            <p:cNvSpPr txBox="1">
              <a:spLocks noChangeArrowheads="1"/>
            </p:cNvSpPr>
            <p:nvPr/>
          </p:nvSpPr>
          <p:spPr bwMode="auto">
            <a:xfrm>
              <a:off x="620" y="1065"/>
              <a:ext cx="388" cy="1104"/>
            </a:xfrm>
            <a:prstGeom prst="rect">
              <a:avLst/>
            </a:prstGeom>
            <a:gradFill rotWithShape="0">
              <a:gsLst>
                <a:gs pos="0">
                  <a:schemeClr val="accent1"/>
                </a:gs>
                <a:gs pos="50000">
                  <a:srgbClr val="FFFFFF"/>
                </a:gs>
                <a:gs pos="100000">
                  <a:schemeClr val="accent1"/>
                </a:gs>
              </a:gsLst>
              <a:lin ang="0" scaled="1"/>
            </a:gradFill>
            <a:ln w="9525">
              <a:solidFill>
                <a:schemeClr val="tx2"/>
              </a:solidFill>
              <a:miter lim="800000"/>
              <a:headEnd/>
              <a:tailEnd/>
            </a:ln>
            <a:effectLst/>
          </p:spPr>
          <p:txBody>
            <a:bodyPr vert="eaVert">
              <a:spAutoFit/>
            </a:bodyPr>
            <a:lstStyle/>
            <a:p>
              <a:pPr algn="ctr">
                <a:spcBef>
                  <a:spcPct val="50000"/>
                </a:spcBef>
              </a:pPr>
              <a:r>
                <a:rPr kumimoji="1" lang="zh-CN" altLang="en-US" sz="2800"/>
                <a:t>无外磁场</a:t>
              </a:r>
            </a:p>
          </p:txBody>
        </p:sp>
      </p:grpSp>
      <p:grpSp>
        <p:nvGrpSpPr>
          <p:cNvPr id="5" name="Group 87"/>
          <p:cNvGrpSpPr>
            <a:grpSpLocks/>
          </p:cNvGrpSpPr>
          <p:nvPr/>
        </p:nvGrpSpPr>
        <p:grpSpPr bwMode="auto">
          <a:xfrm>
            <a:off x="4876800" y="1066800"/>
            <a:ext cx="3276600" cy="2362200"/>
            <a:chOff x="3072" y="720"/>
            <a:chExt cx="2064" cy="1488"/>
          </a:xfrm>
        </p:grpSpPr>
        <p:grpSp>
          <p:nvGrpSpPr>
            <p:cNvPr id="6" name="Group 39"/>
            <p:cNvGrpSpPr>
              <a:grpSpLocks/>
            </p:cNvGrpSpPr>
            <p:nvPr/>
          </p:nvGrpSpPr>
          <p:grpSpPr bwMode="auto">
            <a:xfrm>
              <a:off x="3456" y="720"/>
              <a:ext cx="1680" cy="1488"/>
              <a:chOff x="3072" y="960"/>
              <a:chExt cx="1632" cy="1392"/>
            </a:xfrm>
          </p:grpSpPr>
          <p:sp>
            <p:nvSpPr>
              <p:cNvPr id="169000" name="Rectangle 40"/>
              <p:cNvSpPr>
                <a:spLocks noChangeArrowheads="1"/>
              </p:cNvSpPr>
              <p:nvPr/>
            </p:nvSpPr>
            <p:spPr bwMode="auto">
              <a:xfrm>
                <a:off x="3072" y="1296"/>
                <a:ext cx="1632" cy="1056"/>
              </a:xfrm>
              <a:prstGeom prst="rect">
                <a:avLst/>
              </a:prstGeom>
              <a:solidFill>
                <a:srgbClr val="DDE69E"/>
              </a:solidFill>
              <a:ln w="19050">
                <a:solidFill>
                  <a:srgbClr val="996633"/>
                </a:solidFill>
                <a:miter lim="800000"/>
                <a:headEnd/>
                <a:tailEnd/>
              </a:ln>
              <a:effectLst/>
            </p:spPr>
            <p:txBody>
              <a:bodyPr wrap="none" anchor="ctr"/>
              <a:lstStyle/>
              <a:p>
                <a:endParaRPr lang="zh-CN" altLang="en-US" sz="2800"/>
              </a:p>
            </p:txBody>
          </p:sp>
          <p:sp>
            <p:nvSpPr>
              <p:cNvPr id="169001" name="Line 41"/>
              <p:cNvSpPr>
                <a:spLocks noChangeShapeType="1"/>
              </p:cNvSpPr>
              <p:nvPr/>
            </p:nvSpPr>
            <p:spPr bwMode="auto">
              <a:xfrm flipV="1">
                <a:off x="3072" y="1296"/>
                <a:ext cx="624" cy="480"/>
              </a:xfrm>
              <a:prstGeom prst="line">
                <a:avLst/>
              </a:prstGeom>
              <a:noFill/>
              <a:ln w="19050">
                <a:solidFill>
                  <a:srgbClr val="996633"/>
                </a:solidFill>
                <a:miter lim="800000"/>
                <a:headEnd/>
                <a:tailEnd/>
              </a:ln>
              <a:effectLst/>
            </p:spPr>
            <p:txBody>
              <a:bodyPr wrap="none" anchor="ctr"/>
              <a:lstStyle/>
              <a:p>
                <a:endParaRPr lang="zh-CN" altLang="en-US" sz="2800"/>
              </a:p>
            </p:txBody>
          </p:sp>
          <p:sp>
            <p:nvSpPr>
              <p:cNvPr id="169002" name="Freeform 42"/>
              <p:cNvSpPr>
                <a:spLocks/>
              </p:cNvSpPr>
              <p:nvPr/>
            </p:nvSpPr>
            <p:spPr bwMode="auto">
              <a:xfrm>
                <a:off x="3072" y="1584"/>
                <a:ext cx="336" cy="432"/>
              </a:xfrm>
              <a:custGeom>
                <a:avLst/>
                <a:gdLst/>
                <a:ahLst/>
                <a:cxnLst>
                  <a:cxn ang="0">
                    <a:pos x="240" y="0"/>
                  </a:cxn>
                  <a:cxn ang="0">
                    <a:pos x="336" y="240"/>
                  </a:cxn>
                  <a:cxn ang="0">
                    <a:pos x="336" y="480"/>
                  </a:cxn>
                  <a:cxn ang="0">
                    <a:pos x="48" y="432"/>
                  </a:cxn>
                  <a:cxn ang="0">
                    <a:pos x="0" y="432"/>
                  </a:cxn>
                </a:cxnLst>
                <a:rect l="0" t="0" r="r" b="b"/>
                <a:pathLst>
                  <a:path w="336" h="480">
                    <a:moveTo>
                      <a:pt x="240" y="0"/>
                    </a:moveTo>
                    <a:lnTo>
                      <a:pt x="336" y="240"/>
                    </a:lnTo>
                    <a:lnTo>
                      <a:pt x="336" y="480"/>
                    </a:lnTo>
                    <a:lnTo>
                      <a:pt x="48" y="432"/>
                    </a:lnTo>
                    <a:lnTo>
                      <a:pt x="0" y="432"/>
                    </a:lnTo>
                  </a:path>
                </a:pathLst>
              </a:custGeom>
              <a:solidFill>
                <a:srgbClr val="DDE69E"/>
              </a:solidFill>
              <a:ln w="19050" cap="flat" cmpd="sng">
                <a:solidFill>
                  <a:srgbClr val="996633"/>
                </a:solidFill>
                <a:prstDash val="solid"/>
                <a:miter lim="800000"/>
                <a:headEnd type="none" w="med" len="med"/>
                <a:tailEnd type="none" w="med" len="med"/>
              </a:ln>
              <a:effectLst/>
            </p:spPr>
            <p:txBody>
              <a:bodyPr wrap="none" anchor="ctr"/>
              <a:lstStyle/>
              <a:p>
                <a:endParaRPr lang="zh-CN" altLang="en-US" sz="2800"/>
              </a:p>
            </p:txBody>
          </p:sp>
          <p:sp>
            <p:nvSpPr>
              <p:cNvPr id="169003" name="Freeform 43"/>
              <p:cNvSpPr>
                <a:spLocks/>
              </p:cNvSpPr>
              <p:nvPr/>
            </p:nvSpPr>
            <p:spPr bwMode="auto">
              <a:xfrm>
                <a:off x="3408" y="1296"/>
                <a:ext cx="384" cy="576"/>
              </a:xfrm>
              <a:custGeom>
                <a:avLst/>
                <a:gdLst/>
                <a:ahLst/>
                <a:cxnLst>
                  <a:cxn ang="0">
                    <a:pos x="0" y="576"/>
                  </a:cxn>
                  <a:cxn ang="0">
                    <a:pos x="336" y="480"/>
                  </a:cxn>
                  <a:cxn ang="0">
                    <a:pos x="336" y="0"/>
                  </a:cxn>
                </a:cxnLst>
                <a:rect l="0" t="0" r="r" b="b"/>
                <a:pathLst>
                  <a:path w="336" h="576">
                    <a:moveTo>
                      <a:pt x="0" y="576"/>
                    </a:moveTo>
                    <a:lnTo>
                      <a:pt x="336" y="480"/>
                    </a:lnTo>
                    <a:lnTo>
                      <a:pt x="336" y="0"/>
                    </a:lnTo>
                  </a:path>
                </a:pathLst>
              </a:custGeom>
              <a:solidFill>
                <a:srgbClr val="DDE69E"/>
              </a:solidFill>
              <a:ln w="19050" cap="flat" cmpd="sng">
                <a:solidFill>
                  <a:srgbClr val="996633"/>
                </a:solidFill>
                <a:prstDash val="solid"/>
                <a:miter lim="800000"/>
                <a:headEnd type="none" w="med" len="med"/>
                <a:tailEnd type="none" w="med" len="med"/>
              </a:ln>
              <a:effectLst/>
            </p:spPr>
            <p:txBody>
              <a:bodyPr wrap="none" anchor="ctr"/>
              <a:lstStyle/>
              <a:p>
                <a:endParaRPr lang="zh-CN" altLang="en-US" sz="2800"/>
              </a:p>
            </p:txBody>
          </p:sp>
          <p:sp>
            <p:nvSpPr>
              <p:cNvPr id="169004" name="Freeform 44"/>
              <p:cNvSpPr>
                <a:spLocks/>
              </p:cNvSpPr>
              <p:nvPr/>
            </p:nvSpPr>
            <p:spPr bwMode="auto">
              <a:xfrm>
                <a:off x="4032" y="1296"/>
                <a:ext cx="480" cy="1056"/>
              </a:xfrm>
              <a:custGeom>
                <a:avLst/>
                <a:gdLst/>
                <a:ahLst/>
                <a:cxnLst>
                  <a:cxn ang="0">
                    <a:pos x="192" y="672"/>
                  </a:cxn>
                  <a:cxn ang="0">
                    <a:pos x="0" y="480"/>
                  </a:cxn>
                  <a:cxn ang="0">
                    <a:pos x="480" y="384"/>
                  </a:cxn>
                  <a:cxn ang="0">
                    <a:pos x="192" y="0"/>
                  </a:cxn>
                </a:cxnLst>
                <a:rect l="0" t="0" r="r" b="b"/>
                <a:pathLst>
                  <a:path w="480" h="672">
                    <a:moveTo>
                      <a:pt x="192" y="672"/>
                    </a:moveTo>
                    <a:lnTo>
                      <a:pt x="0" y="480"/>
                    </a:lnTo>
                    <a:lnTo>
                      <a:pt x="480" y="384"/>
                    </a:lnTo>
                    <a:lnTo>
                      <a:pt x="192" y="0"/>
                    </a:lnTo>
                  </a:path>
                </a:pathLst>
              </a:custGeom>
              <a:solidFill>
                <a:srgbClr val="DDE69E"/>
              </a:solidFill>
              <a:ln w="19050" cap="flat" cmpd="sng">
                <a:solidFill>
                  <a:srgbClr val="996633"/>
                </a:solidFill>
                <a:prstDash val="solid"/>
                <a:miter lim="800000"/>
                <a:headEnd type="none" w="med" len="med"/>
                <a:tailEnd type="none" w="med" len="med"/>
              </a:ln>
              <a:effectLst/>
            </p:spPr>
            <p:txBody>
              <a:bodyPr wrap="none" anchor="ctr"/>
              <a:lstStyle/>
              <a:p>
                <a:endParaRPr lang="zh-CN" altLang="en-US" sz="2800"/>
              </a:p>
            </p:txBody>
          </p:sp>
          <p:sp>
            <p:nvSpPr>
              <p:cNvPr id="169005" name="Line 45"/>
              <p:cNvSpPr>
                <a:spLocks noChangeShapeType="1"/>
              </p:cNvSpPr>
              <p:nvPr/>
            </p:nvSpPr>
            <p:spPr bwMode="auto">
              <a:xfrm flipH="1" flipV="1">
                <a:off x="4512" y="1872"/>
                <a:ext cx="192" cy="288"/>
              </a:xfrm>
              <a:prstGeom prst="line">
                <a:avLst/>
              </a:prstGeom>
              <a:noFill/>
              <a:ln w="19050">
                <a:solidFill>
                  <a:srgbClr val="996633"/>
                </a:solidFill>
                <a:miter lim="800000"/>
                <a:headEnd/>
                <a:tailEnd/>
              </a:ln>
              <a:effectLst/>
            </p:spPr>
            <p:txBody>
              <a:bodyPr wrap="none" anchor="ctr"/>
              <a:lstStyle/>
              <a:p>
                <a:endParaRPr lang="zh-CN" altLang="en-US" sz="2800"/>
              </a:p>
            </p:txBody>
          </p:sp>
          <p:sp>
            <p:nvSpPr>
              <p:cNvPr id="169006" name="Line 46"/>
              <p:cNvSpPr>
                <a:spLocks noChangeShapeType="1"/>
              </p:cNvSpPr>
              <p:nvPr/>
            </p:nvSpPr>
            <p:spPr bwMode="auto">
              <a:xfrm flipV="1">
                <a:off x="3120" y="1344"/>
                <a:ext cx="240" cy="144"/>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07" name="Line 47"/>
              <p:cNvSpPr>
                <a:spLocks noChangeShapeType="1"/>
              </p:cNvSpPr>
              <p:nvPr/>
            </p:nvSpPr>
            <p:spPr bwMode="auto">
              <a:xfrm>
                <a:off x="3168" y="1824"/>
                <a:ext cx="192" cy="144"/>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08" name="Line 48"/>
              <p:cNvSpPr>
                <a:spLocks noChangeShapeType="1"/>
              </p:cNvSpPr>
              <p:nvPr/>
            </p:nvSpPr>
            <p:spPr bwMode="auto">
              <a:xfrm flipH="1" flipV="1">
                <a:off x="3456" y="1584"/>
                <a:ext cx="336" cy="96"/>
              </a:xfrm>
              <a:prstGeom prst="line">
                <a:avLst/>
              </a:prstGeom>
              <a:noFill/>
              <a:ln w="38100">
                <a:solidFill>
                  <a:srgbClr val="0000FF"/>
                </a:solidFill>
                <a:miter lim="800000"/>
                <a:headEnd type="triangle" w="med" len="med"/>
                <a:tailEnd/>
              </a:ln>
              <a:effectLst/>
            </p:spPr>
            <p:txBody>
              <a:bodyPr wrap="none" anchor="ctr"/>
              <a:lstStyle/>
              <a:p>
                <a:endParaRPr lang="zh-CN" altLang="en-US" sz="2800"/>
              </a:p>
            </p:txBody>
          </p:sp>
          <p:sp>
            <p:nvSpPr>
              <p:cNvPr id="169009" name="Line 49"/>
              <p:cNvSpPr>
                <a:spLocks noChangeShapeType="1"/>
              </p:cNvSpPr>
              <p:nvPr/>
            </p:nvSpPr>
            <p:spPr bwMode="auto">
              <a:xfrm>
                <a:off x="3216" y="2112"/>
                <a:ext cx="288" cy="192"/>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10" name="Line 50"/>
              <p:cNvSpPr>
                <a:spLocks noChangeShapeType="1"/>
              </p:cNvSpPr>
              <p:nvPr/>
            </p:nvSpPr>
            <p:spPr bwMode="auto">
              <a:xfrm flipV="1">
                <a:off x="3552" y="1872"/>
                <a:ext cx="192" cy="144"/>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11" name="Line 51"/>
              <p:cNvSpPr>
                <a:spLocks noChangeShapeType="1"/>
              </p:cNvSpPr>
              <p:nvPr/>
            </p:nvSpPr>
            <p:spPr bwMode="auto">
              <a:xfrm>
                <a:off x="3936" y="1344"/>
                <a:ext cx="240" cy="240"/>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12" name="Line 52"/>
              <p:cNvSpPr>
                <a:spLocks noChangeShapeType="1"/>
              </p:cNvSpPr>
              <p:nvPr/>
            </p:nvSpPr>
            <p:spPr bwMode="auto">
              <a:xfrm flipH="1">
                <a:off x="3984" y="1728"/>
                <a:ext cx="288" cy="192"/>
              </a:xfrm>
              <a:prstGeom prst="line">
                <a:avLst/>
              </a:prstGeom>
              <a:noFill/>
              <a:ln w="38100">
                <a:solidFill>
                  <a:srgbClr val="0000FF"/>
                </a:solidFill>
                <a:miter lim="800000"/>
                <a:headEnd type="triangle" w="med" len="med"/>
                <a:tailEnd/>
              </a:ln>
              <a:effectLst/>
            </p:spPr>
            <p:txBody>
              <a:bodyPr wrap="none" anchor="ctr"/>
              <a:lstStyle/>
              <a:p>
                <a:endParaRPr lang="zh-CN" altLang="en-US" sz="2800"/>
              </a:p>
            </p:txBody>
          </p:sp>
          <p:sp>
            <p:nvSpPr>
              <p:cNvPr id="169013" name="Line 53"/>
              <p:cNvSpPr>
                <a:spLocks noChangeShapeType="1"/>
              </p:cNvSpPr>
              <p:nvPr/>
            </p:nvSpPr>
            <p:spPr bwMode="auto">
              <a:xfrm>
                <a:off x="4464" y="1488"/>
                <a:ext cx="192" cy="192"/>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14" name="Line 54"/>
              <p:cNvSpPr>
                <a:spLocks noChangeShapeType="1"/>
              </p:cNvSpPr>
              <p:nvPr/>
            </p:nvSpPr>
            <p:spPr bwMode="auto">
              <a:xfrm flipV="1">
                <a:off x="4320" y="2064"/>
                <a:ext cx="240" cy="144"/>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15" name="Line 55"/>
              <p:cNvSpPr>
                <a:spLocks noChangeShapeType="1"/>
              </p:cNvSpPr>
              <p:nvPr/>
            </p:nvSpPr>
            <p:spPr bwMode="auto">
              <a:xfrm>
                <a:off x="3936" y="2112"/>
                <a:ext cx="144" cy="192"/>
              </a:xfrm>
              <a:prstGeom prst="line">
                <a:avLst/>
              </a:prstGeom>
              <a:noFill/>
              <a:ln w="38100">
                <a:solidFill>
                  <a:srgbClr val="0000FF"/>
                </a:solidFill>
                <a:miter lim="800000"/>
                <a:headEnd/>
                <a:tailEnd type="triangle" w="med" len="med"/>
              </a:ln>
              <a:effectLst/>
            </p:spPr>
            <p:txBody>
              <a:bodyPr wrap="none" anchor="ctr"/>
              <a:lstStyle/>
              <a:p>
                <a:endParaRPr lang="zh-CN" altLang="en-US" sz="2800"/>
              </a:p>
            </p:txBody>
          </p:sp>
          <p:sp>
            <p:nvSpPr>
              <p:cNvPr id="169016" name="Line 56"/>
              <p:cNvSpPr>
                <a:spLocks noChangeShapeType="1"/>
              </p:cNvSpPr>
              <p:nvPr/>
            </p:nvSpPr>
            <p:spPr bwMode="auto">
              <a:xfrm>
                <a:off x="3408" y="1104"/>
                <a:ext cx="864" cy="0"/>
              </a:xfrm>
              <a:prstGeom prst="line">
                <a:avLst/>
              </a:prstGeom>
              <a:noFill/>
              <a:ln w="38100">
                <a:solidFill>
                  <a:srgbClr val="FF0000"/>
                </a:solidFill>
                <a:miter lim="800000"/>
                <a:headEnd/>
                <a:tailEnd type="triangle" w="med" len="med"/>
              </a:ln>
              <a:effectLst/>
            </p:spPr>
            <p:txBody>
              <a:bodyPr wrap="none" anchor="ctr"/>
              <a:lstStyle/>
              <a:p>
                <a:endParaRPr lang="zh-CN" altLang="en-US" sz="2800"/>
              </a:p>
            </p:txBody>
          </p:sp>
          <p:sp>
            <p:nvSpPr>
              <p:cNvPr id="169017" name="Line 57"/>
              <p:cNvSpPr>
                <a:spLocks noChangeShapeType="1"/>
              </p:cNvSpPr>
              <p:nvPr/>
            </p:nvSpPr>
            <p:spPr bwMode="auto">
              <a:xfrm flipH="1" flipV="1">
                <a:off x="3408" y="2016"/>
                <a:ext cx="432" cy="336"/>
              </a:xfrm>
              <a:prstGeom prst="line">
                <a:avLst/>
              </a:prstGeom>
              <a:noFill/>
              <a:ln w="19050">
                <a:solidFill>
                  <a:srgbClr val="996633"/>
                </a:solidFill>
                <a:miter lim="800000"/>
                <a:headEnd/>
                <a:tailEnd/>
              </a:ln>
              <a:effectLst/>
            </p:spPr>
            <p:txBody>
              <a:bodyPr wrap="none" anchor="ctr"/>
              <a:lstStyle/>
              <a:p>
                <a:endParaRPr lang="zh-CN" altLang="en-US" sz="2800"/>
              </a:p>
            </p:txBody>
          </p:sp>
          <p:sp>
            <p:nvSpPr>
              <p:cNvPr id="169018" name="Line 58"/>
              <p:cNvSpPr>
                <a:spLocks noChangeShapeType="1"/>
              </p:cNvSpPr>
              <p:nvPr/>
            </p:nvSpPr>
            <p:spPr bwMode="auto">
              <a:xfrm flipH="1" flipV="1">
                <a:off x="3792" y="1536"/>
                <a:ext cx="624" cy="144"/>
              </a:xfrm>
              <a:prstGeom prst="line">
                <a:avLst/>
              </a:prstGeom>
              <a:noFill/>
              <a:ln w="19050">
                <a:solidFill>
                  <a:srgbClr val="996633"/>
                </a:solidFill>
                <a:miter lim="800000"/>
                <a:headEnd/>
                <a:tailEnd/>
              </a:ln>
              <a:effectLst/>
            </p:spPr>
            <p:txBody>
              <a:bodyPr wrap="none" anchor="ctr"/>
              <a:lstStyle/>
              <a:p>
                <a:endParaRPr lang="zh-CN" altLang="en-US" sz="2800"/>
              </a:p>
            </p:txBody>
          </p:sp>
          <p:sp>
            <p:nvSpPr>
              <p:cNvPr id="169019" name="Line 59"/>
              <p:cNvSpPr>
                <a:spLocks noChangeShapeType="1"/>
              </p:cNvSpPr>
              <p:nvPr/>
            </p:nvSpPr>
            <p:spPr bwMode="auto">
              <a:xfrm flipH="1" flipV="1">
                <a:off x="3792" y="1776"/>
                <a:ext cx="240" cy="288"/>
              </a:xfrm>
              <a:prstGeom prst="line">
                <a:avLst/>
              </a:prstGeom>
              <a:noFill/>
              <a:ln w="19050">
                <a:solidFill>
                  <a:srgbClr val="996633"/>
                </a:solidFill>
                <a:miter lim="800000"/>
                <a:headEnd/>
                <a:tailEnd/>
              </a:ln>
              <a:effectLst/>
            </p:spPr>
            <p:txBody>
              <a:bodyPr wrap="none" anchor="ctr"/>
              <a:lstStyle/>
              <a:p>
                <a:endParaRPr lang="zh-CN" altLang="en-US" sz="2800"/>
              </a:p>
            </p:txBody>
          </p:sp>
          <p:sp>
            <p:nvSpPr>
              <p:cNvPr id="169020" name="Line 60"/>
              <p:cNvSpPr>
                <a:spLocks noChangeShapeType="1"/>
              </p:cNvSpPr>
              <p:nvPr/>
            </p:nvSpPr>
            <p:spPr bwMode="auto">
              <a:xfrm flipH="1">
                <a:off x="3792" y="1968"/>
                <a:ext cx="144" cy="384"/>
              </a:xfrm>
              <a:prstGeom prst="line">
                <a:avLst/>
              </a:prstGeom>
              <a:noFill/>
              <a:ln w="19050">
                <a:solidFill>
                  <a:srgbClr val="996633"/>
                </a:solidFill>
                <a:miter lim="800000"/>
                <a:headEnd/>
                <a:tailEnd/>
              </a:ln>
              <a:effectLst/>
            </p:spPr>
            <p:txBody>
              <a:bodyPr wrap="none" anchor="ctr"/>
              <a:lstStyle/>
              <a:p>
                <a:endParaRPr lang="zh-CN" altLang="en-US" sz="2800"/>
              </a:p>
            </p:txBody>
          </p:sp>
          <p:graphicFrame>
            <p:nvGraphicFramePr>
              <p:cNvPr id="169021" name="Object 61"/>
              <p:cNvGraphicFramePr>
                <a:graphicFrameLocks noChangeAspect="1"/>
              </p:cNvGraphicFramePr>
              <p:nvPr/>
            </p:nvGraphicFramePr>
            <p:xfrm>
              <a:off x="4320" y="960"/>
              <a:ext cx="251" cy="311"/>
            </p:xfrm>
            <a:graphic>
              <a:graphicData uri="http://schemas.openxmlformats.org/presentationml/2006/ole">
                <p:oleObj spid="_x0000_s1104903" name="公式" r:id="rId3" imgW="215640" imgH="266400" progId="Equation.3">
                  <p:embed/>
                </p:oleObj>
              </a:graphicData>
            </a:graphic>
          </p:graphicFrame>
        </p:grpSp>
        <p:sp>
          <p:nvSpPr>
            <p:cNvPr id="169022" name="Rectangle 62"/>
            <p:cNvSpPr>
              <a:spLocks noChangeArrowheads="1"/>
            </p:cNvSpPr>
            <p:nvPr/>
          </p:nvSpPr>
          <p:spPr bwMode="auto">
            <a:xfrm>
              <a:off x="3072" y="1068"/>
              <a:ext cx="384" cy="1140"/>
            </a:xfrm>
            <a:prstGeom prst="rect">
              <a:avLst/>
            </a:prstGeom>
            <a:gradFill rotWithShape="0">
              <a:gsLst>
                <a:gs pos="0">
                  <a:schemeClr val="accent1"/>
                </a:gs>
                <a:gs pos="50000">
                  <a:srgbClr val="FFFFFF"/>
                </a:gs>
                <a:gs pos="100000">
                  <a:schemeClr val="accent1"/>
                </a:gs>
              </a:gsLst>
              <a:lin ang="0" scaled="1"/>
            </a:gradFill>
            <a:ln w="9525">
              <a:solidFill>
                <a:schemeClr val="tx2"/>
              </a:solidFill>
              <a:miter lim="800000"/>
              <a:headEnd/>
              <a:tailEnd/>
            </a:ln>
            <a:effectLst/>
          </p:spPr>
          <p:txBody>
            <a:bodyPr>
              <a:spAutoFit/>
            </a:bodyPr>
            <a:lstStyle/>
            <a:p>
              <a:pPr>
                <a:spcBef>
                  <a:spcPct val="50000"/>
                </a:spcBef>
              </a:pPr>
              <a:r>
                <a:rPr kumimoji="1" lang="zh-CN" altLang="en-US" sz="2800"/>
                <a:t>有外磁场</a:t>
              </a:r>
            </a:p>
          </p:txBody>
        </p:sp>
      </p:grpSp>
      <p:sp>
        <p:nvSpPr>
          <p:cNvPr id="169023" name="Text Box 63"/>
          <p:cNvSpPr txBox="1">
            <a:spLocks noChangeArrowheads="1"/>
          </p:cNvSpPr>
          <p:nvPr/>
        </p:nvSpPr>
        <p:spPr bwMode="auto">
          <a:xfrm>
            <a:off x="304800" y="3519488"/>
            <a:ext cx="4724400" cy="519112"/>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2.    磁化曲线  磁滞回线</a:t>
            </a:r>
          </a:p>
        </p:txBody>
      </p:sp>
      <p:sp>
        <p:nvSpPr>
          <p:cNvPr id="169046" name="Text Box 86"/>
          <p:cNvSpPr txBox="1">
            <a:spLocks noChangeArrowheads="1"/>
          </p:cNvSpPr>
          <p:nvPr/>
        </p:nvSpPr>
        <p:spPr bwMode="auto">
          <a:xfrm>
            <a:off x="228600" y="609600"/>
            <a:ext cx="3429000" cy="519113"/>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三    铁磁质</a:t>
            </a:r>
            <a:endParaRPr kumimoji="1" lang="zh-CN" altLang="en-US" sz="2800">
              <a:solidFill>
                <a:schemeClr val="tx1"/>
              </a:solidFill>
            </a:endParaRPr>
          </a:p>
        </p:txBody>
      </p:sp>
      <p:grpSp>
        <p:nvGrpSpPr>
          <p:cNvPr id="7" name="Group 94"/>
          <p:cNvGrpSpPr>
            <a:grpSpLocks/>
          </p:cNvGrpSpPr>
          <p:nvPr/>
        </p:nvGrpSpPr>
        <p:grpSpPr bwMode="auto">
          <a:xfrm>
            <a:off x="1833563" y="4129087"/>
            <a:ext cx="6243638" cy="2428874"/>
            <a:chOff x="1155" y="2601"/>
            <a:chExt cx="3933" cy="1530"/>
          </a:xfrm>
        </p:grpSpPr>
        <p:sp>
          <p:nvSpPr>
            <p:cNvPr id="169025" name="Rectangle 65"/>
            <p:cNvSpPr>
              <a:spLocks noChangeArrowheads="1"/>
            </p:cNvSpPr>
            <p:nvPr/>
          </p:nvSpPr>
          <p:spPr bwMode="auto">
            <a:xfrm>
              <a:off x="1543" y="2601"/>
              <a:ext cx="3545" cy="1488"/>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69026" name="Line 66"/>
            <p:cNvSpPr>
              <a:spLocks noChangeShapeType="1"/>
            </p:cNvSpPr>
            <p:nvPr/>
          </p:nvSpPr>
          <p:spPr bwMode="auto">
            <a:xfrm flipV="1">
              <a:off x="2018" y="2655"/>
              <a:ext cx="0" cy="1329"/>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graphicFrame>
          <p:nvGraphicFramePr>
            <p:cNvPr id="169027" name="Object 67"/>
            <p:cNvGraphicFramePr>
              <a:graphicFrameLocks noChangeAspect="1"/>
            </p:cNvGraphicFramePr>
            <p:nvPr/>
          </p:nvGraphicFramePr>
          <p:xfrm>
            <a:off x="1724" y="2650"/>
            <a:ext cx="218" cy="246"/>
          </p:xfrm>
          <a:graphic>
            <a:graphicData uri="http://schemas.openxmlformats.org/presentationml/2006/ole">
              <p:oleObj spid="_x0000_s1104899" name="公式" r:id="rId4" imgW="215640" imgH="228600" progId="Equation.3">
                <p:embed/>
              </p:oleObj>
            </a:graphicData>
          </a:graphic>
        </p:graphicFrame>
        <p:grpSp>
          <p:nvGrpSpPr>
            <p:cNvPr id="8" name="Group 69"/>
            <p:cNvGrpSpPr>
              <a:grpSpLocks/>
            </p:cNvGrpSpPr>
            <p:nvPr/>
          </p:nvGrpSpPr>
          <p:grpSpPr bwMode="auto">
            <a:xfrm>
              <a:off x="3874" y="3360"/>
              <a:ext cx="1029" cy="336"/>
              <a:chOff x="4156" y="3072"/>
              <a:chExt cx="1029" cy="336"/>
            </a:xfrm>
          </p:grpSpPr>
          <p:sp>
            <p:nvSpPr>
              <p:cNvPr id="169030" name="AutoShape 70"/>
              <p:cNvSpPr>
                <a:spLocks noChangeArrowheads="1"/>
              </p:cNvSpPr>
              <p:nvPr/>
            </p:nvSpPr>
            <p:spPr bwMode="auto">
              <a:xfrm>
                <a:off x="4156" y="3072"/>
                <a:ext cx="1029" cy="336"/>
              </a:xfrm>
              <a:prstGeom prst="wedgeRectCallout">
                <a:avLst>
                  <a:gd name="adj1" fmla="val -52139"/>
                  <a:gd name="adj2" fmla="val -114583"/>
                </a:avLst>
              </a:prstGeom>
              <a:gradFill rotWithShape="0">
                <a:gsLst>
                  <a:gs pos="0">
                    <a:schemeClr val="folHlink"/>
                  </a:gs>
                  <a:gs pos="50000">
                    <a:schemeClr val="bg1"/>
                  </a:gs>
                  <a:gs pos="100000">
                    <a:schemeClr val="folHlink"/>
                  </a:gs>
                </a:gsLst>
                <a:lin ang="5400000" scaled="1"/>
              </a:gradFill>
              <a:ln w="9525">
                <a:solidFill>
                  <a:srgbClr val="9900CC"/>
                </a:solidFill>
                <a:miter lim="800000"/>
                <a:headEnd/>
                <a:tailEnd/>
              </a:ln>
              <a:effectLst/>
            </p:spPr>
            <p:txBody>
              <a:bodyPr/>
              <a:lstStyle/>
              <a:p>
                <a:pPr algn="ctr"/>
                <a:endParaRPr lang="zh-CN" altLang="en-US" sz="2800">
                  <a:solidFill>
                    <a:srgbClr val="1C1C1C"/>
                  </a:solidFill>
                </a:endParaRPr>
              </a:p>
            </p:txBody>
          </p:sp>
          <p:graphicFrame>
            <p:nvGraphicFramePr>
              <p:cNvPr id="169031" name="Object 71"/>
              <p:cNvGraphicFramePr>
                <a:graphicFrameLocks noChangeAspect="1"/>
              </p:cNvGraphicFramePr>
              <p:nvPr/>
            </p:nvGraphicFramePr>
            <p:xfrm>
              <a:off x="4156" y="3098"/>
              <a:ext cx="980" cy="270"/>
            </p:xfrm>
            <a:graphic>
              <a:graphicData uri="http://schemas.openxmlformats.org/presentationml/2006/ole">
                <p:oleObj spid="_x0000_s1104902" name="Equation" r:id="rId5" imgW="1333440" imgH="342720" progId="Equation.3">
                  <p:embed/>
                </p:oleObj>
              </a:graphicData>
            </a:graphic>
          </p:graphicFrame>
        </p:grpSp>
        <p:sp>
          <p:nvSpPr>
            <p:cNvPr id="169032" name="Line 72"/>
            <p:cNvSpPr>
              <a:spLocks noChangeShapeType="1"/>
            </p:cNvSpPr>
            <p:nvPr/>
          </p:nvSpPr>
          <p:spPr bwMode="auto">
            <a:xfrm flipV="1">
              <a:off x="2016" y="3984"/>
              <a:ext cx="1920" cy="0"/>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graphicFrame>
          <p:nvGraphicFramePr>
            <p:cNvPr id="169041" name="Object 81"/>
            <p:cNvGraphicFramePr>
              <a:graphicFrameLocks noChangeAspect="1"/>
            </p:cNvGraphicFramePr>
            <p:nvPr/>
          </p:nvGraphicFramePr>
          <p:xfrm>
            <a:off x="3984" y="3840"/>
            <a:ext cx="252" cy="258"/>
          </p:xfrm>
          <a:graphic>
            <a:graphicData uri="http://schemas.openxmlformats.org/presentationml/2006/ole">
              <p:oleObj spid="_x0000_s1104900" name="公式" r:id="rId6" imgW="266400" imgH="228600" progId="Equation.3">
                <p:embed/>
              </p:oleObj>
            </a:graphicData>
          </a:graphic>
        </p:graphicFrame>
        <p:sp>
          <p:nvSpPr>
            <p:cNvPr id="169042" name="Text Box 82"/>
            <p:cNvSpPr txBox="1">
              <a:spLocks noChangeArrowheads="1"/>
            </p:cNvSpPr>
            <p:nvPr/>
          </p:nvSpPr>
          <p:spPr bwMode="auto">
            <a:xfrm>
              <a:off x="1759" y="3801"/>
              <a:ext cx="265" cy="330"/>
            </a:xfrm>
            <a:prstGeom prst="rect">
              <a:avLst/>
            </a:prstGeom>
            <a:noFill/>
            <a:ln w="9525">
              <a:noFill/>
              <a:miter lim="800000"/>
              <a:headEnd/>
              <a:tailEnd/>
            </a:ln>
            <a:effectLst/>
          </p:spPr>
          <p:txBody>
            <a:bodyPr wrap="none">
              <a:spAutoFit/>
            </a:bodyPr>
            <a:lstStyle/>
            <a:p>
              <a:r>
                <a:rPr lang="en-US" altLang="zh-CN" sz="2800" b="0" i="1">
                  <a:solidFill>
                    <a:srgbClr val="1C1C1C"/>
                  </a:solidFill>
                </a:rPr>
                <a:t>O</a:t>
              </a:r>
            </a:p>
          </p:txBody>
        </p:sp>
        <p:sp>
          <p:nvSpPr>
            <p:cNvPr id="169049" name="Text Box 89"/>
            <p:cNvSpPr txBox="1">
              <a:spLocks noChangeArrowheads="1"/>
            </p:cNvSpPr>
            <p:nvPr/>
          </p:nvSpPr>
          <p:spPr bwMode="auto">
            <a:xfrm>
              <a:off x="1155" y="2602"/>
              <a:ext cx="388" cy="1488"/>
            </a:xfrm>
            <a:prstGeom prst="rect">
              <a:avLst/>
            </a:prstGeom>
            <a:gradFill rotWithShape="0">
              <a:gsLst>
                <a:gs pos="0">
                  <a:schemeClr val="accent1"/>
                </a:gs>
                <a:gs pos="50000">
                  <a:srgbClr val="FFFFFF"/>
                </a:gs>
                <a:gs pos="100000">
                  <a:schemeClr val="accent1"/>
                </a:gs>
              </a:gsLst>
              <a:lin ang="0" scaled="1"/>
            </a:gradFill>
            <a:ln w="9525">
              <a:solidFill>
                <a:schemeClr val="tx2"/>
              </a:solidFill>
              <a:miter lim="800000"/>
              <a:headEnd/>
              <a:tailEnd/>
            </a:ln>
            <a:effectLst/>
          </p:spPr>
          <p:txBody>
            <a:bodyPr vert="eaVert">
              <a:spAutoFit/>
            </a:bodyPr>
            <a:lstStyle/>
            <a:p>
              <a:pPr algn="ctr">
                <a:spcBef>
                  <a:spcPct val="50000"/>
                </a:spcBef>
              </a:pPr>
              <a:r>
                <a:rPr kumimoji="1" lang="zh-CN" altLang="en-US" sz="2800"/>
                <a:t>顺磁质</a:t>
              </a:r>
              <a:endParaRPr kumimoji="1" lang="en-US" altLang="zh-CN" sz="2800"/>
            </a:p>
          </p:txBody>
        </p:sp>
        <p:sp>
          <p:nvSpPr>
            <p:cNvPr id="169050" name="Line 90"/>
            <p:cNvSpPr>
              <a:spLocks noChangeShapeType="1"/>
            </p:cNvSpPr>
            <p:nvPr/>
          </p:nvSpPr>
          <p:spPr bwMode="auto">
            <a:xfrm flipV="1">
              <a:off x="2023" y="3024"/>
              <a:ext cx="1824" cy="961"/>
            </a:xfrm>
            <a:prstGeom prst="line">
              <a:avLst/>
            </a:prstGeom>
            <a:noFill/>
            <a:ln w="28575">
              <a:solidFill>
                <a:srgbClr val="3333FF"/>
              </a:solidFill>
              <a:round/>
              <a:headEnd/>
              <a:tailEnd type="none" w="sm" len="lg"/>
            </a:ln>
            <a:effectLst/>
          </p:spPr>
          <p:txBody>
            <a:bodyPr/>
            <a:lstStyle/>
            <a:p>
              <a:endParaRPr lang="zh-CN" altLang="en-US" sz="2800"/>
            </a:p>
          </p:txBody>
        </p:sp>
        <p:sp>
          <p:nvSpPr>
            <p:cNvPr id="169051" name="Arc 91"/>
            <p:cNvSpPr>
              <a:spLocks/>
            </p:cNvSpPr>
            <p:nvPr/>
          </p:nvSpPr>
          <p:spPr bwMode="auto">
            <a:xfrm>
              <a:off x="2263" y="3792"/>
              <a:ext cx="192" cy="208"/>
            </a:xfrm>
            <a:custGeom>
              <a:avLst/>
              <a:gdLst>
                <a:gd name="G0" fmla="+- 0 0 0"/>
                <a:gd name="G1" fmla="+- 17662 0 0"/>
                <a:gd name="G2" fmla="+- 21600 0 0"/>
                <a:gd name="T0" fmla="*/ 12434 w 21600"/>
                <a:gd name="T1" fmla="*/ 0 h 18763"/>
                <a:gd name="T2" fmla="*/ 21572 w 21600"/>
                <a:gd name="T3" fmla="*/ 18763 h 18763"/>
                <a:gd name="T4" fmla="*/ 0 w 21600"/>
                <a:gd name="T5" fmla="*/ 17662 h 18763"/>
              </a:gdLst>
              <a:ahLst/>
              <a:cxnLst>
                <a:cxn ang="0">
                  <a:pos x="T0" y="T1"/>
                </a:cxn>
                <a:cxn ang="0">
                  <a:pos x="T2" y="T3"/>
                </a:cxn>
                <a:cxn ang="0">
                  <a:pos x="T4" y="T5"/>
                </a:cxn>
              </a:cxnLst>
              <a:rect l="0" t="0" r="r" b="b"/>
              <a:pathLst>
                <a:path w="21600" h="18763" fill="none" extrusionOk="0">
                  <a:moveTo>
                    <a:pt x="12434" y="-1"/>
                  </a:moveTo>
                  <a:cubicBezTo>
                    <a:pt x="18180" y="4045"/>
                    <a:pt x="21600" y="10634"/>
                    <a:pt x="21600" y="17662"/>
                  </a:cubicBezTo>
                  <a:cubicBezTo>
                    <a:pt x="21600" y="18029"/>
                    <a:pt x="21590" y="18396"/>
                    <a:pt x="21571" y="18762"/>
                  </a:cubicBezTo>
                </a:path>
                <a:path w="21600" h="18763" stroke="0" extrusionOk="0">
                  <a:moveTo>
                    <a:pt x="12434" y="-1"/>
                  </a:moveTo>
                  <a:cubicBezTo>
                    <a:pt x="18180" y="4045"/>
                    <a:pt x="21600" y="10634"/>
                    <a:pt x="21600" y="17662"/>
                  </a:cubicBezTo>
                  <a:cubicBezTo>
                    <a:pt x="21600" y="18029"/>
                    <a:pt x="21590" y="18396"/>
                    <a:pt x="21571" y="18762"/>
                  </a:cubicBezTo>
                  <a:lnTo>
                    <a:pt x="0" y="17662"/>
                  </a:lnTo>
                  <a:close/>
                </a:path>
              </a:pathLst>
            </a:custGeom>
            <a:noFill/>
            <a:ln w="9525">
              <a:solidFill>
                <a:schemeClr val="tx1"/>
              </a:solidFill>
              <a:round/>
              <a:headEnd/>
              <a:tailEnd type="none" w="sm" len="lg"/>
            </a:ln>
            <a:effectLst/>
          </p:spPr>
          <p:txBody>
            <a:bodyPr wrap="none" anchor="ctr"/>
            <a:lstStyle/>
            <a:p>
              <a:endParaRPr lang="zh-CN" altLang="en-US" sz="2800"/>
            </a:p>
          </p:txBody>
        </p:sp>
        <p:graphicFrame>
          <p:nvGraphicFramePr>
            <p:cNvPr id="169052" name="Object 92"/>
            <p:cNvGraphicFramePr>
              <a:graphicFrameLocks noChangeAspect="1"/>
            </p:cNvGraphicFramePr>
            <p:nvPr/>
          </p:nvGraphicFramePr>
          <p:xfrm>
            <a:off x="2455" y="3697"/>
            <a:ext cx="201" cy="300"/>
          </p:xfrm>
          <a:graphic>
            <a:graphicData uri="http://schemas.openxmlformats.org/presentationml/2006/ole">
              <p:oleObj spid="_x0000_s1104901" name="Equation" r:id="rId7" imgW="126720" imgH="177480" progId="">
                <p:embed/>
              </p:oleObj>
            </a:graphicData>
          </a:graphic>
        </p:graphicFrame>
      </p:grpSp>
      <p:graphicFrame>
        <p:nvGraphicFramePr>
          <p:cNvPr id="169053" name="Object 93"/>
          <p:cNvGraphicFramePr>
            <a:graphicFrameLocks noChangeAspect="1"/>
          </p:cNvGraphicFramePr>
          <p:nvPr/>
        </p:nvGraphicFramePr>
        <p:xfrm>
          <a:off x="3351213" y="4268788"/>
          <a:ext cx="2298700" cy="1055687"/>
        </p:xfrm>
        <a:graphic>
          <a:graphicData uri="http://schemas.openxmlformats.org/presentationml/2006/ole">
            <p:oleObj spid="_x0000_s1104898" name="Equation" r:id="rId8" imgW="914400" imgH="393480" progId="">
              <p:embed/>
            </p:oleObj>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8974"/>
                                        </p:tgtEl>
                                        <p:attrNameLst>
                                          <p:attrName>style.visibility</p:attrName>
                                        </p:attrNameLst>
                                      </p:cBhvr>
                                      <p:to>
                                        <p:strVal val="visible"/>
                                      </p:to>
                                    </p:set>
                                    <p:animEffect transition="in" filter="blinds(horizontal)">
                                      <p:cBhvr>
                                        <p:cTn id="7" dur="500"/>
                                        <p:tgtEl>
                                          <p:spTgt spid="16897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ou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9023"/>
                                        </p:tgtEl>
                                        <p:attrNameLst>
                                          <p:attrName>style.visibility</p:attrName>
                                        </p:attrNameLst>
                                      </p:cBhvr>
                                      <p:to>
                                        <p:strVal val="visible"/>
                                      </p:to>
                                    </p:set>
                                    <p:animEffect transition="in" filter="blinds(horizontal)">
                                      <p:cBhvr>
                                        <p:cTn id="22" dur="500"/>
                                        <p:tgtEl>
                                          <p:spTgt spid="16902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ou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9053"/>
                                        </p:tgtEl>
                                        <p:attrNameLst>
                                          <p:attrName>style.visibility</p:attrName>
                                        </p:attrNameLst>
                                      </p:cBhvr>
                                      <p:to>
                                        <p:strVal val="visible"/>
                                      </p:to>
                                    </p:set>
                                    <p:animEffect transition="in" filter="blinds(horizontal)">
                                      <p:cBhvr>
                                        <p:cTn id="32" dur="500"/>
                                        <p:tgtEl>
                                          <p:spTgt spid="169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4" grpId="0" autoUpdateAnimBg="0"/>
      <p:bldP spid="16902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304800" y="685800"/>
            <a:ext cx="2514600" cy="519113"/>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kumimoji="1" lang="zh-CN" altLang="en-US" sz="2800">
                <a:solidFill>
                  <a:srgbClr val="CC0000"/>
                </a:solidFill>
              </a:rPr>
              <a:t>    磁滞回线</a:t>
            </a:r>
            <a:endParaRPr kumimoji="1" lang="zh-CN" altLang="en-US" sz="2800">
              <a:solidFill>
                <a:schemeClr val="tx1"/>
              </a:solidFill>
            </a:endParaRPr>
          </a:p>
        </p:txBody>
      </p:sp>
      <p:grpSp>
        <p:nvGrpSpPr>
          <p:cNvPr id="2" name="Group 3"/>
          <p:cNvGrpSpPr>
            <a:grpSpLocks/>
          </p:cNvGrpSpPr>
          <p:nvPr/>
        </p:nvGrpSpPr>
        <p:grpSpPr bwMode="auto">
          <a:xfrm>
            <a:off x="5257800" y="5943600"/>
            <a:ext cx="2514600" cy="609600"/>
            <a:chOff x="3168" y="3744"/>
            <a:chExt cx="1536" cy="384"/>
          </a:xfrm>
        </p:grpSpPr>
        <p:sp>
          <p:nvSpPr>
            <p:cNvPr id="169988" name="Text Box 4"/>
            <p:cNvSpPr txBox="1">
              <a:spLocks noChangeArrowheads="1"/>
            </p:cNvSpPr>
            <p:nvPr/>
          </p:nvSpPr>
          <p:spPr bwMode="auto">
            <a:xfrm>
              <a:off x="3168" y="3744"/>
              <a:ext cx="1104"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eaLnBrk="0" hangingPunct="0">
                <a:spcBef>
                  <a:spcPct val="50000"/>
                </a:spcBef>
              </a:pPr>
              <a:r>
                <a:rPr kumimoji="1" lang="zh-CN" altLang="en-US" sz="2800">
                  <a:latin typeface="Arial" charset="0"/>
                </a:rPr>
                <a:t>矫顽力</a:t>
              </a:r>
            </a:p>
          </p:txBody>
        </p:sp>
        <p:graphicFrame>
          <p:nvGraphicFramePr>
            <p:cNvPr id="169989" name="Object 5"/>
            <p:cNvGraphicFramePr>
              <a:graphicFrameLocks noChangeAspect="1"/>
            </p:cNvGraphicFramePr>
            <p:nvPr/>
          </p:nvGraphicFramePr>
          <p:xfrm>
            <a:off x="4368" y="3760"/>
            <a:ext cx="336" cy="368"/>
          </p:xfrm>
          <a:graphic>
            <a:graphicData uri="http://schemas.openxmlformats.org/presentationml/2006/ole">
              <p:oleObj spid="_x0000_s1105938" name="Equation" r:id="rId3" imgW="380880" imgH="380880" progId="Equation.3">
                <p:embed/>
              </p:oleObj>
            </a:graphicData>
          </a:graphic>
        </p:graphicFrame>
      </p:grpSp>
      <p:grpSp>
        <p:nvGrpSpPr>
          <p:cNvPr id="3" name="Group 6"/>
          <p:cNvGrpSpPr>
            <a:grpSpLocks/>
          </p:cNvGrpSpPr>
          <p:nvPr/>
        </p:nvGrpSpPr>
        <p:grpSpPr bwMode="auto">
          <a:xfrm>
            <a:off x="228600" y="4343400"/>
            <a:ext cx="4267200" cy="2227263"/>
            <a:chOff x="192" y="2784"/>
            <a:chExt cx="2688" cy="1403"/>
          </a:xfrm>
        </p:grpSpPr>
        <p:sp>
          <p:nvSpPr>
            <p:cNvPr id="169991" name="Rectangle 7"/>
            <p:cNvSpPr>
              <a:spLocks noChangeArrowheads="1"/>
            </p:cNvSpPr>
            <p:nvPr/>
          </p:nvSpPr>
          <p:spPr bwMode="auto">
            <a:xfrm>
              <a:off x="192" y="2784"/>
              <a:ext cx="2688" cy="1403"/>
            </a:xfrm>
            <a:prstGeom prst="rect">
              <a:avLst/>
            </a:prstGeom>
            <a:noFill/>
            <a:ln w="9525">
              <a:noFill/>
              <a:miter lim="800000"/>
              <a:headEnd/>
              <a:tailEnd/>
            </a:ln>
            <a:effectLst/>
          </p:spPr>
          <p:txBody>
            <a:bodyPr>
              <a:spAutoFit/>
            </a:bodyPr>
            <a:lstStyle/>
            <a:p>
              <a:pPr eaLnBrk="0" hangingPunct="0">
                <a:spcBef>
                  <a:spcPct val="50000"/>
                </a:spcBef>
              </a:pPr>
              <a:r>
                <a:rPr lang="zh-CN" altLang="en-US" sz="2800">
                  <a:solidFill>
                    <a:srgbClr val="1C1C1C"/>
                  </a:solidFill>
                </a:rPr>
                <a:t>      由于磁滞，</a:t>
              </a:r>
              <a:r>
                <a:rPr kumimoji="1" lang="zh-CN" altLang="en-US" sz="2800">
                  <a:latin typeface="Arial" charset="0"/>
                </a:rPr>
                <a:t>当磁场强度减小到零（即            ）时，</a:t>
              </a:r>
              <a:r>
                <a:rPr lang="zh-CN" altLang="en-US" sz="2800"/>
                <a:t>磁感强度 </a:t>
              </a:r>
              <a:r>
                <a:rPr kumimoji="1" lang="zh-CN" altLang="en-US" sz="2800">
                  <a:latin typeface="Arial" charset="0"/>
                </a:rPr>
                <a:t>         ，而是仍有一定的数值     ，   叫做剩余磁感强度(</a:t>
              </a:r>
              <a:r>
                <a:rPr kumimoji="1" lang="zh-CN" altLang="en-US" sz="2800">
                  <a:solidFill>
                    <a:srgbClr val="CC0000"/>
                  </a:solidFill>
                  <a:latin typeface="Arial" charset="0"/>
                </a:rPr>
                <a:t>剩磁</a:t>
              </a:r>
              <a:r>
                <a:rPr kumimoji="1" lang="zh-CN" altLang="en-US" sz="2800">
                  <a:solidFill>
                    <a:srgbClr val="010000"/>
                  </a:solidFill>
                  <a:latin typeface="Arial" charset="0"/>
                </a:rPr>
                <a:t>).</a:t>
              </a:r>
            </a:p>
          </p:txBody>
        </p:sp>
        <p:graphicFrame>
          <p:nvGraphicFramePr>
            <p:cNvPr id="169992" name="Object 8"/>
            <p:cNvGraphicFramePr>
              <a:graphicFrameLocks noChangeAspect="1"/>
            </p:cNvGraphicFramePr>
            <p:nvPr/>
          </p:nvGraphicFramePr>
          <p:xfrm>
            <a:off x="2448" y="3600"/>
            <a:ext cx="271" cy="344"/>
          </p:xfrm>
          <a:graphic>
            <a:graphicData uri="http://schemas.openxmlformats.org/presentationml/2006/ole">
              <p:oleObj spid="_x0000_s1105934" name="Equation" r:id="rId4" imgW="304560" imgH="368280" progId="Equation.3">
                <p:embed/>
              </p:oleObj>
            </a:graphicData>
          </a:graphic>
        </p:graphicFrame>
        <p:graphicFrame>
          <p:nvGraphicFramePr>
            <p:cNvPr id="169993" name="Object 9"/>
            <p:cNvGraphicFramePr>
              <a:graphicFrameLocks noChangeAspect="1"/>
            </p:cNvGraphicFramePr>
            <p:nvPr/>
          </p:nvGraphicFramePr>
          <p:xfrm>
            <a:off x="1920" y="3072"/>
            <a:ext cx="658" cy="281"/>
          </p:xfrm>
          <a:graphic>
            <a:graphicData uri="http://schemas.openxmlformats.org/presentationml/2006/ole">
              <p:oleObj spid="_x0000_s1105935" name="Equation" r:id="rId5" imgW="444240" imgH="177480" progId="Equation.3">
                <p:embed/>
              </p:oleObj>
            </a:graphicData>
          </a:graphic>
        </p:graphicFrame>
        <p:graphicFrame>
          <p:nvGraphicFramePr>
            <p:cNvPr id="169994" name="Object 10"/>
            <p:cNvGraphicFramePr>
              <a:graphicFrameLocks noChangeAspect="1"/>
            </p:cNvGraphicFramePr>
            <p:nvPr/>
          </p:nvGraphicFramePr>
          <p:xfrm>
            <a:off x="1584" y="3339"/>
            <a:ext cx="672" cy="309"/>
          </p:xfrm>
          <a:graphic>
            <a:graphicData uri="http://schemas.openxmlformats.org/presentationml/2006/ole">
              <p:oleObj spid="_x0000_s1105936" name="Equation" r:id="rId6" imgW="406080" imgH="177480" progId="Equation.3">
                <p:embed/>
              </p:oleObj>
            </a:graphicData>
          </a:graphic>
        </p:graphicFrame>
        <p:graphicFrame>
          <p:nvGraphicFramePr>
            <p:cNvPr id="169995" name="Object 11"/>
            <p:cNvGraphicFramePr>
              <a:graphicFrameLocks noChangeAspect="1"/>
            </p:cNvGraphicFramePr>
            <p:nvPr/>
          </p:nvGraphicFramePr>
          <p:xfrm>
            <a:off x="2064" y="3600"/>
            <a:ext cx="261" cy="333"/>
          </p:xfrm>
          <a:graphic>
            <a:graphicData uri="http://schemas.openxmlformats.org/presentationml/2006/ole">
              <p:oleObj spid="_x0000_s1105937" name="Equation" r:id="rId7" imgW="304560" imgH="368280" progId="Equation.3">
                <p:embed/>
              </p:oleObj>
            </a:graphicData>
          </a:graphic>
        </p:graphicFrame>
      </p:grpSp>
      <p:grpSp>
        <p:nvGrpSpPr>
          <p:cNvPr id="4" name="Group 12"/>
          <p:cNvGrpSpPr>
            <a:grpSpLocks/>
          </p:cNvGrpSpPr>
          <p:nvPr/>
        </p:nvGrpSpPr>
        <p:grpSpPr bwMode="auto">
          <a:xfrm>
            <a:off x="228600" y="1143000"/>
            <a:ext cx="4343400" cy="3201988"/>
            <a:chOff x="144" y="768"/>
            <a:chExt cx="2736" cy="2017"/>
          </a:xfrm>
        </p:grpSpPr>
        <p:sp>
          <p:nvSpPr>
            <p:cNvPr id="169997" name="Text Box 13"/>
            <p:cNvSpPr txBox="1">
              <a:spLocks noChangeArrowheads="1"/>
            </p:cNvSpPr>
            <p:nvPr/>
          </p:nvSpPr>
          <p:spPr bwMode="auto">
            <a:xfrm>
              <a:off x="144" y="768"/>
              <a:ext cx="2736" cy="2017"/>
            </a:xfrm>
            <a:prstGeom prst="rect">
              <a:avLst/>
            </a:prstGeom>
            <a:noFill/>
            <a:ln w="9525">
              <a:noFill/>
              <a:miter lim="800000"/>
              <a:headEnd/>
              <a:tailEnd/>
            </a:ln>
            <a:effectLst/>
          </p:spPr>
          <p:txBody>
            <a:bodyPr>
              <a:spAutoFit/>
            </a:bodyPr>
            <a:lstStyle/>
            <a:p>
              <a:r>
                <a:rPr lang="zh-CN" altLang="en-US" sz="2800" i="1">
                  <a:solidFill>
                    <a:srgbClr val="1C1C1C"/>
                  </a:solidFill>
                </a:rPr>
                <a:t>        </a:t>
              </a:r>
              <a:r>
                <a:rPr lang="zh-CN" altLang="en-US" sz="2800">
                  <a:solidFill>
                    <a:srgbClr val="1C1C1C"/>
                  </a:solidFill>
                </a:rPr>
                <a:t>当外磁场由        逐渐减小时，磁感强度 </a:t>
              </a:r>
              <a:r>
                <a:rPr lang="en-US" altLang="zh-CN" sz="2800" b="0" i="1">
                  <a:solidFill>
                    <a:srgbClr val="1C1C1C"/>
                  </a:solidFill>
                </a:rPr>
                <a:t>B</a:t>
              </a:r>
              <a:r>
                <a:rPr lang="zh-CN" altLang="en-US" sz="2800">
                  <a:solidFill>
                    <a:srgbClr val="1C1C1C"/>
                  </a:solidFill>
                </a:rPr>
                <a:t>并不沿起始曲线 </a:t>
              </a:r>
              <a:r>
                <a:rPr lang="zh-CN" altLang="en-US" sz="2800" i="1">
                  <a:solidFill>
                    <a:srgbClr val="1C1C1C"/>
                  </a:solidFill>
                </a:rPr>
                <a:t>0</a:t>
              </a:r>
              <a:r>
                <a:rPr lang="en-US" altLang="zh-CN" sz="2800" i="1">
                  <a:solidFill>
                    <a:srgbClr val="1C1C1C"/>
                  </a:solidFill>
                </a:rPr>
                <a:t>P </a:t>
              </a:r>
              <a:r>
                <a:rPr lang="zh-CN" altLang="en-US" sz="2800">
                  <a:solidFill>
                    <a:srgbClr val="1C1C1C"/>
                  </a:solidFill>
                </a:rPr>
                <a:t>减小 ，而是沿 </a:t>
              </a:r>
              <a:r>
                <a:rPr lang="en-US" altLang="zh-CN" sz="2800" i="1">
                  <a:solidFill>
                    <a:srgbClr val="1C1C1C"/>
                  </a:solidFill>
                </a:rPr>
                <a:t>PQ</a:t>
              </a:r>
              <a:r>
                <a:rPr lang="zh-CN" altLang="en-US" sz="2800">
                  <a:solidFill>
                    <a:srgbClr val="1C1C1C"/>
                  </a:solidFill>
                </a:rPr>
                <a:t>比较缓慢的减小，这种 </a:t>
              </a:r>
              <a:r>
                <a:rPr lang="en-US" altLang="zh-CN" sz="2800" b="0" i="1">
                  <a:solidFill>
                    <a:srgbClr val="1C1C1C"/>
                  </a:solidFill>
                </a:rPr>
                <a:t>B</a:t>
              </a:r>
              <a:r>
                <a:rPr lang="zh-CN" altLang="en-US" sz="2800">
                  <a:solidFill>
                    <a:srgbClr val="1C1C1C"/>
                  </a:solidFill>
                </a:rPr>
                <a:t>的变化落后于</a:t>
              </a:r>
              <a:r>
                <a:rPr lang="en-US" altLang="zh-CN" sz="2800" b="0" i="1">
                  <a:solidFill>
                    <a:srgbClr val="1C1C1C"/>
                  </a:solidFill>
                </a:rPr>
                <a:t>H</a:t>
              </a:r>
              <a:r>
                <a:rPr lang="zh-CN" altLang="en-US" sz="2800">
                  <a:solidFill>
                    <a:srgbClr val="1C1C1C"/>
                  </a:solidFill>
                </a:rPr>
                <a:t>的变化的现象，叫做</a:t>
              </a:r>
              <a:r>
                <a:rPr lang="zh-CN" altLang="en-US" sz="2800">
                  <a:solidFill>
                    <a:srgbClr val="CC0000"/>
                  </a:solidFill>
                </a:rPr>
                <a:t>磁滞现象</a:t>
              </a:r>
              <a:r>
                <a:rPr lang="zh-CN" altLang="en-US" sz="2800">
                  <a:solidFill>
                    <a:srgbClr val="1C1C1C"/>
                  </a:solidFill>
                </a:rPr>
                <a:t> ，简称</a:t>
              </a:r>
              <a:r>
                <a:rPr lang="zh-CN" altLang="en-US" sz="2800">
                  <a:solidFill>
                    <a:srgbClr val="010000"/>
                  </a:solidFill>
                </a:rPr>
                <a:t>磁滞</a:t>
              </a:r>
              <a:r>
                <a:rPr lang="zh-CN" altLang="en-US" sz="2800">
                  <a:solidFill>
                    <a:srgbClr val="1C1C1C"/>
                  </a:solidFill>
                </a:rPr>
                <a:t>.</a:t>
              </a:r>
            </a:p>
          </p:txBody>
        </p:sp>
        <p:graphicFrame>
          <p:nvGraphicFramePr>
            <p:cNvPr id="169998" name="Object 14"/>
            <p:cNvGraphicFramePr>
              <a:graphicFrameLocks noChangeAspect="1"/>
            </p:cNvGraphicFramePr>
            <p:nvPr/>
          </p:nvGraphicFramePr>
          <p:xfrm>
            <a:off x="1776" y="806"/>
            <a:ext cx="432" cy="298"/>
          </p:xfrm>
          <a:graphic>
            <a:graphicData uri="http://schemas.openxmlformats.org/presentationml/2006/ole">
              <p:oleObj spid="_x0000_s1105933" name="Equation" r:id="rId8" imgW="660240" imgH="368280" progId="Equation.3">
                <p:embed/>
              </p:oleObj>
            </a:graphicData>
          </a:graphic>
        </p:graphicFrame>
      </p:grpSp>
      <p:grpSp>
        <p:nvGrpSpPr>
          <p:cNvPr id="5" name="Group 15"/>
          <p:cNvGrpSpPr>
            <a:grpSpLocks/>
          </p:cNvGrpSpPr>
          <p:nvPr/>
        </p:nvGrpSpPr>
        <p:grpSpPr bwMode="auto">
          <a:xfrm>
            <a:off x="4495800" y="838200"/>
            <a:ext cx="4343400" cy="4953000"/>
            <a:chOff x="2832" y="528"/>
            <a:chExt cx="2736" cy="3120"/>
          </a:xfrm>
        </p:grpSpPr>
        <p:sp>
          <p:nvSpPr>
            <p:cNvPr id="170000" name="Rectangle 16"/>
            <p:cNvSpPr>
              <a:spLocks noChangeArrowheads="1"/>
            </p:cNvSpPr>
            <p:nvPr/>
          </p:nvSpPr>
          <p:spPr bwMode="auto">
            <a:xfrm>
              <a:off x="2832" y="528"/>
              <a:ext cx="2736" cy="3120"/>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0001" name="Line 17"/>
            <p:cNvSpPr>
              <a:spLocks noChangeShapeType="1"/>
            </p:cNvSpPr>
            <p:nvPr/>
          </p:nvSpPr>
          <p:spPr bwMode="auto">
            <a:xfrm>
              <a:off x="4224" y="1104"/>
              <a:ext cx="864" cy="0"/>
            </a:xfrm>
            <a:prstGeom prst="line">
              <a:avLst/>
            </a:prstGeom>
            <a:noFill/>
            <a:ln w="19050">
              <a:solidFill>
                <a:schemeClr val="tx1"/>
              </a:solidFill>
              <a:prstDash val="dash"/>
              <a:miter lim="800000"/>
              <a:headEnd type="none" w="sm" len="lg"/>
              <a:tailEnd type="none" w="sm" len="lg"/>
            </a:ln>
            <a:effectLst/>
          </p:spPr>
          <p:txBody>
            <a:bodyPr wrap="none" anchor="ctr"/>
            <a:lstStyle/>
            <a:p>
              <a:endParaRPr lang="zh-CN" altLang="en-US" sz="2800"/>
            </a:p>
          </p:txBody>
        </p:sp>
        <p:graphicFrame>
          <p:nvGraphicFramePr>
            <p:cNvPr id="170002" name="Object 18"/>
            <p:cNvGraphicFramePr>
              <a:graphicFrameLocks noChangeAspect="1"/>
            </p:cNvGraphicFramePr>
            <p:nvPr/>
          </p:nvGraphicFramePr>
          <p:xfrm>
            <a:off x="3853" y="893"/>
            <a:ext cx="389" cy="376"/>
          </p:xfrm>
          <a:graphic>
            <a:graphicData uri="http://schemas.openxmlformats.org/presentationml/2006/ole">
              <p:oleObj spid="_x0000_s1105922" name="Equation" r:id="rId9" imgW="380880" imgH="368280" progId="Equation.3">
                <p:embed/>
              </p:oleObj>
            </a:graphicData>
          </a:graphic>
        </p:graphicFrame>
        <p:sp>
          <p:nvSpPr>
            <p:cNvPr id="170003" name="Line 19"/>
            <p:cNvSpPr>
              <a:spLocks noChangeShapeType="1"/>
            </p:cNvSpPr>
            <p:nvPr/>
          </p:nvSpPr>
          <p:spPr bwMode="auto">
            <a:xfrm>
              <a:off x="5088" y="1104"/>
              <a:ext cx="0" cy="768"/>
            </a:xfrm>
            <a:prstGeom prst="line">
              <a:avLst/>
            </a:prstGeom>
            <a:noFill/>
            <a:ln w="19050">
              <a:solidFill>
                <a:schemeClr val="tx1"/>
              </a:solidFill>
              <a:prstDash val="dash"/>
              <a:miter lim="800000"/>
              <a:headEnd type="none" w="sm" len="lg"/>
              <a:tailEnd type="none" w="sm" len="lg"/>
            </a:ln>
            <a:effectLst/>
          </p:spPr>
          <p:txBody>
            <a:bodyPr wrap="none" anchor="ctr"/>
            <a:lstStyle/>
            <a:p>
              <a:endParaRPr lang="zh-CN" altLang="en-US" sz="2800"/>
            </a:p>
          </p:txBody>
        </p:sp>
        <p:graphicFrame>
          <p:nvGraphicFramePr>
            <p:cNvPr id="170004" name="Object 20"/>
            <p:cNvGraphicFramePr>
              <a:graphicFrameLocks noChangeAspect="1"/>
            </p:cNvGraphicFramePr>
            <p:nvPr/>
          </p:nvGraphicFramePr>
          <p:xfrm>
            <a:off x="4856" y="1856"/>
            <a:ext cx="465" cy="322"/>
          </p:xfrm>
          <a:graphic>
            <a:graphicData uri="http://schemas.openxmlformats.org/presentationml/2006/ole">
              <p:oleObj spid="_x0000_s1105923" name="Equation" r:id="rId10" imgW="660240" imgH="368280" progId="Equation.3">
                <p:embed/>
              </p:oleObj>
            </a:graphicData>
          </a:graphic>
        </p:graphicFrame>
        <p:graphicFrame>
          <p:nvGraphicFramePr>
            <p:cNvPr id="170005" name="Object 21"/>
            <p:cNvGraphicFramePr>
              <a:graphicFrameLocks noChangeAspect="1"/>
            </p:cNvGraphicFramePr>
            <p:nvPr/>
          </p:nvGraphicFramePr>
          <p:xfrm>
            <a:off x="5104" y="960"/>
            <a:ext cx="229" cy="244"/>
          </p:xfrm>
          <a:graphic>
            <a:graphicData uri="http://schemas.openxmlformats.org/presentationml/2006/ole">
              <p:oleObj spid="_x0000_s1105924" name="公式" r:id="rId11" imgW="215640" imgH="228600" progId="Equation.3">
                <p:embed/>
              </p:oleObj>
            </a:graphicData>
          </a:graphic>
        </p:graphicFrame>
        <p:sp>
          <p:nvSpPr>
            <p:cNvPr id="170006" name="Freeform 22"/>
            <p:cNvSpPr>
              <a:spLocks/>
            </p:cNvSpPr>
            <p:nvPr/>
          </p:nvSpPr>
          <p:spPr bwMode="auto">
            <a:xfrm>
              <a:off x="4224" y="1104"/>
              <a:ext cx="864" cy="768"/>
            </a:xfrm>
            <a:custGeom>
              <a:avLst/>
              <a:gdLst/>
              <a:ahLst/>
              <a:cxnLst>
                <a:cxn ang="0">
                  <a:pos x="864" y="0"/>
                </a:cxn>
                <a:cxn ang="0">
                  <a:pos x="452" y="150"/>
                </a:cxn>
                <a:cxn ang="0">
                  <a:pos x="198" y="336"/>
                </a:cxn>
                <a:cxn ang="0">
                  <a:pos x="0" y="768"/>
                </a:cxn>
              </a:cxnLst>
              <a:rect l="0" t="0" r="r" b="b"/>
              <a:pathLst>
                <a:path w="864" h="768">
                  <a:moveTo>
                    <a:pt x="864" y="0"/>
                  </a:moveTo>
                  <a:cubicBezTo>
                    <a:pt x="795" y="25"/>
                    <a:pt x="563" y="94"/>
                    <a:pt x="452" y="150"/>
                  </a:cubicBezTo>
                  <a:cubicBezTo>
                    <a:pt x="341" y="206"/>
                    <a:pt x="273" y="233"/>
                    <a:pt x="198" y="336"/>
                  </a:cubicBezTo>
                  <a:cubicBezTo>
                    <a:pt x="123" y="439"/>
                    <a:pt x="41" y="678"/>
                    <a:pt x="0" y="768"/>
                  </a:cubicBezTo>
                </a:path>
              </a:pathLst>
            </a:custGeom>
            <a:noFill/>
            <a:ln w="28575" cap="flat" cmpd="sng">
              <a:solidFill>
                <a:srgbClr val="FF0000"/>
              </a:solidFill>
              <a:prstDash val="solid"/>
              <a:miter lim="800000"/>
              <a:headEnd type="none" w="med" len="med"/>
              <a:tailEnd type="none" w="med" len="med"/>
            </a:ln>
            <a:effectLst/>
          </p:spPr>
          <p:txBody>
            <a:bodyPr wrap="none"/>
            <a:lstStyle/>
            <a:p>
              <a:endParaRPr lang="zh-CN" altLang="en-US" sz="2800"/>
            </a:p>
          </p:txBody>
        </p:sp>
        <p:sp>
          <p:nvSpPr>
            <p:cNvPr id="170007" name="Line 23"/>
            <p:cNvSpPr>
              <a:spLocks noChangeShapeType="1"/>
            </p:cNvSpPr>
            <p:nvPr/>
          </p:nvSpPr>
          <p:spPr bwMode="auto">
            <a:xfrm flipV="1">
              <a:off x="4343" y="1440"/>
              <a:ext cx="96" cy="96"/>
            </a:xfrm>
            <a:prstGeom prst="line">
              <a:avLst/>
            </a:prstGeom>
            <a:noFill/>
            <a:ln w="38100">
              <a:solidFill>
                <a:srgbClr val="FF0000"/>
              </a:solidFill>
              <a:miter lim="800000"/>
              <a:headEnd type="none" w="sm" len="lg"/>
              <a:tailEnd type="triangle" w="sm" len="lg"/>
            </a:ln>
            <a:effectLst/>
          </p:spPr>
          <p:txBody>
            <a:bodyPr wrap="none" anchor="ctr"/>
            <a:lstStyle/>
            <a:p>
              <a:endParaRPr lang="zh-CN" altLang="en-US" sz="2800"/>
            </a:p>
          </p:txBody>
        </p:sp>
        <p:sp>
          <p:nvSpPr>
            <p:cNvPr id="170008" name="Line 24"/>
            <p:cNvSpPr>
              <a:spLocks noChangeShapeType="1"/>
            </p:cNvSpPr>
            <p:nvPr/>
          </p:nvSpPr>
          <p:spPr bwMode="auto">
            <a:xfrm>
              <a:off x="3696" y="1296"/>
              <a:ext cx="528" cy="0"/>
            </a:xfrm>
            <a:prstGeom prst="line">
              <a:avLst/>
            </a:prstGeom>
            <a:noFill/>
            <a:ln w="19050">
              <a:solidFill>
                <a:schemeClr val="tx1"/>
              </a:solidFill>
              <a:prstDash val="dash"/>
              <a:miter lim="800000"/>
              <a:headEnd type="none" w="sm" len="lg"/>
              <a:tailEnd type="none" w="sm" len="lg"/>
            </a:ln>
            <a:effectLst/>
          </p:spPr>
          <p:txBody>
            <a:bodyPr wrap="none" anchor="ctr"/>
            <a:lstStyle/>
            <a:p>
              <a:endParaRPr lang="zh-CN" altLang="en-US" sz="2800"/>
            </a:p>
          </p:txBody>
        </p:sp>
        <p:graphicFrame>
          <p:nvGraphicFramePr>
            <p:cNvPr id="170009" name="Object 25"/>
            <p:cNvGraphicFramePr>
              <a:graphicFrameLocks noChangeAspect="1"/>
            </p:cNvGraphicFramePr>
            <p:nvPr/>
          </p:nvGraphicFramePr>
          <p:xfrm>
            <a:off x="3577" y="1413"/>
            <a:ext cx="332" cy="390"/>
          </p:xfrm>
          <a:graphic>
            <a:graphicData uri="http://schemas.openxmlformats.org/presentationml/2006/ole">
              <p:oleObj spid="_x0000_s1105925" name="Equation" r:id="rId12" imgW="304560" imgH="368280" progId="Equation.3">
                <p:embed/>
              </p:oleObj>
            </a:graphicData>
          </a:graphic>
        </p:graphicFrame>
        <p:sp>
          <p:nvSpPr>
            <p:cNvPr id="170010" name="Line 26"/>
            <p:cNvSpPr>
              <a:spLocks noChangeShapeType="1"/>
            </p:cNvSpPr>
            <p:nvPr/>
          </p:nvSpPr>
          <p:spPr bwMode="auto">
            <a:xfrm>
              <a:off x="3888" y="1296"/>
              <a:ext cx="0" cy="1008"/>
            </a:xfrm>
            <a:prstGeom prst="line">
              <a:avLst/>
            </a:prstGeom>
            <a:noFill/>
            <a:ln w="19050">
              <a:solidFill>
                <a:schemeClr val="tx1"/>
              </a:solidFill>
              <a:prstDash val="dash"/>
              <a:miter lim="800000"/>
              <a:headEnd type="none" w="sm" len="lg"/>
              <a:tailEnd type="none" w="sm" len="lg"/>
            </a:ln>
            <a:effectLst/>
          </p:spPr>
          <p:txBody>
            <a:bodyPr wrap="none" anchor="ctr"/>
            <a:lstStyle/>
            <a:p>
              <a:endParaRPr lang="zh-CN" altLang="en-US" sz="2800"/>
            </a:p>
          </p:txBody>
        </p:sp>
        <p:graphicFrame>
          <p:nvGraphicFramePr>
            <p:cNvPr id="170011" name="Object 27"/>
            <p:cNvGraphicFramePr>
              <a:graphicFrameLocks noChangeAspect="1"/>
            </p:cNvGraphicFramePr>
            <p:nvPr/>
          </p:nvGraphicFramePr>
          <p:xfrm>
            <a:off x="3917" y="2112"/>
            <a:ext cx="307" cy="358"/>
          </p:xfrm>
          <a:graphic>
            <a:graphicData uri="http://schemas.openxmlformats.org/presentationml/2006/ole">
              <p:oleObj spid="_x0000_s1105926" name="Equation" r:id="rId13" imgW="380880" imgH="380880" progId="Equation.3">
                <p:embed/>
              </p:oleObj>
            </a:graphicData>
          </a:graphic>
        </p:graphicFrame>
        <p:sp>
          <p:nvSpPr>
            <p:cNvPr id="170012" name="Line 28"/>
            <p:cNvSpPr>
              <a:spLocks noChangeShapeType="1"/>
            </p:cNvSpPr>
            <p:nvPr/>
          </p:nvSpPr>
          <p:spPr bwMode="auto">
            <a:xfrm>
              <a:off x="3888" y="2112"/>
              <a:ext cx="336" cy="0"/>
            </a:xfrm>
            <a:prstGeom prst="line">
              <a:avLst/>
            </a:prstGeom>
            <a:noFill/>
            <a:ln w="19050">
              <a:solidFill>
                <a:srgbClr val="FF3399"/>
              </a:solidFill>
              <a:prstDash val="dash"/>
              <a:miter lim="800000"/>
              <a:headEnd type="triangle" w="sm" len="lg"/>
              <a:tailEnd type="triangle" w="sm" len="lg"/>
            </a:ln>
            <a:effectLst/>
          </p:spPr>
          <p:txBody>
            <a:bodyPr wrap="none" anchor="ctr"/>
            <a:lstStyle/>
            <a:p>
              <a:endParaRPr lang="zh-CN" altLang="en-US" sz="2800"/>
            </a:p>
          </p:txBody>
        </p:sp>
        <p:sp>
          <p:nvSpPr>
            <p:cNvPr id="170013" name="Line 29"/>
            <p:cNvSpPr>
              <a:spLocks noChangeShapeType="1"/>
            </p:cNvSpPr>
            <p:nvPr/>
          </p:nvSpPr>
          <p:spPr bwMode="auto">
            <a:xfrm>
              <a:off x="3368" y="1872"/>
              <a:ext cx="0" cy="768"/>
            </a:xfrm>
            <a:prstGeom prst="line">
              <a:avLst/>
            </a:prstGeom>
            <a:noFill/>
            <a:ln w="19050">
              <a:solidFill>
                <a:schemeClr val="tx1"/>
              </a:solidFill>
              <a:prstDash val="dash"/>
              <a:miter lim="800000"/>
              <a:headEnd type="none" w="sm" len="lg"/>
              <a:tailEnd type="none" w="sm" len="lg"/>
            </a:ln>
            <a:effectLst/>
          </p:spPr>
          <p:txBody>
            <a:bodyPr wrap="none" anchor="ctr"/>
            <a:lstStyle/>
            <a:p>
              <a:endParaRPr lang="zh-CN" altLang="en-US" sz="2800"/>
            </a:p>
          </p:txBody>
        </p:sp>
        <p:graphicFrame>
          <p:nvGraphicFramePr>
            <p:cNvPr id="170014" name="Object 30"/>
            <p:cNvGraphicFramePr>
              <a:graphicFrameLocks noChangeAspect="1"/>
            </p:cNvGraphicFramePr>
            <p:nvPr/>
          </p:nvGraphicFramePr>
          <p:xfrm>
            <a:off x="3031" y="1568"/>
            <a:ext cx="523" cy="322"/>
          </p:xfrm>
          <a:graphic>
            <a:graphicData uri="http://schemas.openxmlformats.org/presentationml/2006/ole">
              <p:oleObj spid="_x0000_s1105927" name="Equation" r:id="rId14" imgW="660240" imgH="368280" progId="Equation.3">
                <p:embed/>
              </p:oleObj>
            </a:graphicData>
          </a:graphic>
        </p:graphicFrame>
        <p:graphicFrame>
          <p:nvGraphicFramePr>
            <p:cNvPr id="170015" name="Object 31"/>
            <p:cNvGraphicFramePr>
              <a:graphicFrameLocks noChangeAspect="1"/>
            </p:cNvGraphicFramePr>
            <p:nvPr/>
          </p:nvGraphicFramePr>
          <p:xfrm>
            <a:off x="3028" y="2400"/>
            <a:ext cx="306" cy="336"/>
          </p:xfrm>
          <a:graphic>
            <a:graphicData uri="http://schemas.openxmlformats.org/presentationml/2006/ole">
              <p:oleObj spid="_x0000_s1105928" name="公式" r:id="rId15" imgW="241200" imgH="266400" progId="Equation.3">
                <p:embed/>
              </p:oleObj>
            </a:graphicData>
          </a:graphic>
        </p:graphicFrame>
        <p:graphicFrame>
          <p:nvGraphicFramePr>
            <p:cNvPr id="170016" name="Object 32"/>
            <p:cNvGraphicFramePr>
              <a:graphicFrameLocks noChangeAspect="1"/>
            </p:cNvGraphicFramePr>
            <p:nvPr/>
          </p:nvGraphicFramePr>
          <p:xfrm>
            <a:off x="4223" y="2400"/>
            <a:ext cx="529" cy="326"/>
          </p:xfrm>
          <a:graphic>
            <a:graphicData uri="http://schemas.openxmlformats.org/presentationml/2006/ole">
              <p:oleObj spid="_x0000_s1105929" name="Equation" r:id="rId16" imgW="596880" imgH="368280" progId="Equation.3">
                <p:embed/>
              </p:oleObj>
            </a:graphicData>
          </a:graphic>
        </p:graphicFrame>
        <p:grpSp>
          <p:nvGrpSpPr>
            <p:cNvPr id="6" name="Group 33"/>
            <p:cNvGrpSpPr>
              <a:grpSpLocks/>
            </p:cNvGrpSpPr>
            <p:nvPr/>
          </p:nvGrpSpPr>
          <p:grpSpPr bwMode="auto">
            <a:xfrm>
              <a:off x="3360" y="1104"/>
              <a:ext cx="1728" cy="1536"/>
              <a:chOff x="2976" y="672"/>
              <a:chExt cx="1728" cy="1536"/>
            </a:xfrm>
          </p:grpSpPr>
          <p:sp>
            <p:nvSpPr>
              <p:cNvPr id="170018" name="Freeform 34"/>
              <p:cNvSpPr>
                <a:spLocks/>
              </p:cNvSpPr>
              <p:nvPr/>
            </p:nvSpPr>
            <p:spPr bwMode="auto">
              <a:xfrm>
                <a:off x="3846" y="672"/>
                <a:ext cx="858" cy="192"/>
              </a:xfrm>
              <a:custGeom>
                <a:avLst/>
                <a:gdLst/>
                <a:ahLst/>
                <a:cxnLst>
                  <a:cxn ang="0">
                    <a:pos x="858" y="0"/>
                  </a:cxn>
                  <a:cxn ang="0">
                    <a:pos x="534" y="24"/>
                  </a:cxn>
                  <a:cxn ang="0">
                    <a:pos x="294" y="66"/>
                  </a:cxn>
                  <a:cxn ang="0">
                    <a:pos x="144" y="114"/>
                  </a:cxn>
                  <a:cxn ang="0">
                    <a:pos x="0" y="192"/>
                  </a:cxn>
                </a:cxnLst>
                <a:rect l="0" t="0" r="r" b="b"/>
                <a:pathLst>
                  <a:path w="858" h="192">
                    <a:moveTo>
                      <a:pt x="858" y="0"/>
                    </a:moveTo>
                    <a:cubicBezTo>
                      <a:pt x="804" y="4"/>
                      <a:pt x="628" y="13"/>
                      <a:pt x="534" y="24"/>
                    </a:cubicBezTo>
                    <a:cubicBezTo>
                      <a:pt x="440" y="35"/>
                      <a:pt x="359" y="51"/>
                      <a:pt x="294" y="66"/>
                    </a:cubicBezTo>
                    <a:cubicBezTo>
                      <a:pt x="229" y="81"/>
                      <a:pt x="193" y="93"/>
                      <a:pt x="144" y="114"/>
                    </a:cubicBezTo>
                    <a:cubicBezTo>
                      <a:pt x="95" y="135"/>
                      <a:pt x="30" y="176"/>
                      <a:pt x="0" y="192"/>
                    </a:cubicBezTo>
                  </a:path>
                </a:pathLst>
              </a:custGeom>
              <a:noFill/>
              <a:ln w="28575" cap="flat" cmpd="sng">
                <a:solidFill>
                  <a:srgbClr val="0000FF"/>
                </a:solidFill>
                <a:prstDash val="solid"/>
                <a:miter lim="800000"/>
                <a:headEnd type="none" w="sm" len="lg"/>
                <a:tailEnd type="none" w="sm" len="lg"/>
              </a:ln>
              <a:effectLst/>
            </p:spPr>
            <p:txBody>
              <a:bodyPr wrap="none"/>
              <a:lstStyle/>
              <a:p>
                <a:endParaRPr lang="zh-CN" altLang="en-US" sz="2800"/>
              </a:p>
            </p:txBody>
          </p:sp>
          <p:sp>
            <p:nvSpPr>
              <p:cNvPr id="170019" name="Freeform 35"/>
              <p:cNvSpPr>
                <a:spLocks/>
              </p:cNvSpPr>
              <p:nvPr/>
            </p:nvSpPr>
            <p:spPr bwMode="auto">
              <a:xfrm>
                <a:off x="3504" y="864"/>
                <a:ext cx="336" cy="576"/>
              </a:xfrm>
              <a:custGeom>
                <a:avLst/>
                <a:gdLst/>
                <a:ahLst/>
                <a:cxnLst>
                  <a:cxn ang="0">
                    <a:pos x="336" y="0"/>
                  </a:cxn>
                  <a:cxn ang="0">
                    <a:pos x="188" y="140"/>
                  </a:cxn>
                  <a:cxn ang="0">
                    <a:pos x="88" y="304"/>
                  </a:cxn>
                  <a:cxn ang="0">
                    <a:pos x="0" y="576"/>
                  </a:cxn>
                </a:cxnLst>
                <a:rect l="0" t="0" r="r" b="b"/>
                <a:pathLst>
                  <a:path w="336" h="576">
                    <a:moveTo>
                      <a:pt x="336" y="0"/>
                    </a:moveTo>
                    <a:cubicBezTo>
                      <a:pt x="311" y="23"/>
                      <a:pt x="229" y="89"/>
                      <a:pt x="188" y="140"/>
                    </a:cubicBezTo>
                    <a:cubicBezTo>
                      <a:pt x="147" y="191"/>
                      <a:pt x="119" y="231"/>
                      <a:pt x="88" y="304"/>
                    </a:cubicBezTo>
                    <a:cubicBezTo>
                      <a:pt x="57" y="377"/>
                      <a:pt x="18" y="519"/>
                      <a:pt x="0" y="576"/>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0020" name="Freeform 36"/>
              <p:cNvSpPr>
                <a:spLocks/>
              </p:cNvSpPr>
              <p:nvPr/>
            </p:nvSpPr>
            <p:spPr bwMode="auto">
              <a:xfrm>
                <a:off x="2976" y="1440"/>
                <a:ext cx="528" cy="768"/>
              </a:xfrm>
              <a:custGeom>
                <a:avLst/>
                <a:gdLst/>
                <a:ahLst/>
                <a:cxnLst>
                  <a:cxn ang="0">
                    <a:pos x="528" y="0"/>
                  </a:cxn>
                  <a:cxn ang="0">
                    <a:pos x="376" y="460"/>
                  </a:cxn>
                  <a:cxn ang="0">
                    <a:pos x="0" y="768"/>
                  </a:cxn>
                </a:cxnLst>
                <a:rect l="0" t="0" r="r" b="b"/>
                <a:pathLst>
                  <a:path w="528" h="768">
                    <a:moveTo>
                      <a:pt x="528" y="0"/>
                    </a:moveTo>
                    <a:cubicBezTo>
                      <a:pt x="503" y="77"/>
                      <a:pt x="464" y="332"/>
                      <a:pt x="376" y="460"/>
                    </a:cubicBezTo>
                    <a:cubicBezTo>
                      <a:pt x="288" y="588"/>
                      <a:pt x="78" y="704"/>
                      <a:pt x="0" y="768"/>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grpSp>
        <p:grpSp>
          <p:nvGrpSpPr>
            <p:cNvPr id="7" name="Group 37"/>
            <p:cNvGrpSpPr>
              <a:grpSpLocks/>
            </p:cNvGrpSpPr>
            <p:nvPr/>
          </p:nvGrpSpPr>
          <p:grpSpPr bwMode="auto">
            <a:xfrm>
              <a:off x="3384" y="1104"/>
              <a:ext cx="1704" cy="1524"/>
              <a:chOff x="3000" y="672"/>
              <a:chExt cx="1704" cy="1524"/>
            </a:xfrm>
          </p:grpSpPr>
          <p:sp>
            <p:nvSpPr>
              <p:cNvPr id="170022" name="Freeform 38"/>
              <p:cNvSpPr>
                <a:spLocks/>
              </p:cNvSpPr>
              <p:nvPr/>
            </p:nvSpPr>
            <p:spPr bwMode="auto">
              <a:xfrm>
                <a:off x="4147" y="672"/>
                <a:ext cx="557" cy="815"/>
              </a:xfrm>
              <a:custGeom>
                <a:avLst/>
                <a:gdLst/>
                <a:ahLst/>
                <a:cxnLst>
                  <a:cxn ang="0">
                    <a:pos x="557" y="0"/>
                  </a:cxn>
                  <a:cxn ang="0">
                    <a:pos x="201" y="272"/>
                  </a:cxn>
                  <a:cxn ang="0">
                    <a:pos x="29" y="732"/>
                  </a:cxn>
                  <a:cxn ang="0">
                    <a:pos x="29" y="768"/>
                  </a:cxn>
                </a:cxnLst>
                <a:rect l="0" t="0" r="r" b="b"/>
                <a:pathLst>
                  <a:path w="557" h="815">
                    <a:moveTo>
                      <a:pt x="557" y="0"/>
                    </a:moveTo>
                    <a:cubicBezTo>
                      <a:pt x="498" y="45"/>
                      <a:pt x="289" y="150"/>
                      <a:pt x="201" y="272"/>
                    </a:cubicBezTo>
                    <a:cubicBezTo>
                      <a:pt x="113" y="394"/>
                      <a:pt x="58" y="649"/>
                      <a:pt x="29" y="732"/>
                    </a:cubicBezTo>
                    <a:cubicBezTo>
                      <a:pt x="0" y="815"/>
                      <a:pt x="29" y="761"/>
                      <a:pt x="29" y="768"/>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0023" name="Freeform 39"/>
              <p:cNvSpPr>
                <a:spLocks/>
              </p:cNvSpPr>
              <p:nvPr/>
            </p:nvSpPr>
            <p:spPr bwMode="auto">
              <a:xfrm>
                <a:off x="3000" y="1446"/>
                <a:ext cx="1164" cy="750"/>
              </a:xfrm>
              <a:custGeom>
                <a:avLst/>
                <a:gdLst/>
                <a:ahLst/>
                <a:cxnLst>
                  <a:cxn ang="0">
                    <a:pos x="1164" y="0"/>
                  </a:cxn>
                  <a:cxn ang="0">
                    <a:pos x="871" y="543"/>
                  </a:cxn>
                  <a:cxn ang="0">
                    <a:pos x="0" y="750"/>
                  </a:cxn>
                </a:cxnLst>
                <a:rect l="0" t="0" r="r" b="b"/>
                <a:pathLst>
                  <a:path w="1164" h="750">
                    <a:moveTo>
                      <a:pt x="1164" y="0"/>
                    </a:moveTo>
                    <a:cubicBezTo>
                      <a:pt x="1115" y="89"/>
                      <a:pt x="1065" y="418"/>
                      <a:pt x="871" y="543"/>
                    </a:cubicBezTo>
                    <a:cubicBezTo>
                      <a:pt x="677" y="668"/>
                      <a:pt x="181" y="707"/>
                      <a:pt x="0" y="750"/>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grpSp>
        <p:sp>
          <p:nvSpPr>
            <p:cNvPr id="170024" name="Line 40"/>
            <p:cNvSpPr>
              <a:spLocks noChangeShapeType="1"/>
            </p:cNvSpPr>
            <p:nvPr/>
          </p:nvSpPr>
          <p:spPr bwMode="auto">
            <a:xfrm flipH="1">
              <a:off x="4294" y="1200"/>
              <a:ext cx="96" cy="48"/>
            </a:xfrm>
            <a:prstGeom prst="line">
              <a:avLst/>
            </a:prstGeom>
            <a:noFill/>
            <a:ln w="38100">
              <a:solidFill>
                <a:srgbClr val="0000FF"/>
              </a:solidFill>
              <a:miter lim="800000"/>
              <a:headEnd type="none" w="sm" len="lg"/>
              <a:tailEnd type="triangle" w="sm" len="lg"/>
            </a:ln>
            <a:effectLst/>
          </p:spPr>
          <p:txBody>
            <a:bodyPr wrap="none" anchor="ctr"/>
            <a:lstStyle/>
            <a:p>
              <a:endParaRPr lang="zh-CN" altLang="en-US" sz="2800"/>
            </a:p>
          </p:txBody>
        </p:sp>
        <p:sp>
          <p:nvSpPr>
            <p:cNvPr id="170025" name="Freeform 41"/>
            <p:cNvSpPr>
              <a:spLocks/>
            </p:cNvSpPr>
            <p:nvPr/>
          </p:nvSpPr>
          <p:spPr bwMode="auto">
            <a:xfrm>
              <a:off x="3648" y="2304"/>
              <a:ext cx="96" cy="144"/>
            </a:xfrm>
            <a:custGeom>
              <a:avLst/>
              <a:gdLst/>
              <a:ahLst/>
              <a:cxnLst>
                <a:cxn ang="0">
                  <a:pos x="96" y="0"/>
                </a:cxn>
                <a:cxn ang="0">
                  <a:pos x="96" y="56"/>
                </a:cxn>
                <a:cxn ang="0">
                  <a:pos x="0" y="144"/>
                </a:cxn>
              </a:cxnLst>
              <a:rect l="0" t="0" r="r" b="b"/>
              <a:pathLst>
                <a:path w="96" h="144">
                  <a:moveTo>
                    <a:pt x="96" y="0"/>
                  </a:moveTo>
                  <a:lnTo>
                    <a:pt x="96" y="56"/>
                  </a:lnTo>
                  <a:lnTo>
                    <a:pt x="0" y="144"/>
                  </a:lnTo>
                </a:path>
              </a:pathLst>
            </a:custGeom>
            <a:noFill/>
            <a:ln w="38100" cmpd="sng">
              <a:solidFill>
                <a:srgbClr val="0000FF"/>
              </a:solidFill>
              <a:miter lim="800000"/>
              <a:headEnd type="none" w="sm" len="lg"/>
              <a:tailEnd type="triangle" w="sm" len="lg"/>
            </a:ln>
            <a:effectLst/>
          </p:spPr>
          <p:txBody>
            <a:bodyPr wrap="none" anchor="ctr"/>
            <a:lstStyle/>
            <a:p>
              <a:endParaRPr lang="zh-CN" altLang="en-US" sz="2800"/>
            </a:p>
          </p:txBody>
        </p:sp>
        <p:sp>
          <p:nvSpPr>
            <p:cNvPr id="170026" name="Line 42"/>
            <p:cNvSpPr>
              <a:spLocks noChangeShapeType="1"/>
            </p:cNvSpPr>
            <p:nvPr/>
          </p:nvSpPr>
          <p:spPr bwMode="auto">
            <a:xfrm flipH="1">
              <a:off x="4080" y="2448"/>
              <a:ext cx="144" cy="48"/>
            </a:xfrm>
            <a:prstGeom prst="line">
              <a:avLst/>
            </a:prstGeom>
            <a:noFill/>
            <a:ln w="38100">
              <a:solidFill>
                <a:srgbClr val="0000FF"/>
              </a:solidFill>
              <a:miter lim="800000"/>
              <a:headEnd type="triangle" w="sm" len="lg"/>
              <a:tailEnd type="none" w="sm" len="lg"/>
            </a:ln>
            <a:effectLst/>
          </p:spPr>
          <p:txBody>
            <a:bodyPr wrap="none" anchor="ctr"/>
            <a:lstStyle/>
            <a:p>
              <a:endParaRPr lang="zh-CN" altLang="en-US" sz="2800"/>
            </a:p>
          </p:txBody>
        </p:sp>
        <p:sp>
          <p:nvSpPr>
            <p:cNvPr id="170027" name="Line 43"/>
            <p:cNvSpPr>
              <a:spLocks noChangeShapeType="1"/>
            </p:cNvSpPr>
            <p:nvPr/>
          </p:nvSpPr>
          <p:spPr bwMode="auto">
            <a:xfrm flipH="1">
              <a:off x="4608" y="1536"/>
              <a:ext cx="48" cy="144"/>
            </a:xfrm>
            <a:prstGeom prst="line">
              <a:avLst/>
            </a:prstGeom>
            <a:noFill/>
            <a:ln w="38100">
              <a:solidFill>
                <a:srgbClr val="0000FF"/>
              </a:solidFill>
              <a:miter lim="800000"/>
              <a:headEnd type="triangle" w="sm" len="lg"/>
              <a:tailEnd type="none" w="sm" len="lg"/>
            </a:ln>
            <a:effectLst/>
          </p:spPr>
          <p:txBody>
            <a:bodyPr wrap="none" anchor="ctr"/>
            <a:lstStyle/>
            <a:p>
              <a:endParaRPr lang="zh-CN" altLang="en-US" sz="2800"/>
            </a:p>
          </p:txBody>
        </p:sp>
        <p:sp>
          <p:nvSpPr>
            <p:cNvPr id="170028" name="Line 44"/>
            <p:cNvSpPr>
              <a:spLocks noChangeShapeType="1"/>
            </p:cNvSpPr>
            <p:nvPr/>
          </p:nvSpPr>
          <p:spPr bwMode="auto">
            <a:xfrm>
              <a:off x="3072" y="1872"/>
              <a:ext cx="2352" cy="0"/>
            </a:xfrm>
            <a:prstGeom prst="line">
              <a:avLst/>
            </a:prstGeom>
            <a:noFill/>
            <a:ln w="12700">
              <a:solidFill>
                <a:schemeClr val="tx1"/>
              </a:solidFill>
              <a:miter lim="800000"/>
              <a:headEnd type="none" w="sm" len="lg"/>
              <a:tailEnd type="triangle" w="sm" len="lg"/>
            </a:ln>
            <a:effectLst/>
          </p:spPr>
          <p:txBody>
            <a:bodyPr wrap="none" anchor="ctr"/>
            <a:lstStyle/>
            <a:p>
              <a:endParaRPr lang="zh-CN" altLang="en-US" sz="2800"/>
            </a:p>
          </p:txBody>
        </p:sp>
        <p:sp>
          <p:nvSpPr>
            <p:cNvPr id="170029" name="Line 45"/>
            <p:cNvSpPr>
              <a:spLocks noChangeShapeType="1"/>
            </p:cNvSpPr>
            <p:nvPr/>
          </p:nvSpPr>
          <p:spPr bwMode="auto">
            <a:xfrm flipH="1" flipV="1">
              <a:off x="4224" y="672"/>
              <a:ext cx="0" cy="2400"/>
            </a:xfrm>
            <a:prstGeom prst="line">
              <a:avLst/>
            </a:prstGeom>
            <a:noFill/>
            <a:ln w="12700">
              <a:solidFill>
                <a:schemeClr val="tx1"/>
              </a:solidFill>
              <a:miter lim="800000"/>
              <a:headEnd type="none" w="sm" len="lg"/>
              <a:tailEnd type="triangle" w="sm" len="lg"/>
            </a:ln>
            <a:effectLst/>
          </p:spPr>
          <p:txBody>
            <a:bodyPr wrap="none" anchor="ctr"/>
            <a:lstStyle/>
            <a:p>
              <a:endParaRPr lang="zh-CN" altLang="en-US" sz="2800"/>
            </a:p>
          </p:txBody>
        </p:sp>
        <p:graphicFrame>
          <p:nvGraphicFramePr>
            <p:cNvPr id="170030" name="Object 46"/>
            <p:cNvGraphicFramePr>
              <a:graphicFrameLocks noChangeAspect="1"/>
            </p:cNvGraphicFramePr>
            <p:nvPr/>
          </p:nvGraphicFramePr>
          <p:xfrm>
            <a:off x="5232" y="1615"/>
            <a:ext cx="240" cy="205"/>
          </p:xfrm>
          <a:graphic>
            <a:graphicData uri="http://schemas.openxmlformats.org/presentationml/2006/ole">
              <p:oleObj spid="_x0000_s1105930" name="公式" r:id="rId17" imgW="266400" imgH="228600" progId="Equation.3">
                <p:embed/>
              </p:oleObj>
            </a:graphicData>
          </a:graphic>
        </p:graphicFrame>
        <p:graphicFrame>
          <p:nvGraphicFramePr>
            <p:cNvPr id="170031" name="Object 47"/>
            <p:cNvGraphicFramePr>
              <a:graphicFrameLocks noChangeAspect="1"/>
            </p:cNvGraphicFramePr>
            <p:nvPr/>
          </p:nvGraphicFramePr>
          <p:xfrm>
            <a:off x="4238" y="720"/>
            <a:ext cx="226" cy="240"/>
          </p:xfrm>
          <a:graphic>
            <a:graphicData uri="http://schemas.openxmlformats.org/presentationml/2006/ole">
              <p:oleObj spid="_x0000_s1105931" name="公式" r:id="rId18" imgW="215640" imgH="228600" progId="Equation.3">
                <p:embed/>
              </p:oleObj>
            </a:graphicData>
          </a:graphic>
        </p:graphicFrame>
        <p:sp>
          <p:nvSpPr>
            <p:cNvPr id="170032" name="Text Box 48"/>
            <p:cNvSpPr txBox="1">
              <a:spLocks noChangeArrowheads="1"/>
            </p:cNvSpPr>
            <p:nvPr/>
          </p:nvSpPr>
          <p:spPr bwMode="auto">
            <a:xfrm>
              <a:off x="3994" y="1776"/>
              <a:ext cx="265" cy="330"/>
            </a:xfrm>
            <a:prstGeom prst="rect">
              <a:avLst/>
            </a:prstGeom>
            <a:noFill/>
            <a:ln w="9525">
              <a:noFill/>
              <a:miter lim="800000"/>
              <a:headEnd/>
              <a:tailEnd/>
            </a:ln>
            <a:effectLst/>
          </p:spPr>
          <p:txBody>
            <a:bodyPr wrap="none">
              <a:spAutoFit/>
            </a:bodyPr>
            <a:lstStyle/>
            <a:p>
              <a:r>
                <a:rPr lang="en-US" altLang="zh-CN" sz="2800" b="0" i="1">
                  <a:solidFill>
                    <a:srgbClr val="1C1C1C"/>
                  </a:solidFill>
                </a:rPr>
                <a:t>O</a:t>
              </a:r>
            </a:p>
          </p:txBody>
        </p:sp>
        <p:sp>
          <p:nvSpPr>
            <p:cNvPr id="170033" name="Line 49"/>
            <p:cNvSpPr>
              <a:spLocks noChangeShapeType="1"/>
            </p:cNvSpPr>
            <p:nvPr/>
          </p:nvSpPr>
          <p:spPr bwMode="auto">
            <a:xfrm>
              <a:off x="3744" y="1680"/>
              <a:ext cx="0" cy="192"/>
            </a:xfrm>
            <a:prstGeom prst="line">
              <a:avLst/>
            </a:prstGeom>
            <a:noFill/>
            <a:ln w="25400">
              <a:solidFill>
                <a:srgbClr val="FF3399"/>
              </a:solidFill>
              <a:miter lim="800000"/>
              <a:headEnd/>
              <a:tailEnd type="triangle" w="sm" len="lg"/>
            </a:ln>
            <a:effectLst/>
          </p:spPr>
          <p:txBody>
            <a:bodyPr wrap="none"/>
            <a:lstStyle/>
            <a:p>
              <a:endParaRPr lang="zh-CN" altLang="en-US" sz="2800"/>
            </a:p>
          </p:txBody>
        </p:sp>
        <p:sp>
          <p:nvSpPr>
            <p:cNvPr id="170034" name="Line 50"/>
            <p:cNvSpPr>
              <a:spLocks noChangeShapeType="1"/>
            </p:cNvSpPr>
            <p:nvPr/>
          </p:nvSpPr>
          <p:spPr bwMode="auto">
            <a:xfrm flipV="1">
              <a:off x="3744" y="1296"/>
              <a:ext cx="0" cy="192"/>
            </a:xfrm>
            <a:prstGeom prst="line">
              <a:avLst/>
            </a:prstGeom>
            <a:noFill/>
            <a:ln w="25400">
              <a:solidFill>
                <a:srgbClr val="FF3399"/>
              </a:solidFill>
              <a:miter lim="800000"/>
              <a:headEnd/>
              <a:tailEnd type="triangle" w="sm" len="lg"/>
            </a:ln>
            <a:effectLst/>
          </p:spPr>
          <p:txBody>
            <a:bodyPr wrap="none"/>
            <a:lstStyle/>
            <a:p>
              <a:endParaRPr lang="zh-CN" altLang="en-US" sz="2800"/>
            </a:p>
          </p:txBody>
        </p:sp>
        <p:sp>
          <p:nvSpPr>
            <p:cNvPr id="170035" name="Text Box 51"/>
            <p:cNvSpPr txBox="1">
              <a:spLocks noChangeArrowheads="1"/>
            </p:cNvSpPr>
            <p:nvPr/>
          </p:nvSpPr>
          <p:spPr bwMode="auto">
            <a:xfrm>
              <a:off x="2832" y="3312"/>
              <a:ext cx="2736" cy="333"/>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pPr algn="ctr"/>
              <a:r>
                <a:rPr lang="zh-CN" altLang="en-US" sz="2800"/>
                <a:t>磁滞回线</a:t>
              </a:r>
            </a:p>
          </p:txBody>
        </p:sp>
        <p:graphicFrame>
          <p:nvGraphicFramePr>
            <p:cNvPr id="170036" name="Object 52"/>
            <p:cNvGraphicFramePr>
              <a:graphicFrameLocks noChangeAspect="1"/>
            </p:cNvGraphicFramePr>
            <p:nvPr/>
          </p:nvGraphicFramePr>
          <p:xfrm>
            <a:off x="4224" y="1200"/>
            <a:ext cx="228" cy="288"/>
          </p:xfrm>
          <a:graphic>
            <a:graphicData uri="http://schemas.openxmlformats.org/presentationml/2006/ole">
              <p:oleObj spid="_x0000_s1105932" name="公式" r:id="rId19" imgW="228600" imgH="291960" progId="Equation.3">
                <p:embed/>
              </p:oleObj>
            </a:graphicData>
          </a:graphic>
        </p:graphicFrame>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533400" y="838200"/>
            <a:ext cx="4114800" cy="519113"/>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3.   铁磁性材料</a:t>
            </a:r>
            <a:endParaRPr kumimoji="1" lang="zh-CN" altLang="en-US" sz="2800">
              <a:solidFill>
                <a:schemeClr val="tx1"/>
              </a:solidFill>
            </a:endParaRPr>
          </a:p>
        </p:txBody>
      </p:sp>
      <p:grpSp>
        <p:nvGrpSpPr>
          <p:cNvPr id="2" name="Group 3"/>
          <p:cNvGrpSpPr>
            <a:grpSpLocks/>
          </p:cNvGrpSpPr>
          <p:nvPr/>
        </p:nvGrpSpPr>
        <p:grpSpPr bwMode="auto">
          <a:xfrm>
            <a:off x="533400" y="2595563"/>
            <a:ext cx="2667000" cy="3652837"/>
            <a:chOff x="336" y="1536"/>
            <a:chExt cx="1680" cy="2301"/>
          </a:xfrm>
        </p:grpSpPr>
        <p:sp>
          <p:nvSpPr>
            <p:cNvPr id="171012" name="Rectangle 4"/>
            <p:cNvSpPr>
              <a:spLocks noChangeArrowheads="1"/>
            </p:cNvSpPr>
            <p:nvPr/>
          </p:nvSpPr>
          <p:spPr bwMode="auto">
            <a:xfrm>
              <a:off x="336" y="1536"/>
              <a:ext cx="1680" cy="2016"/>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graphicFrame>
          <p:nvGraphicFramePr>
            <p:cNvPr id="171013" name="Object 5"/>
            <p:cNvGraphicFramePr>
              <a:graphicFrameLocks noChangeAspect="1"/>
            </p:cNvGraphicFramePr>
            <p:nvPr/>
          </p:nvGraphicFramePr>
          <p:xfrm>
            <a:off x="1615" y="2490"/>
            <a:ext cx="192" cy="178"/>
          </p:xfrm>
          <a:graphic>
            <a:graphicData uri="http://schemas.openxmlformats.org/presentationml/2006/ole">
              <p:oleObj spid="_x0000_s1106950" name="公式" r:id="rId3" imgW="266400" imgH="228600" progId="Equation.3">
                <p:embed/>
              </p:oleObj>
            </a:graphicData>
          </a:graphic>
        </p:graphicFrame>
        <p:sp>
          <p:nvSpPr>
            <p:cNvPr id="171014" name="Line 6"/>
            <p:cNvSpPr>
              <a:spLocks noChangeShapeType="1"/>
            </p:cNvSpPr>
            <p:nvPr/>
          </p:nvSpPr>
          <p:spPr bwMode="auto">
            <a:xfrm>
              <a:off x="432" y="2410"/>
              <a:ext cx="1423" cy="0"/>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sp>
          <p:nvSpPr>
            <p:cNvPr id="171015" name="Line 7"/>
            <p:cNvSpPr>
              <a:spLocks noChangeShapeType="1"/>
            </p:cNvSpPr>
            <p:nvPr/>
          </p:nvSpPr>
          <p:spPr bwMode="auto">
            <a:xfrm flipH="1" flipV="1">
              <a:off x="1129" y="1626"/>
              <a:ext cx="0" cy="1505"/>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graphicFrame>
          <p:nvGraphicFramePr>
            <p:cNvPr id="171016" name="Object 8"/>
            <p:cNvGraphicFramePr>
              <a:graphicFrameLocks noChangeAspect="1"/>
            </p:cNvGraphicFramePr>
            <p:nvPr/>
          </p:nvGraphicFramePr>
          <p:xfrm>
            <a:off x="912" y="1643"/>
            <a:ext cx="168" cy="192"/>
          </p:xfrm>
          <a:graphic>
            <a:graphicData uri="http://schemas.openxmlformats.org/presentationml/2006/ole">
              <p:oleObj spid="_x0000_s1106951" name="公式" r:id="rId4" imgW="215640" imgH="228600" progId="Equation.3">
                <p:embed/>
              </p:oleObj>
            </a:graphicData>
          </a:graphic>
        </p:graphicFrame>
        <p:grpSp>
          <p:nvGrpSpPr>
            <p:cNvPr id="3" name="Group 9"/>
            <p:cNvGrpSpPr>
              <a:grpSpLocks/>
            </p:cNvGrpSpPr>
            <p:nvPr/>
          </p:nvGrpSpPr>
          <p:grpSpPr bwMode="auto">
            <a:xfrm>
              <a:off x="607" y="1914"/>
              <a:ext cx="1008" cy="1008"/>
              <a:chOff x="1584" y="2688"/>
              <a:chExt cx="1008" cy="1008"/>
            </a:xfrm>
          </p:grpSpPr>
          <p:sp>
            <p:nvSpPr>
              <p:cNvPr id="171018" name="Freeform 10"/>
              <p:cNvSpPr>
                <a:spLocks/>
              </p:cNvSpPr>
              <p:nvPr/>
            </p:nvSpPr>
            <p:spPr bwMode="auto">
              <a:xfrm>
                <a:off x="2064" y="2688"/>
                <a:ext cx="528" cy="336"/>
              </a:xfrm>
              <a:custGeom>
                <a:avLst/>
                <a:gdLst/>
                <a:ahLst/>
                <a:cxnLst>
                  <a:cxn ang="0">
                    <a:pos x="528" y="0"/>
                  </a:cxn>
                  <a:cxn ang="0">
                    <a:pos x="184" y="152"/>
                  </a:cxn>
                  <a:cxn ang="0">
                    <a:pos x="0" y="336"/>
                  </a:cxn>
                </a:cxnLst>
                <a:rect l="0" t="0" r="r" b="b"/>
                <a:pathLst>
                  <a:path w="528" h="336">
                    <a:moveTo>
                      <a:pt x="528" y="0"/>
                    </a:moveTo>
                    <a:cubicBezTo>
                      <a:pt x="471" y="25"/>
                      <a:pt x="272" y="96"/>
                      <a:pt x="184" y="152"/>
                    </a:cubicBezTo>
                    <a:cubicBezTo>
                      <a:pt x="96" y="208"/>
                      <a:pt x="38" y="298"/>
                      <a:pt x="0" y="336"/>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1019" name="Freeform 11"/>
              <p:cNvSpPr>
                <a:spLocks/>
              </p:cNvSpPr>
              <p:nvPr/>
            </p:nvSpPr>
            <p:spPr bwMode="auto">
              <a:xfrm>
                <a:off x="1584" y="3024"/>
                <a:ext cx="480" cy="672"/>
              </a:xfrm>
              <a:custGeom>
                <a:avLst/>
                <a:gdLst/>
                <a:ahLst/>
                <a:cxnLst>
                  <a:cxn ang="0">
                    <a:pos x="480" y="0"/>
                  </a:cxn>
                  <a:cxn ang="0">
                    <a:pos x="312" y="376"/>
                  </a:cxn>
                  <a:cxn ang="0">
                    <a:pos x="0" y="672"/>
                  </a:cxn>
                </a:cxnLst>
                <a:rect l="0" t="0" r="r" b="b"/>
                <a:pathLst>
                  <a:path w="480" h="672">
                    <a:moveTo>
                      <a:pt x="480" y="0"/>
                    </a:moveTo>
                    <a:cubicBezTo>
                      <a:pt x="452" y="63"/>
                      <a:pt x="392" y="264"/>
                      <a:pt x="312" y="376"/>
                    </a:cubicBezTo>
                    <a:cubicBezTo>
                      <a:pt x="232" y="488"/>
                      <a:pt x="65" y="610"/>
                      <a:pt x="0" y="672"/>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1020" name="Freeform 12"/>
              <p:cNvSpPr>
                <a:spLocks/>
              </p:cNvSpPr>
              <p:nvPr/>
            </p:nvSpPr>
            <p:spPr bwMode="auto">
              <a:xfrm>
                <a:off x="2160" y="2688"/>
                <a:ext cx="432" cy="480"/>
              </a:xfrm>
              <a:custGeom>
                <a:avLst/>
                <a:gdLst/>
                <a:ahLst/>
                <a:cxnLst>
                  <a:cxn ang="0">
                    <a:pos x="432" y="0"/>
                  </a:cxn>
                  <a:cxn ang="0">
                    <a:pos x="128" y="280"/>
                  </a:cxn>
                  <a:cxn ang="0">
                    <a:pos x="0" y="480"/>
                  </a:cxn>
                </a:cxnLst>
                <a:rect l="0" t="0" r="r" b="b"/>
                <a:pathLst>
                  <a:path w="432" h="480">
                    <a:moveTo>
                      <a:pt x="432" y="0"/>
                    </a:moveTo>
                    <a:cubicBezTo>
                      <a:pt x="382" y="46"/>
                      <a:pt x="200" y="200"/>
                      <a:pt x="128" y="280"/>
                    </a:cubicBezTo>
                    <a:cubicBezTo>
                      <a:pt x="56" y="360"/>
                      <a:pt x="27" y="438"/>
                      <a:pt x="0" y="480"/>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1021" name="Freeform 13"/>
              <p:cNvSpPr>
                <a:spLocks/>
              </p:cNvSpPr>
              <p:nvPr/>
            </p:nvSpPr>
            <p:spPr bwMode="auto">
              <a:xfrm>
                <a:off x="1584" y="3168"/>
                <a:ext cx="576" cy="528"/>
              </a:xfrm>
              <a:custGeom>
                <a:avLst/>
                <a:gdLst/>
                <a:ahLst/>
                <a:cxnLst>
                  <a:cxn ang="0">
                    <a:pos x="576" y="0"/>
                  </a:cxn>
                  <a:cxn ang="0">
                    <a:pos x="384" y="336"/>
                  </a:cxn>
                  <a:cxn ang="0">
                    <a:pos x="0" y="528"/>
                  </a:cxn>
                </a:cxnLst>
                <a:rect l="0" t="0" r="r" b="b"/>
                <a:pathLst>
                  <a:path w="576" h="528">
                    <a:moveTo>
                      <a:pt x="576" y="0"/>
                    </a:moveTo>
                    <a:cubicBezTo>
                      <a:pt x="544" y="56"/>
                      <a:pt x="480" y="248"/>
                      <a:pt x="384" y="336"/>
                    </a:cubicBezTo>
                    <a:cubicBezTo>
                      <a:pt x="288" y="424"/>
                      <a:pt x="80" y="488"/>
                      <a:pt x="0" y="528"/>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grpSp>
        <p:sp>
          <p:nvSpPr>
            <p:cNvPr id="171022" name="Text Box 14"/>
            <p:cNvSpPr txBox="1">
              <a:spLocks noChangeArrowheads="1"/>
            </p:cNvSpPr>
            <p:nvPr/>
          </p:nvSpPr>
          <p:spPr bwMode="auto">
            <a:xfrm>
              <a:off x="1087" y="2394"/>
              <a:ext cx="265" cy="330"/>
            </a:xfrm>
            <a:prstGeom prst="rect">
              <a:avLst/>
            </a:prstGeom>
            <a:noFill/>
            <a:ln w="9525">
              <a:noFill/>
              <a:miter lim="800000"/>
              <a:headEnd/>
              <a:tailEnd/>
            </a:ln>
            <a:effectLst/>
          </p:spPr>
          <p:txBody>
            <a:bodyPr wrap="none">
              <a:spAutoFit/>
            </a:bodyPr>
            <a:lstStyle/>
            <a:p>
              <a:r>
                <a:rPr lang="en-US" altLang="zh-CN" sz="2800" b="0" i="1">
                  <a:solidFill>
                    <a:srgbClr val="1C1C1C"/>
                  </a:solidFill>
                </a:rPr>
                <a:t>O</a:t>
              </a:r>
            </a:p>
          </p:txBody>
        </p:sp>
        <p:sp>
          <p:nvSpPr>
            <p:cNvPr id="171023" name="Rectangle 15"/>
            <p:cNvSpPr>
              <a:spLocks noChangeArrowheads="1"/>
            </p:cNvSpPr>
            <p:nvPr/>
          </p:nvSpPr>
          <p:spPr bwMode="auto">
            <a:xfrm>
              <a:off x="336" y="3504"/>
              <a:ext cx="1680" cy="333"/>
            </a:xfrm>
            <a:prstGeom prst="rect">
              <a:avLst/>
            </a:prstGeom>
            <a:gradFill rotWithShape="0">
              <a:gsLst>
                <a:gs pos="0">
                  <a:schemeClr val="folHlink"/>
                </a:gs>
                <a:gs pos="50000">
                  <a:schemeClr val="bg1"/>
                </a:gs>
                <a:gs pos="100000">
                  <a:schemeClr val="folHlink"/>
                </a:gs>
              </a:gsLst>
              <a:lin ang="5400000" scaled="1"/>
            </a:gradFill>
            <a:ln w="9525">
              <a:solidFill>
                <a:srgbClr val="9900CC"/>
              </a:solidFill>
              <a:miter lim="800000"/>
              <a:headEnd/>
              <a:tailEnd/>
            </a:ln>
            <a:effectLst/>
          </p:spPr>
          <p:txBody>
            <a:bodyPr>
              <a:spAutoFit/>
            </a:bodyPr>
            <a:lstStyle/>
            <a:p>
              <a:pPr algn="ctr"/>
              <a:r>
                <a:rPr kumimoji="1" lang="zh-CN" altLang="en-US" sz="2800">
                  <a:solidFill>
                    <a:srgbClr val="D60093"/>
                  </a:solidFill>
                </a:rPr>
                <a:t>软</a:t>
              </a:r>
              <a:r>
                <a:rPr kumimoji="1" lang="zh-CN" altLang="en-US" sz="2800">
                  <a:solidFill>
                    <a:schemeClr val="tx1"/>
                  </a:solidFill>
                </a:rPr>
                <a:t>磁材料</a:t>
              </a:r>
            </a:p>
          </p:txBody>
        </p:sp>
      </p:grpSp>
      <p:grpSp>
        <p:nvGrpSpPr>
          <p:cNvPr id="4" name="Group 16"/>
          <p:cNvGrpSpPr>
            <a:grpSpLocks/>
          </p:cNvGrpSpPr>
          <p:nvPr/>
        </p:nvGrpSpPr>
        <p:grpSpPr bwMode="auto">
          <a:xfrm>
            <a:off x="3276600" y="2595563"/>
            <a:ext cx="2286000" cy="3652837"/>
            <a:chOff x="2064" y="1536"/>
            <a:chExt cx="1440" cy="2301"/>
          </a:xfrm>
        </p:grpSpPr>
        <p:sp>
          <p:nvSpPr>
            <p:cNvPr id="171025" name="Rectangle 17"/>
            <p:cNvSpPr>
              <a:spLocks noChangeArrowheads="1"/>
            </p:cNvSpPr>
            <p:nvPr/>
          </p:nvSpPr>
          <p:spPr bwMode="auto">
            <a:xfrm>
              <a:off x="2064" y="1536"/>
              <a:ext cx="1440" cy="2016"/>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1026" name="Line 18"/>
            <p:cNvSpPr>
              <a:spLocks noChangeShapeType="1"/>
            </p:cNvSpPr>
            <p:nvPr/>
          </p:nvSpPr>
          <p:spPr bwMode="auto">
            <a:xfrm>
              <a:off x="2064" y="2410"/>
              <a:ext cx="1423" cy="0"/>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sp>
          <p:nvSpPr>
            <p:cNvPr id="171027" name="Line 19"/>
            <p:cNvSpPr>
              <a:spLocks noChangeShapeType="1"/>
            </p:cNvSpPr>
            <p:nvPr/>
          </p:nvSpPr>
          <p:spPr bwMode="auto">
            <a:xfrm flipH="1" flipV="1">
              <a:off x="2736" y="1680"/>
              <a:ext cx="0" cy="1494"/>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graphicFrame>
          <p:nvGraphicFramePr>
            <p:cNvPr id="171028" name="Object 20"/>
            <p:cNvGraphicFramePr>
              <a:graphicFrameLocks noChangeAspect="1"/>
            </p:cNvGraphicFramePr>
            <p:nvPr/>
          </p:nvGraphicFramePr>
          <p:xfrm>
            <a:off x="3264" y="2459"/>
            <a:ext cx="192" cy="178"/>
          </p:xfrm>
          <a:graphic>
            <a:graphicData uri="http://schemas.openxmlformats.org/presentationml/2006/ole">
              <p:oleObj spid="_x0000_s1106948" name="公式" r:id="rId5" imgW="266400" imgH="228600" progId="Equation.3">
                <p:embed/>
              </p:oleObj>
            </a:graphicData>
          </a:graphic>
        </p:graphicFrame>
        <p:graphicFrame>
          <p:nvGraphicFramePr>
            <p:cNvPr id="171029" name="Object 21"/>
            <p:cNvGraphicFramePr>
              <a:graphicFrameLocks noChangeAspect="1"/>
            </p:cNvGraphicFramePr>
            <p:nvPr/>
          </p:nvGraphicFramePr>
          <p:xfrm>
            <a:off x="2544" y="1643"/>
            <a:ext cx="168" cy="192"/>
          </p:xfrm>
          <a:graphic>
            <a:graphicData uri="http://schemas.openxmlformats.org/presentationml/2006/ole">
              <p:oleObj spid="_x0000_s1106949" name="公式" r:id="rId6" imgW="215640" imgH="228600" progId="Equation.3">
                <p:embed/>
              </p:oleObj>
            </a:graphicData>
          </a:graphic>
        </p:graphicFrame>
        <p:grpSp>
          <p:nvGrpSpPr>
            <p:cNvPr id="5" name="Group 22"/>
            <p:cNvGrpSpPr>
              <a:grpSpLocks/>
            </p:cNvGrpSpPr>
            <p:nvPr/>
          </p:nvGrpSpPr>
          <p:grpSpPr bwMode="auto">
            <a:xfrm>
              <a:off x="2238" y="1908"/>
              <a:ext cx="1046" cy="1004"/>
              <a:chOff x="864" y="1968"/>
              <a:chExt cx="1728" cy="1536"/>
            </a:xfrm>
          </p:grpSpPr>
          <p:sp>
            <p:nvSpPr>
              <p:cNvPr id="171031" name="Freeform 23"/>
              <p:cNvSpPr>
                <a:spLocks/>
              </p:cNvSpPr>
              <p:nvPr/>
            </p:nvSpPr>
            <p:spPr bwMode="auto">
              <a:xfrm>
                <a:off x="864" y="1968"/>
                <a:ext cx="1728" cy="1536"/>
              </a:xfrm>
              <a:custGeom>
                <a:avLst/>
                <a:gdLst/>
                <a:ahLst/>
                <a:cxnLst>
                  <a:cxn ang="0">
                    <a:pos x="0" y="1536"/>
                  </a:cxn>
                  <a:cxn ang="0">
                    <a:pos x="240" y="1392"/>
                  </a:cxn>
                  <a:cxn ang="0">
                    <a:pos x="432" y="1152"/>
                  </a:cxn>
                  <a:cxn ang="0">
                    <a:pos x="558" y="756"/>
                  </a:cxn>
                  <a:cxn ang="0">
                    <a:pos x="702" y="408"/>
                  </a:cxn>
                  <a:cxn ang="0">
                    <a:pos x="882" y="204"/>
                  </a:cxn>
                  <a:cxn ang="0">
                    <a:pos x="1062" y="108"/>
                  </a:cxn>
                  <a:cxn ang="0">
                    <a:pos x="1296" y="48"/>
                  </a:cxn>
                  <a:cxn ang="0">
                    <a:pos x="1728" y="0"/>
                  </a:cxn>
                </a:cxnLst>
                <a:rect l="0" t="0" r="r" b="b"/>
                <a:pathLst>
                  <a:path w="1728" h="1536">
                    <a:moveTo>
                      <a:pt x="0" y="1536"/>
                    </a:moveTo>
                    <a:cubicBezTo>
                      <a:pt x="84" y="1496"/>
                      <a:pt x="168" y="1456"/>
                      <a:pt x="240" y="1392"/>
                    </a:cubicBezTo>
                    <a:cubicBezTo>
                      <a:pt x="312" y="1328"/>
                      <a:pt x="379" y="1258"/>
                      <a:pt x="432" y="1152"/>
                    </a:cubicBezTo>
                    <a:cubicBezTo>
                      <a:pt x="485" y="1046"/>
                      <a:pt x="513" y="880"/>
                      <a:pt x="558" y="756"/>
                    </a:cubicBezTo>
                    <a:cubicBezTo>
                      <a:pt x="603" y="632"/>
                      <a:pt x="648" y="500"/>
                      <a:pt x="702" y="408"/>
                    </a:cubicBezTo>
                    <a:cubicBezTo>
                      <a:pt x="756" y="316"/>
                      <a:pt x="822" y="254"/>
                      <a:pt x="882" y="204"/>
                    </a:cubicBezTo>
                    <a:cubicBezTo>
                      <a:pt x="942" y="154"/>
                      <a:pt x="993" y="134"/>
                      <a:pt x="1062" y="108"/>
                    </a:cubicBezTo>
                    <a:cubicBezTo>
                      <a:pt x="1131" y="82"/>
                      <a:pt x="1185" y="66"/>
                      <a:pt x="1296" y="48"/>
                    </a:cubicBezTo>
                    <a:cubicBezTo>
                      <a:pt x="1407" y="30"/>
                      <a:pt x="1656" y="8"/>
                      <a:pt x="1728" y="0"/>
                    </a:cubicBezTo>
                  </a:path>
                </a:pathLst>
              </a:custGeom>
              <a:noFill/>
              <a:ln w="28575" cap="flat" cmpd="sng">
                <a:solidFill>
                  <a:srgbClr val="0000FF"/>
                </a:solidFill>
                <a:prstDash val="solid"/>
                <a:miter lim="800000"/>
                <a:headEnd type="none" w="med" len="med"/>
                <a:tailEnd type="none" w="sm" len="lg"/>
              </a:ln>
              <a:effectLst/>
            </p:spPr>
            <p:txBody>
              <a:bodyPr wrap="none" anchor="ctr"/>
              <a:lstStyle/>
              <a:p>
                <a:endParaRPr lang="zh-CN" altLang="en-US" sz="2800"/>
              </a:p>
            </p:txBody>
          </p:sp>
          <p:sp>
            <p:nvSpPr>
              <p:cNvPr id="171032" name="Freeform 24"/>
              <p:cNvSpPr>
                <a:spLocks/>
              </p:cNvSpPr>
              <p:nvPr/>
            </p:nvSpPr>
            <p:spPr bwMode="auto">
              <a:xfrm>
                <a:off x="864" y="1968"/>
                <a:ext cx="1728" cy="1536"/>
              </a:xfrm>
              <a:custGeom>
                <a:avLst/>
                <a:gdLst/>
                <a:ahLst/>
                <a:cxnLst>
                  <a:cxn ang="0">
                    <a:pos x="0" y="1536"/>
                  </a:cxn>
                  <a:cxn ang="0">
                    <a:pos x="438" y="1476"/>
                  </a:cxn>
                  <a:cxn ang="0">
                    <a:pos x="846" y="1314"/>
                  </a:cxn>
                  <a:cxn ang="0">
                    <a:pos x="1008" y="1116"/>
                  </a:cxn>
                  <a:cxn ang="0">
                    <a:pos x="1152" y="768"/>
                  </a:cxn>
                  <a:cxn ang="0">
                    <a:pos x="1296" y="384"/>
                  </a:cxn>
                  <a:cxn ang="0">
                    <a:pos x="1440" y="192"/>
                  </a:cxn>
                  <a:cxn ang="0">
                    <a:pos x="1728" y="0"/>
                  </a:cxn>
                </a:cxnLst>
                <a:rect l="0" t="0" r="r" b="b"/>
                <a:pathLst>
                  <a:path w="1728" h="1536">
                    <a:moveTo>
                      <a:pt x="0" y="1536"/>
                    </a:moveTo>
                    <a:cubicBezTo>
                      <a:pt x="73" y="1526"/>
                      <a:pt x="297" y="1513"/>
                      <a:pt x="438" y="1476"/>
                    </a:cubicBezTo>
                    <a:cubicBezTo>
                      <a:pt x="579" y="1439"/>
                      <a:pt x="751" y="1374"/>
                      <a:pt x="846" y="1314"/>
                    </a:cubicBezTo>
                    <a:cubicBezTo>
                      <a:pt x="941" y="1254"/>
                      <a:pt x="957" y="1207"/>
                      <a:pt x="1008" y="1116"/>
                    </a:cubicBezTo>
                    <a:cubicBezTo>
                      <a:pt x="1059" y="1025"/>
                      <a:pt x="1104" y="890"/>
                      <a:pt x="1152" y="768"/>
                    </a:cubicBezTo>
                    <a:cubicBezTo>
                      <a:pt x="1200" y="646"/>
                      <a:pt x="1248" y="480"/>
                      <a:pt x="1296" y="384"/>
                    </a:cubicBezTo>
                    <a:cubicBezTo>
                      <a:pt x="1344" y="288"/>
                      <a:pt x="1368" y="256"/>
                      <a:pt x="1440" y="192"/>
                    </a:cubicBezTo>
                    <a:cubicBezTo>
                      <a:pt x="1512" y="128"/>
                      <a:pt x="1680" y="32"/>
                      <a:pt x="1728" y="0"/>
                    </a:cubicBezTo>
                  </a:path>
                </a:pathLst>
              </a:custGeom>
              <a:noFill/>
              <a:ln w="28575" cap="flat" cmpd="sng">
                <a:solidFill>
                  <a:srgbClr val="0000FF"/>
                </a:solidFill>
                <a:prstDash val="solid"/>
                <a:miter lim="800000"/>
                <a:headEnd type="none" w="med" len="med"/>
                <a:tailEnd type="none" w="sm" len="lg"/>
              </a:ln>
              <a:effectLst/>
            </p:spPr>
            <p:txBody>
              <a:bodyPr wrap="none" anchor="ctr"/>
              <a:lstStyle/>
              <a:p>
                <a:endParaRPr lang="zh-CN" altLang="en-US" sz="2800"/>
              </a:p>
            </p:txBody>
          </p:sp>
        </p:grpSp>
        <p:sp>
          <p:nvSpPr>
            <p:cNvPr id="171033" name="Text Box 25"/>
            <p:cNvSpPr txBox="1">
              <a:spLocks noChangeArrowheads="1"/>
            </p:cNvSpPr>
            <p:nvPr/>
          </p:nvSpPr>
          <p:spPr bwMode="auto">
            <a:xfrm>
              <a:off x="2506" y="2346"/>
              <a:ext cx="265" cy="330"/>
            </a:xfrm>
            <a:prstGeom prst="rect">
              <a:avLst/>
            </a:prstGeom>
            <a:noFill/>
            <a:ln w="9525">
              <a:noFill/>
              <a:miter lim="800000"/>
              <a:headEnd/>
              <a:tailEnd/>
            </a:ln>
            <a:effectLst/>
          </p:spPr>
          <p:txBody>
            <a:bodyPr wrap="none">
              <a:spAutoFit/>
            </a:bodyPr>
            <a:lstStyle/>
            <a:p>
              <a:r>
                <a:rPr lang="en-US" altLang="zh-CN" sz="2800" b="0" i="1">
                  <a:solidFill>
                    <a:srgbClr val="1C1C1C"/>
                  </a:solidFill>
                </a:rPr>
                <a:t>O</a:t>
              </a:r>
            </a:p>
          </p:txBody>
        </p:sp>
        <p:sp>
          <p:nvSpPr>
            <p:cNvPr id="171034" name="Rectangle 26"/>
            <p:cNvSpPr>
              <a:spLocks noChangeArrowheads="1"/>
            </p:cNvSpPr>
            <p:nvPr/>
          </p:nvSpPr>
          <p:spPr bwMode="auto">
            <a:xfrm>
              <a:off x="2064" y="3504"/>
              <a:ext cx="1440" cy="333"/>
            </a:xfrm>
            <a:prstGeom prst="rect">
              <a:avLst/>
            </a:prstGeom>
            <a:gradFill rotWithShape="0">
              <a:gsLst>
                <a:gs pos="0">
                  <a:schemeClr val="accent1"/>
                </a:gs>
                <a:gs pos="50000">
                  <a:schemeClr val="bg1"/>
                </a:gs>
                <a:gs pos="100000">
                  <a:schemeClr val="accent1"/>
                </a:gs>
              </a:gsLst>
              <a:lin ang="5400000" scaled="1"/>
            </a:gradFill>
            <a:ln w="9525">
              <a:solidFill>
                <a:schemeClr val="tx2"/>
              </a:solidFill>
              <a:miter lim="800000"/>
              <a:headEnd/>
              <a:tailEnd/>
            </a:ln>
            <a:effectLst/>
          </p:spPr>
          <p:txBody>
            <a:bodyPr>
              <a:spAutoFit/>
            </a:bodyPr>
            <a:lstStyle/>
            <a:p>
              <a:pPr algn="ctr"/>
              <a:r>
                <a:rPr kumimoji="1" lang="zh-CN" altLang="en-US" sz="2800">
                  <a:solidFill>
                    <a:srgbClr val="D60093"/>
                  </a:solidFill>
                </a:rPr>
                <a:t>硬</a:t>
              </a:r>
              <a:r>
                <a:rPr kumimoji="1" lang="zh-CN" altLang="en-US" sz="2800">
                  <a:solidFill>
                    <a:schemeClr val="tx1"/>
                  </a:solidFill>
                </a:rPr>
                <a:t>磁材料</a:t>
              </a:r>
            </a:p>
          </p:txBody>
        </p:sp>
      </p:grpSp>
      <p:grpSp>
        <p:nvGrpSpPr>
          <p:cNvPr id="6" name="Group 27"/>
          <p:cNvGrpSpPr>
            <a:grpSpLocks/>
          </p:cNvGrpSpPr>
          <p:nvPr/>
        </p:nvGrpSpPr>
        <p:grpSpPr bwMode="auto">
          <a:xfrm>
            <a:off x="5715000" y="2595563"/>
            <a:ext cx="2895600" cy="3652837"/>
            <a:chOff x="3600" y="1635"/>
            <a:chExt cx="1824" cy="2301"/>
          </a:xfrm>
        </p:grpSpPr>
        <p:sp>
          <p:nvSpPr>
            <p:cNvPr id="171036" name="Rectangle 28"/>
            <p:cNvSpPr>
              <a:spLocks noChangeArrowheads="1"/>
            </p:cNvSpPr>
            <p:nvPr/>
          </p:nvSpPr>
          <p:spPr bwMode="auto">
            <a:xfrm>
              <a:off x="3600" y="1635"/>
              <a:ext cx="1824" cy="2064"/>
            </a:xfrm>
            <a:prstGeom prst="rect">
              <a:avLst/>
            </a:prstGeom>
            <a:solidFill>
              <a:schemeClr val="bg1"/>
            </a:solidFill>
            <a:ln w="9525">
              <a:solidFill>
                <a:schemeClr val="tx2"/>
              </a:solidFill>
              <a:miter lim="800000"/>
              <a:headEnd/>
              <a:tailEnd/>
            </a:ln>
            <a:effectLst/>
          </p:spPr>
          <p:txBody>
            <a:bodyPr wrap="none" anchor="ctr"/>
            <a:lstStyle/>
            <a:p>
              <a:endParaRPr lang="zh-CN" altLang="en-US" sz="2800"/>
            </a:p>
          </p:txBody>
        </p:sp>
        <p:sp>
          <p:nvSpPr>
            <p:cNvPr id="171037" name="Line 29"/>
            <p:cNvSpPr>
              <a:spLocks noChangeShapeType="1"/>
            </p:cNvSpPr>
            <p:nvPr/>
          </p:nvSpPr>
          <p:spPr bwMode="auto">
            <a:xfrm>
              <a:off x="3888" y="2509"/>
              <a:ext cx="1423" cy="0"/>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sp>
          <p:nvSpPr>
            <p:cNvPr id="171038" name="Line 30"/>
            <p:cNvSpPr>
              <a:spLocks noChangeShapeType="1"/>
            </p:cNvSpPr>
            <p:nvPr/>
          </p:nvSpPr>
          <p:spPr bwMode="auto">
            <a:xfrm flipH="1" flipV="1">
              <a:off x="4585" y="1725"/>
              <a:ext cx="0" cy="1505"/>
            </a:xfrm>
            <a:prstGeom prst="line">
              <a:avLst/>
            </a:prstGeom>
            <a:noFill/>
            <a:ln w="12700">
              <a:solidFill>
                <a:schemeClr val="tx1"/>
              </a:solidFill>
              <a:miter lim="800000"/>
              <a:headEnd/>
              <a:tailEnd type="triangle" w="sm" len="lg"/>
            </a:ln>
            <a:effectLst/>
          </p:spPr>
          <p:txBody>
            <a:bodyPr wrap="none" anchor="ctr"/>
            <a:lstStyle/>
            <a:p>
              <a:endParaRPr lang="zh-CN" altLang="en-US" sz="2800"/>
            </a:p>
          </p:txBody>
        </p:sp>
        <p:graphicFrame>
          <p:nvGraphicFramePr>
            <p:cNvPr id="171039" name="Object 31"/>
            <p:cNvGraphicFramePr>
              <a:graphicFrameLocks noChangeAspect="1"/>
            </p:cNvGraphicFramePr>
            <p:nvPr/>
          </p:nvGraphicFramePr>
          <p:xfrm>
            <a:off x="5088" y="2558"/>
            <a:ext cx="192" cy="178"/>
          </p:xfrm>
          <a:graphic>
            <a:graphicData uri="http://schemas.openxmlformats.org/presentationml/2006/ole">
              <p:oleObj spid="_x0000_s1106946" name="公式" r:id="rId7" imgW="266400" imgH="228600" progId="Equation.3">
                <p:embed/>
              </p:oleObj>
            </a:graphicData>
          </a:graphic>
        </p:graphicFrame>
        <p:graphicFrame>
          <p:nvGraphicFramePr>
            <p:cNvPr id="171040" name="Object 32"/>
            <p:cNvGraphicFramePr>
              <a:graphicFrameLocks noChangeAspect="1"/>
            </p:cNvGraphicFramePr>
            <p:nvPr/>
          </p:nvGraphicFramePr>
          <p:xfrm>
            <a:off x="4368" y="1742"/>
            <a:ext cx="168" cy="192"/>
          </p:xfrm>
          <a:graphic>
            <a:graphicData uri="http://schemas.openxmlformats.org/presentationml/2006/ole">
              <p:oleObj spid="_x0000_s1106947" name="公式" r:id="rId8" imgW="215640" imgH="228600" progId="Equation.3">
                <p:embed/>
              </p:oleObj>
            </a:graphicData>
          </a:graphic>
        </p:graphicFrame>
        <p:sp>
          <p:nvSpPr>
            <p:cNvPr id="171041" name="Freeform 33"/>
            <p:cNvSpPr>
              <a:spLocks/>
            </p:cNvSpPr>
            <p:nvPr/>
          </p:nvSpPr>
          <p:spPr bwMode="auto">
            <a:xfrm>
              <a:off x="4368" y="2013"/>
              <a:ext cx="616" cy="96"/>
            </a:xfrm>
            <a:custGeom>
              <a:avLst/>
              <a:gdLst/>
              <a:ahLst/>
              <a:cxnLst>
                <a:cxn ang="0">
                  <a:pos x="616" y="0"/>
                </a:cxn>
                <a:cxn ang="0">
                  <a:pos x="352" y="16"/>
                </a:cxn>
                <a:cxn ang="0">
                  <a:pos x="0" y="96"/>
                </a:cxn>
              </a:cxnLst>
              <a:rect l="0" t="0" r="r" b="b"/>
              <a:pathLst>
                <a:path w="616" h="96">
                  <a:moveTo>
                    <a:pt x="616" y="0"/>
                  </a:moveTo>
                  <a:cubicBezTo>
                    <a:pt x="571" y="3"/>
                    <a:pt x="455" y="0"/>
                    <a:pt x="352" y="16"/>
                  </a:cubicBezTo>
                  <a:cubicBezTo>
                    <a:pt x="249" y="32"/>
                    <a:pt x="73" y="79"/>
                    <a:pt x="0" y="96"/>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1042" name="Freeform 34"/>
            <p:cNvSpPr>
              <a:spLocks/>
            </p:cNvSpPr>
            <p:nvPr/>
          </p:nvSpPr>
          <p:spPr bwMode="auto">
            <a:xfrm>
              <a:off x="4044" y="2117"/>
              <a:ext cx="316" cy="898"/>
            </a:xfrm>
            <a:custGeom>
              <a:avLst/>
              <a:gdLst/>
              <a:ahLst/>
              <a:cxnLst>
                <a:cxn ang="0">
                  <a:pos x="316" y="0"/>
                </a:cxn>
                <a:cxn ang="0">
                  <a:pos x="187" y="674"/>
                </a:cxn>
                <a:cxn ang="0">
                  <a:pos x="0" y="898"/>
                </a:cxn>
              </a:cxnLst>
              <a:rect l="0" t="0" r="r" b="b"/>
              <a:pathLst>
                <a:path w="316" h="898">
                  <a:moveTo>
                    <a:pt x="316" y="0"/>
                  </a:moveTo>
                  <a:cubicBezTo>
                    <a:pt x="294" y="112"/>
                    <a:pt x="240" y="524"/>
                    <a:pt x="187" y="674"/>
                  </a:cubicBezTo>
                  <a:cubicBezTo>
                    <a:pt x="134" y="824"/>
                    <a:pt x="39" y="851"/>
                    <a:pt x="0" y="898"/>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1043" name="Freeform 35"/>
            <p:cNvSpPr>
              <a:spLocks/>
            </p:cNvSpPr>
            <p:nvPr/>
          </p:nvSpPr>
          <p:spPr bwMode="auto">
            <a:xfrm>
              <a:off x="4608" y="2013"/>
              <a:ext cx="368" cy="960"/>
            </a:xfrm>
            <a:custGeom>
              <a:avLst/>
              <a:gdLst/>
              <a:ahLst/>
              <a:cxnLst>
                <a:cxn ang="0">
                  <a:pos x="368" y="0"/>
                </a:cxn>
                <a:cxn ang="0">
                  <a:pos x="264" y="216"/>
                </a:cxn>
                <a:cxn ang="0">
                  <a:pos x="192" y="824"/>
                </a:cxn>
                <a:cxn ang="0">
                  <a:pos x="0" y="960"/>
                </a:cxn>
              </a:cxnLst>
              <a:rect l="0" t="0" r="r" b="b"/>
              <a:pathLst>
                <a:path w="368" h="960">
                  <a:moveTo>
                    <a:pt x="368" y="0"/>
                  </a:moveTo>
                  <a:cubicBezTo>
                    <a:pt x="351" y="35"/>
                    <a:pt x="293" y="79"/>
                    <a:pt x="264" y="216"/>
                  </a:cubicBezTo>
                  <a:cubicBezTo>
                    <a:pt x="235" y="353"/>
                    <a:pt x="236" y="700"/>
                    <a:pt x="192" y="824"/>
                  </a:cubicBezTo>
                  <a:cubicBezTo>
                    <a:pt x="148" y="948"/>
                    <a:pt x="40" y="932"/>
                    <a:pt x="0" y="960"/>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1044" name="Freeform 36"/>
            <p:cNvSpPr>
              <a:spLocks/>
            </p:cNvSpPr>
            <p:nvPr/>
          </p:nvSpPr>
          <p:spPr bwMode="auto">
            <a:xfrm>
              <a:off x="4032" y="2973"/>
              <a:ext cx="576" cy="48"/>
            </a:xfrm>
            <a:custGeom>
              <a:avLst/>
              <a:gdLst/>
              <a:ahLst/>
              <a:cxnLst>
                <a:cxn ang="0">
                  <a:pos x="576" y="0"/>
                </a:cxn>
                <a:cxn ang="0">
                  <a:pos x="352" y="32"/>
                </a:cxn>
                <a:cxn ang="0">
                  <a:pos x="0" y="48"/>
                </a:cxn>
              </a:cxnLst>
              <a:rect l="0" t="0" r="r" b="b"/>
              <a:pathLst>
                <a:path w="576" h="48">
                  <a:moveTo>
                    <a:pt x="576" y="0"/>
                  </a:moveTo>
                  <a:cubicBezTo>
                    <a:pt x="539" y="5"/>
                    <a:pt x="448" y="24"/>
                    <a:pt x="352" y="32"/>
                  </a:cubicBezTo>
                  <a:cubicBezTo>
                    <a:pt x="256" y="40"/>
                    <a:pt x="73" y="45"/>
                    <a:pt x="0" y="48"/>
                  </a:cubicBezTo>
                </a:path>
              </a:pathLst>
            </a:custGeom>
            <a:noFill/>
            <a:ln w="28575" cap="flat" cmpd="sng">
              <a:solidFill>
                <a:srgbClr val="0000FF"/>
              </a:solidFill>
              <a:prstDash val="solid"/>
              <a:miter lim="800000"/>
              <a:headEnd type="none" w="med" len="med"/>
              <a:tailEnd type="none" w="med" len="med"/>
            </a:ln>
            <a:effectLst/>
          </p:spPr>
          <p:txBody>
            <a:bodyPr wrap="none"/>
            <a:lstStyle/>
            <a:p>
              <a:endParaRPr lang="zh-CN" altLang="en-US" sz="2800"/>
            </a:p>
          </p:txBody>
        </p:sp>
        <p:sp>
          <p:nvSpPr>
            <p:cNvPr id="171045" name="Text Box 37"/>
            <p:cNvSpPr txBox="1">
              <a:spLocks noChangeArrowheads="1"/>
            </p:cNvSpPr>
            <p:nvPr/>
          </p:nvSpPr>
          <p:spPr bwMode="auto">
            <a:xfrm>
              <a:off x="4320" y="2493"/>
              <a:ext cx="265" cy="330"/>
            </a:xfrm>
            <a:prstGeom prst="rect">
              <a:avLst/>
            </a:prstGeom>
            <a:noFill/>
            <a:ln w="9525">
              <a:noFill/>
              <a:miter lim="800000"/>
              <a:headEnd/>
              <a:tailEnd/>
            </a:ln>
            <a:effectLst/>
          </p:spPr>
          <p:txBody>
            <a:bodyPr wrap="none">
              <a:spAutoFit/>
            </a:bodyPr>
            <a:lstStyle/>
            <a:p>
              <a:r>
                <a:rPr lang="en-US" altLang="zh-CN" sz="2800" b="0" i="1">
                  <a:solidFill>
                    <a:srgbClr val="1C1C1C"/>
                  </a:solidFill>
                </a:rPr>
                <a:t>O</a:t>
              </a:r>
            </a:p>
          </p:txBody>
        </p:sp>
        <p:sp>
          <p:nvSpPr>
            <p:cNvPr id="171046" name="Rectangle 38"/>
            <p:cNvSpPr>
              <a:spLocks noChangeArrowheads="1"/>
            </p:cNvSpPr>
            <p:nvPr/>
          </p:nvSpPr>
          <p:spPr bwMode="auto">
            <a:xfrm>
              <a:off x="3600" y="3603"/>
              <a:ext cx="1824" cy="333"/>
            </a:xfrm>
            <a:prstGeom prst="rect">
              <a:avLst/>
            </a:prstGeom>
            <a:gradFill rotWithShape="0">
              <a:gsLst>
                <a:gs pos="0">
                  <a:schemeClr val="folHlink"/>
                </a:gs>
                <a:gs pos="50000">
                  <a:schemeClr val="bg1"/>
                </a:gs>
                <a:gs pos="100000">
                  <a:schemeClr val="folHlink"/>
                </a:gs>
              </a:gsLst>
              <a:lin ang="5400000" scaled="1"/>
            </a:gradFill>
            <a:ln w="9525">
              <a:solidFill>
                <a:srgbClr val="9900CC"/>
              </a:solidFill>
              <a:miter lim="800000"/>
              <a:headEnd/>
              <a:tailEnd/>
            </a:ln>
            <a:effectLst/>
          </p:spPr>
          <p:txBody>
            <a:bodyPr>
              <a:spAutoFit/>
            </a:bodyPr>
            <a:lstStyle/>
            <a:p>
              <a:pPr algn="ctr"/>
              <a:r>
                <a:rPr kumimoji="1" lang="zh-CN" altLang="en-US" sz="2800">
                  <a:solidFill>
                    <a:srgbClr val="D60093"/>
                  </a:solidFill>
                </a:rPr>
                <a:t>矩</a:t>
              </a:r>
              <a:r>
                <a:rPr kumimoji="1" lang="zh-CN" altLang="en-US" sz="2800">
                  <a:solidFill>
                    <a:schemeClr val="tx1"/>
                  </a:solidFill>
                </a:rPr>
                <a:t>磁铁氧体材料</a:t>
              </a:r>
            </a:p>
          </p:txBody>
        </p:sp>
      </p:grpSp>
      <p:sp>
        <p:nvSpPr>
          <p:cNvPr id="171047" name="Text Box 39"/>
          <p:cNvSpPr txBox="1">
            <a:spLocks noChangeArrowheads="1"/>
          </p:cNvSpPr>
          <p:nvPr/>
        </p:nvSpPr>
        <p:spPr bwMode="auto">
          <a:xfrm>
            <a:off x="457200" y="1447800"/>
            <a:ext cx="8077200" cy="946150"/>
          </a:xfrm>
          <a:prstGeom prst="rect">
            <a:avLst/>
          </a:prstGeom>
          <a:noFill/>
          <a:ln w="9525">
            <a:noFill/>
            <a:miter lim="800000"/>
            <a:headEnd/>
            <a:tailEnd/>
          </a:ln>
          <a:effectLst/>
        </p:spPr>
        <p:txBody>
          <a:bodyPr>
            <a:spAutoFit/>
          </a:bodyPr>
          <a:lstStyle/>
          <a:p>
            <a:r>
              <a:rPr lang="zh-CN" altLang="en-US" sz="2800">
                <a:solidFill>
                  <a:srgbClr val="1C1C1C"/>
                </a:solidFill>
              </a:rPr>
              <a:t>       实验表明，不同铁磁性物质的磁滞回线形状相差很大.</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47"/>
                                        </p:tgtEl>
                                        <p:attrNameLst>
                                          <p:attrName>style.visibility</p:attrName>
                                        </p:attrNameLst>
                                      </p:cBhvr>
                                      <p:to>
                                        <p:strVal val="visible"/>
                                      </p:to>
                                    </p:set>
                                    <p:animEffect transition="in" filter="blinds(horizontal)">
                                      <p:cBhvr>
                                        <p:cTn id="7" dur="500"/>
                                        <p:tgtEl>
                                          <p:spTgt spid="17104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randombar(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47"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p:cNvSpPr txBox="1">
            <a:spLocks noChangeArrowheads="1"/>
          </p:cNvSpPr>
          <p:nvPr/>
        </p:nvSpPr>
        <p:spPr bwMode="auto">
          <a:xfrm>
            <a:off x="533400" y="1081088"/>
            <a:ext cx="2590800" cy="519112"/>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CC0000"/>
                </a:solidFill>
              </a:rPr>
              <a:t>4.  磁屏蔽</a:t>
            </a:r>
          </a:p>
        </p:txBody>
      </p:sp>
      <p:sp>
        <p:nvSpPr>
          <p:cNvPr id="172035" name="Text Box 3"/>
          <p:cNvSpPr txBox="1">
            <a:spLocks noChangeArrowheads="1"/>
          </p:cNvSpPr>
          <p:nvPr/>
        </p:nvSpPr>
        <p:spPr bwMode="auto">
          <a:xfrm>
            <a:off x="517525" y="2008188"/>
            <a:ext cx="2149475" cy="3935412"/>
          </a:xfrm>
          <a:prstGeom prst="rect">
            <a:avLst/>
          </a:prstGeom>
          <a:noFill/>
          <a:ln w="9525">
            <a:noFill/>
            <a:miter lim="800000"/>
            <a:headEnd/>
            <a:tailEnd/>
          </a:ln>
          <a:effectLst/>
        </p:spPr>
        <p:txBody>
          <a:bodyPr>
            <a:spAutoFit/>
          </a:bodyPr>
          <a:lstStyle/>
          <a:p>
            <a:r>
              <a:rPr lang="zh-CN" altLang="en-US" sz="2800">
                <a:solidFill>
                  <a:srgbClr val="1C1C1C"/>
                </a:solidFill>
              </a:rPr>
              <a:t>        把磁导率不同的两种磁介质放到磁场中，在它们的交界面上磁场要发生突变，引起了磁感应线的折射.</a:t>
            </a:r>
          </a:p>
        </p:txBody>
      </p:sp>
      <p:grpSp>
        <p:nvGrpSpPr>
          <p:cNvPr id="2" name="Group 4"/>
          <p:cNvGrpSpPr>
            <a:grpSpLocks/>
          </p:cNvGrpSpPr>
          <p:nvPr/>
        </p:nvGrpSpPr>
        <p:grpSpPr bwMode="auto">
          <a:xfrm>
            <a:off x="2971800" y="1295400"/>
            <a:ext cx="5562600" cy="4724400"/>
            <a:chOff x="1872" y="960"/>
            <a:chExt cx="3504" cy="2976"/>
          </a:xfrm>
        </p:grpSpPr>
        <p:grpSp>
          <p:nvGrpSpPr>
            <p:cNvPr id="3" name="Group 5"/>
            <p:cNvGrpSpPr>
              <a:grpSpLocks/>
            </p:cNvGrpSpPr>
            <p:nvPr/>
          </p:nvGrpSpPr>
          <p:grpSpPr bwMode="auto">
            <a:xfrm>
              <a:off x="1872" y="960"/>
              <a:ext cx="3504" cy="2976"/>
              <a:chOff x="1872" y="960"/>
              <a:chExt cx="3504" cy="2976"/>
            </a:xfrm>
          </p:grpSpPr>
          <p:sp>
            <p:nvSpPr>
              <p:cNvPr id="172038" name="Rectangle 6"/>
              <p:cNvSpPr>
                <a:spLocks noChangeArrowheads="1"/>
              </p:cNvSpPr>
              <p:nvPr/>
            </p:nvSpPr>
            <p:spPr bwMode="auto">
              <a:xfrm>
                <a:off x="1872" y="960"/>
                <a:ext cx="3504" cy="2976"/>
              </a:xfrm>
              <a:prstGeom prst="rect">
                <a:avLst/>
              </a:prstGeom>
              <a:solidFill>
                <a:schemeClr val="bg1"/>
              </a:solidFill>
              <a:ln w="9525">
                <a:solidFill>
                  <a:schemeClr val="tx1"/>
                </a:solidFill>
                <a:miter lim="800000"/>
                <a:headEnd/>
                <a:tailEnd/>
              </a:ln>
              <a:effectLst/>
            </p:spPr>
            <p:txBody>
              <a:bodyPr wrap="none" anchor="ctr"/>
              <a:lstStyle/>
              <a:p>
                <a:endParaRPr lang="zh-CN" altLang="en-US" sz="2800"/>
              </a:p>
            </p:txBody>
          </p:sp>
          <p:sp>
            <p:nvSpPr>
              <p:cNvPr id="172039" name="AutoShape 7"/>
              <p:cNvSpPr>
                <a:spLocks noChangeArrowheads="1"/>
              </p:cNvSpPr>
              <p:nvPr/>
            </p:nvSpPr>
            <p:spPr bwMode="auto">
              <a:xfrm>
                <a:off x="3072" y="1735"/>
                <a:ext cx="1104" cy="1138"/>
              </a:xfrm>
              <a:custGeom>
                <a:avLst/>
                <a:gdLst>
                  <a:gd name="G0" fmla="+- 4285 0 0"/>
                  <a:gd name="G1" fmla="+- 21600 0 4285"/>
                  <a:gd name="G2" fmla="+- 21600 0 428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285" y="10800"/>
                    </a:moveTo>
                    <a:cubicBezTo>
                      <a:pt x="4285" y="14398"/>
                      <a:pt x="7202" y="17315"/>
                      <a:pt x="10800" y="17315"/>
                    </a:cubicBezTo>
                    <a:cubicBezTo>
                      <a:pt x="14398" y="17315"/>
                      <a:pt x="17315" y="14398"/>
                      <a:pt x="17315" y="10800"/>
                    </a:cubicBezTo>
                    <a:cubicBezTo>
                      <a:pt x="17315" y="7202"/>
                      <a:pt x="14398" y="4285"/>
                      <a:pt x="10800" y="4285"/>
                    </a:cubicBezTo>
                    <a:cubicBezTo>
                      <a:pt x="7202" y="4285"/>
                      <a:pt x="4285" y="7202"/>
                      <a:pt x="4285" y="10800"/>
                    </a:cubicBezTo>
                    <a:close/>
                  </a:path>
                </a:pathLst>
              </a:custGeom>
              <a:solidFill>
                <a:schemeClr val="folHlink">
                  <a:alpha val="50000"/>
                </a:schemeClr>
              </a:solidFill>
              <a:ln w="19050">
                <a:solidFill>
                  <a:srgbClr val="FF0066"/>
                </a:solidFill>
                <a:miter lim="800000"/>
                <a:headEnd/>
                <a:tailEnd/>
              </a:ln>
              <a:effectLst/>
            </p:spPr>
            <p:txBody>
              <a:bodyPr wrap="none" anchor="ctr"/>
              <a:lstStyle/>
              <a:p>
                <a:endParaRPr lang="zh-CN" altLang="en-US" sz="2800"/>
              </a:p>
            </p:txBody>
          </p:sp>
          <p:sp>
            <p:nvSpPr>
              <p:cNvPr id="172040" name="Line 8"/>
              <p:cNvSpPr>
                <a:spLocks noChangeShapeType="1"/>
              </p:cNvSpPr>
              <p:nvPr/>
            </p:nvSpPr>
            <p:spPr bwMode="auto">
              <a:xfrm>
                <a:off x="2112" y="1235"/>
                <a:ext cx="3168" cy="0"/>
              </a:xfrm>
              <a:prstGeom prst="line">
                <a:avLst/>
              </a:prstGeom>
              <a:noFill/>
              <a:ln w="19050">
                <a:solidFill>
                  <a:srgbClr val="0000FF"/>
                </a:solidFill>
                <a:miter lim="800000"/>
                <a:headEnd/>
                <a:tailEnd type="triangle" w="sm" len="lg"/>
              </a:ln>
              <a:effectLst/>
            </p:spPr>
            <p:txBody>
              <a:bodyPr wrap="none"/>
              <a:lstStyle/>
              <a:p>
                <a:endParaRPr lang="zh-CN" altLang="en-US" sz="2800"/>
              </a:p>
            </p:txBody>
          </p:sp>
          <p:sp>
            <p:nvSpPr>
              <p:cNvPr id="172041" name="Freeform 9"/>
              <p:cNvSpPr>
                <a:spLocks/>
              </p:cNvSpPr>
              <p:nvPr/>
            </p:nvSpPr>
            <p:spPr bwMode="auto">
              <a:xfrm>
                <a:off x="2112" y="1326"/>
                <a:ext cx="3168" cy="85"/>
              </a:xfrm>
              <a:custGeom>
                <a:avLst/>
                <a:gdLst/>
                <a:ahLst/>
                <a:cxnLst>
                  <a:cxn ang="0">
                    <a:pos x="0" y="0"/>
                  </a:cxn>
                  <a:cxn ang="0">
                    <a:pos x="918" y="66"/>
                  </a:cxn>
                  <a:cxn ang="0">
                    <a:pos x="1512" y="90"/>
                  </a:cxn>
                  <a:cxn ang="0">
                    <a:pos x="2082" y="72"/>
                  </a:cxn>
                  <a:cxn ang="0">
                    <a:pos x="3168" y="1"/>
                  </a:cxn>
                </a:cxnLst>
                <a:rect l="0" t="0" r="r" b="b"/>
                <a:pathLst>
                  <a:path w="3168" h="90">
                    <a:moveTo>
                      <a:pt x="0" y="0"/>
                    </a:moveTo>
                    <a:lnTo>
                      <a:pt x="918" y="66"/>
                    </a:lnTo>
                    <a:lnTo>
                      <a:pt x="1512" y="90"/>
                    </a:lnTo>
                    <a:lnTo>
                      <a:pt x="2082" y="72"/>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2" name="Freeform 10"/>
              <p:cNvSpPr>
                <a:spLocks/>
              </p:cNvSpPr>
              <p:nvPr/>
            </p:nvSpPr>
            <p:spPr bwMode="auto">
              <a:xfrm>
                <a:off x="2112" y="1417"/>
                <a:ext cx="3168" cy="114"/>
              </a:xfrm>
              <a:custGeom>
                <a:avLst/>
                <a:gdLst/>
                <a:ahLst/>
                <a:cxnLst>
                  <a:cxn ang="0">
                    <a:pos x="0" y="0"/>
                  </a:cxn>
                  <a:cxn ang="0">
                    <a:pos x="996" y="96"/>
                  </a:cxn>
                  <a:cxn ang="0">
                    <a:pos x="1500" y="120"/>
                  </a:cxn>
                  <a:cxn ang="0">
                    <a:pos x="2334" y="72"/>
                  </a:cxn>
                  <a:cxn ang="0">
                    <a:pos x="3168" y="1"/>
                  </a:cxn>
                </a:cxnLst>
                <a:rect l="0" t="0" r="r" b="b"/>
                <a:pathLst>
                  <a:path w="3168" h="120">
                    <a:moveTo>
                      <a:pt x="0" y="0"/>
                    </a:moveTo>
                    <a:lnTo>
                      <a:pt x="996" y="96"/>
                    </a:lnTo>
                    <a:lnTo>
                      <a:pt x="1500" y="120"/>
                    </a:lnTo>
                    <a:lnTo>
                      <a:pt x="2334" y="72"/>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3" name="Freeform 11"/>
              <p:cNvSpPr>
                <a:spLocks/>
              </p:cNvSpPr>
              <p:nvPr/>
            </p:nvSpPr>
            <p:spPr bwMode="auto">
              <a:xfrm>
                <a:off x="2112" y="1508"/>
                <a:ext cx="3168" cy="148"/>
              </a:xfrm>
              <a:custGeom>
                <a:avLst/>
                <a:gdLst/>
                <a:ahLst/>
                <a:cxnLst>
                  <a:cxn ang="0">
                    <a:pos x="0" y="0"/>
                  </a:cxn>
                  <a:cxn ang="0">
                    <a:pos x="948" y="126"/>
                  </a:cxn>
                  <a:cxn ang="0">
                    <a:pos x="1512" y="156"/>
                  </a:cxn>
                  <a:cxn ang="0">
                    <a:pos x="2040" y="120"/>
                  </a:cxn>
                  <a:cxn ang="0">
                    <a:pos x="2436" y="90"/>
                  </a:cxn>
                  <a:cxn ang="0">
                    <a:pos x="3168" y="1"/>
                  </a:cxn>
                </a:cxnLst>
                <a:rect l="0" t="0" r="r" b="b"/>
                <a:pathLst>
                  <a:path w="3168" h="156">
                    <a:moveTo>
                      <a:pt x="0" y="0"/>
                    </a:moveTo>
                    <a:lnTo>
                      <a:pt x="948" y="126"/>
                    </a:lnTo>
                    <a:lnTo>
                      <a:pt x="1512" y="156"/>
                    </a:lnTo>
                    <a:lnTo>
                      <a:pt x="2040" y="120"/>
                    </a:lnTo>
                    <a:lnTo>
                      <a:pt x="2436" y="90"/>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4" name="Freeform 12"/>
              <p:cNvSpPr>
                <a:spLocks/>
              </p:cNvSpPr>
              <p:nvPr/>
            </p:nvSpPr>
            <p:spPr bwMode="auto">
              <a:xfrm>
                <a:off x="2112" y="1599"/>
                <a:ext cx="3168" cy="165"/>
              </a:xfrm>
              <a:custGeom>
                <a:avLst/>
                <a:gdLst/>
                <a:ahLst/>
                <a:cxnLst>
                  <a:cxn ang="0">
                    <a:pos x="0" y="0"/>
                  </a:cxn>
                  <a:cxn ang="0">
                    <a:pos x="1242" y="174"/>
                  </a:cxn>
                  <a:cxn ang="0">
                    <a:pos x="1548" y="168"/>
                  </a:cxn>
                  <a:cxn ang="0">
                    <a:pos x="1800" y="168"/>
                  </a:cxn>
                  <a:cxn ang="0">
                    <a:pos x="3168" y="1"/>
                  </a:cxn>
                </a:cxnLst>
                <a:rect l="0" t="0" r="r" b="b"/>
                <a:pathLst>
                  <a:path w="3168" h="174">
                    <a:moveTo>
                      <a:pt x="0" y="0"/>
                    </a:moveTo>
                    <a:lnTo>
                      <a:pt x="1242" y="174"/>
                    </a:lnTo>
                    <a:lnTo>
                      <a:pt x="1548" y="168"/>
                    </a:lnTo>
                    <a:lnTo>
                      <a:pt x="1800" y="168"/>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5" name="Freeform 13"/>
              <p:cNvSpPr>
                <a:spLocks/>
              </p:cNvSpPr>
              <p:nvPr/>
            </p:nvSpPr>
            <p:spPr bwMode="auto">
              <a:xfrm>
                <a:off x="2112" y="1690"/>
                <a:ext cx="3168" cy="119"/>
              </a:xfrm>
              <a:custGeom>
                <a:avLst/>
                <a:gdLst/>
                <a:ahLst/>
                <a:cxnLst>
                  <a:cxn ang="0">
                    <a:pos x="0" y="0"/>
                  </a:cxn>
                  <a:cxn ang="0">
                    <a:pos x="1134" y="126"/>
                  </a:cxn>
                  <a:cxn ang="0">
                    <a:pos x="1512" y="102"/>
                  </a:cxn>
                  <a:cxn ang="0">
                    <a:pos x="1830" y="120"/>
                  </a:cxn>
                  <a:cxn ang="0">
                    <a:pos x="3168" y="1"/>
                  </a:cxn>
                </a:cxnLst>
                <a:rect l="0" t="0" r="r" b="b"/>
                <a:pathLst>
                  <a:path w="3168" h="126">
                    <a:moveTo>
                      <a:pt x="0" y="0"/>
                    </a:moveTo>
                    <a:lnTo>
                      <a:pt x="1134" y="126"/>
                    </a:lnTo>
                    <a:lnTo>
                      <a:pt x="1512" y="102"/>
                    </a:lnTo>
                    <a:lnTo>
                      <a:pt x="1830" y="120"/>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6" name="Freeform 14"/>
              <p:cNvSpPr>
                <a:spLocks/>
              </p:cNvSpPr>
              <p:nvPr/>
            </p:nvSpPr>
            <p:spPr bwMode="auto">
              <a:xfrm>
                <a:off x="2112" y="1781"/>
                <a:ext cx="3168" cy="79"/>
              </a:xfrm>
              <a:custGeom>
                <a:avLst/>
                <a:gdLst/>
                <a:ahLst/>
                <a:cxnLst>
                  <a:cxn ang="0">
                    <a:pos x="0" y="0"/>
                  </a:cxn>
                  <a:cxn ang="0">
                    <a:pos x="1158" y="84"/>
                  </a:cxn>
                  <a:cxn ang="0">
                    <a:pos x="1488" y="36"/>
                  </a:cxn>
                  <a:cxn ang="0">
                    <a:pos x="1878" y="78"/>
                  </a:cxn>
                  <a:cxn ang="0">
                    <a:pos x="3168" y="1"/>
                  </a:cxn>
                </a:cxnLst>
                <a:rect l="0" t="0" r="r" b="b"/>
                <a:pathLst>
                  <a:path w="3168" h="84">
                    <a:moveTo>
                      <a:pt x="0" y="0"/>
                    </a:moveTo>
                    <a:lnTo>
                      <a:pt x="1158" y="84"/>
                    </a:lnTo>
                    <a:lnTo>
                      <a:pt x="1488" y="36"/>
                    </a:lnTo>
                    <a:lnTo>
                      <a:pt x="1878" y="78"/>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7" name="Freeform 15"/>
              <p:cNvSpPr>
                <a:spLocks/>
              </p:cNvSpPr>
              <p:nvPr/>
            </p:nvSpPr>
            <p:spPr bwMode="auto">
              <a:xfrm>
                <a:off x="2112" y="1832"/>
                <a:ext cx="3168" cy="108"/>
              </a:xfrm>
              <a:custGeom>
                <a:avLst/>
                <a:gdLst/>
                <a:ahLst/>
                <a:cxnLst>
                  <a:cxn ang="0">
                    <a:pos x="0" y="42"/>
                  </a:cxn>
                  <a:cxn ang="0">
                    <a:pos x="1092" y="108"/>
                  </a:cxn>
                  <a:cxn ang="0">
                    <a:pos x="1284" y="36"/>
                  </a:cxn>
                  <a:cxn ang="0">
                    <a:pos x="1494" y="0"/>
                  </a:cxn>
                  <a:cxn ang="0">
                    <a:pos x="1614" y="12"/>
                  </a:cxn>
                  <a:cxn ang="0">
                    <a:pos x="1716" y="36"/>
                  </a:cxn>
                  <a:cxn ang="0">
                    <a:pos x="1926" y="114"/>
                  </a:cxn>
                  <a:cxn ang="0">
                    <a:pos x="3168" y="43"/>
                  </a:cxn>
                </a:cxnLst>
                <a:rect l="0" t="0" r="r" b="b"/>
                <a:pathLst>
                  <a:path w="3168" h="114">
                    <a:moveTo>
                      <a:pt x="0" y="42"/>
                    </a:moveTo>
                    <a:lnTo>
                      <a:pt x="1092" y="108"/>
                    </a:lnTo>
                    <a:lnTo>
                      <a:pt x="1284" y="36"/>
                    </a:lnTo>
                    <a:lnTo>
                      <a:pt x="1494" y="0"/>
                    </a:lnTo>
                    <a:lnTo>
                      <a:pt x="1614" y="12"/>
                    </a:lnTo>
                    <a:lnTo>
                      <a:pt x="1716" y="36"/>
                    </a:lnTo>
                    <a:lnTo>
                      <a:pt x="1926" y="114"/>
                    </a:lnTo>
                    <a:lnTo>
                      <a:pt x="3168" y="43"/>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8" name="Freeform 16"/>
              <p:cNvSpPr>
                <a:spLocks/>
              </p:cNvSpPr>
              <p:nvPr/>
            </p:nvSpPr>
            <p:spPr bwMode="auto">
              <a:xfrm>
                <a:off x="2112" y="1857"/>
                <a:ext cx="3168" cy="117"/>
              </a:xfrm>
              <a:custGeom>
                <a:avLst/>
                <a:gdLst/>
                <a:ahLst/>
                <a:cxnLst>
                  <a:cxn ang="0">
                    <a:pos x="0" y="120"/>
                  </a:cxn>
                  <a:cxn ang="0">
                    <a:pos x="1038" y="124"/>
                  </a:cxn>
                  <a:cxn ang="0">
                    <a:pos x="1284" y="40"/>
                  </a:cxn>
                  <a:cxn ang="0">
                    <a:pos x="1456" y="0"/>
                  </a:cxn>
                  <a:cxn ang="0">
                    <a:pos x="1602" y="4"/>
                  </a:cxn>
                  <a:cxn ang="0">
                    <a:pos x="1710" y="40"/>
                  </a:cxn>
                  <a:cxn ang="0">
                    <a:pos x="1950" y="124"/>
                  </a:cxn>
                  <a:cxn ang="0">
                    <a:pos x="3168" y="121"/>
                  </a:cxn>
                </a:cxnLst>
                <a:rect l="0" t="0" r="r" b="b"/>
                <a:pathLst>
                  <a:path w="3168" h="124">
                    <a:moveTo>
                      <a:pt x="0" y="120"/>
                    </a:moveTo>
                    <a:lnTo>
                      <a:pt x="1038" y="124"/>
                    </a:lnTo>
                    <a:lnTo>
                      <a:pt x="1284" y="40"/>
                    </a:lnTo>
                    <a:lnTo>
                      <a:pt x="1456" y="0"/>
                    </a:lnTo>
                    <a:lnTo>
                      <a:pt x="1602" y="4"/>
                    </a:lnTo>
                    <a:lnTo>
                      <a:pt x="1710" y="40"/>
                    </a:lnTo>
                    <a:lnTo>
                      <a:pt x="1950" y="124"/>
                    </a:lnTo>
                    <a:lnTo>
                      <a:pt x="3168" y="12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49" name="Freeform 17"/>
              <p:cNvSpPr>
                <a:spLocks/>
              </p:cNvSpPr>
              <p:nvPr/>
            </p:nvSpPr>
            <p:spPr bwMode="auto">
              <a:xfrm>
                <a:off x="2112" y="1872"/>
                <a:ext cx="3168" cy="183"/>
              </a:xfrm>
              <a:custGeom>
                <a:avLst/>
                <a:gdLst/>
                <a:ahLst/>
                <a:cxnLst>
                  <a:cxn ang="0">
                    <a:pos x="0" y="192"/>
                  </a:cxn>
                  <a:cxn ang="0">
                    <a:pos x="954" y="168"/>
                  </a:cxn>
                  <a:cxn ang="0">
                    <a:pos x="1074" y="162"/>
                  </a:cxn>
                  <a:cxn ang="0">
                    <a:pos x="1128" y="144"/>
                  </a:cxn>
                  <a:cxn ang="0">
                    <a:pos x="1248" y="84"/>
                  </a:cxn>
                  <a:cxn ang="0">
                    <a:pos x="1374" y="24"/>
                  </a:cxn>
                  <a:cxn ang="0">
                    <a:pos x="1494" y="0"/>
                  </a:cxn>
                  <a:cxn ang="0">
                    <a:pos x="1608" y="12"/>
                  </a:cxn>
                  <a:cxn ang="0">
                    <a:pos x="1746" y="78"/>
                  </a:cxn>
                  <a:cxn ang="0">
                    <a:pos x="1914" y="150"/>
                  </a:cxn>
                  <a:cxn ang="0">
                    <a:pos x="2004" y="174"/>
                  </a:cxn>
                  <a:cxn ang="0">
                    <a:pos x="3168" y="193"/>
                  </a:cxn>
                </a:cxnLst>
                <a:rect l="0" t="0" r="r" b="b"/>
                <a:pathLst>
                  <a:path w="3168" h="193">
                    <a:moveTo>
                      <a:pt x="0" y="192"/>
                    </a:moveTo>
                    <a:lnTo>
                      <a:pt x="954" y="168"/>
                    </a:lnTo>
                    <a:lnTo>
                      <a:pt x="1074" y="162"/>
                    </a:lnTo>
                    <a:lnTo>
                      <a:pt x="1128" y="144"/>
                    </a:lnTo>
                    <a:lnTo>
                      <a:pt x="1248" y="84"/>
                    </a:lnTo>
                    <a:lnTo>
                      <a:pt x="1374" y="24"/>
                    </a:lnTo>
                    <a:lnTo>
                      <a:pt x="1494" y="0"/>
                    </a:lnTo>
                    <a:lnTo>
                      <a:pt x="1608" y="12"/>
                    </a:lnTo>
                    <a:lnTo>
                      <a:pt x="1746" y="78"/>
                    </a:lnTo>
                    <a:lnTo>
                      <a:pt x="1914" y="150"/>
                    </a:lnTo>
                    <a:lnTo>
                      <a:pt x="2004" y="174"/>
                    </a:lnTo>
                    <a:lnTo>
                      <a:pt x="3168" y="193"/>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0" name="Freeform 18"/>
              <p:cNvSpPr>
                <a:spLocks/>
              </p:cNvSpPr>
              <p:nvPr/>
            </p:nvSpPr>
            <p:spPr bwMode="auto">
              <a:xfrm>
                <a:off x="2112" y="1900"/>
                <a:ext cx="3168" cy="246"/>
              </a:xfrm>
              <a:custGeom>
                <a:avLst/>
                <a:gdLst/>
                <a:ahLst/>
                <a:cxnLst>
                  <a:cxn ang="0">
                    <a:pos x="0" y="258"/>
                  </a:cxn>
                  <a:cxn ang="0">
                    <a:pos x="948" y="228"/>
                  </a:cxn>
                  <a:cxn ang="0">
                    <a:pos x="1080" y="192"/>
                  </a:cxn>
                  <a:cxn ang="0">
                    <a:pos x="1218" y="120"/>
                  </a:cxn>
                  <a:cxn ang="0">
                    <a:pos x="1356" y="36"/>
                  </a:cxn>
                  <a:cxn ang="0">
                    <a:pos x="1500" y="0"/>
                  </a:cxn>
                  <a:cxn ang="0">
                    <a:pos x="1626" y="24"/>
                  </a:cxn>
                  <a:cxn ang="0">
                    <a:pos x="1734" y="78"/>
                  </a:cxn>
                  <a:cxn ang="0">
                    <a:pos x="1998" y="216"/>
                  </a:cxn>
                  <a:cxn ang="0">
                    <a:pos x="3168" y="259"/>
                  </a:cxn>
                </a:cxnLst>
                <a:rect l="0" t="0" r="r" b="b"/>
                <a:pathLst>
                  <a:path w="3168" h="259">
                    <a:moveTo>
                      <a:pt x="0" y="258"/>
                    </a:moveTo>
                    <a:lnTo>
                      <a:pt x="948" y="228"/>
                    </a:lnTo>
                    <a:lnTo>
                      <a:pt x="1080" y="192"/>
                    </a:lnTo>
                    <a:lnTo>
                      <a:pt x="1218" y="120"/>
                    </a:lnTo>
                    <a:lnTo>
                      <a:pt x="1356" y="36"/>
                    </a:lnTo>
                    <a:lnTo>
                      <a:pt x="1500" y="0"/>
                    </a:lnTo>
                    <a:lnTo>
                      <a:pt x="1626" y="24"/>
                    </a:lnTo>
                    <a:lnTo>
                      <a:pt x="1734" y="78"/>
                    </a:lnTo>
                    <a:lnTo>
                      <a:pt x="1998" y="216"/>
                    </a:lnTo>
                    <a:lnTo>
                      <a:pt x="3168" y="259"/>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1" name="Freeform 19"/>
              <p:cNvSpPr>
                <a:spLocks/>
              </p:cNvSpPr>
              <p:nvPr/>
            </p:nvSpPr>
            <p:spPr bwMode="auto">
              <a:xfrm>
                <a:off x="2124" y="1933"/>
                <a:ext cx="3156" cy="326"/>
              </a:xfrm>
              <a:custGeom>
                <a:avLst/>
                <a:gdLst/>
                <a:ahLst/>
                <a:cxnLst>
                  <a:cxn ang="0">
                    <a:pos x="0" y="338"/>
                  </a:cxn>
                  <a:cxn ang="0">
                    <a:pos x="948" y="332"/>
                  </a:cxn>
                  <a:cxn ang="0">
                    <a:pos x="1056" y="278"/>
                  </a:cxn>
                  <a:cxn ang="0">
                    <a:pos x="1152" y="182"/>
                  </a:cxn>
                  <a:cxn ang="0">
                    <a:pos x="1206" y="134"/>
                  </a:cxn>
                  <a:cxn ang="0">
                    <a:pos x="1290" y="74"/>
                  </a:cxn>
                  <a:cxn ang="0">
                    <a:pos x="1410" y="14"/>
                  </a:cxn>
                  <a:cxn ang="0">
                    <a:pos x="1492" y="0"/>
                  </a:cxn>
                  <a:cxn ang="0">
                    <a:pos x="1572" y="8"/>
                  </a:cxn>
                  <a:cxn ang="0">
                    <a:pos x="1632" y="32"/>
                  </a:cxn>
                  <a:cxn ang="0">
                    <a:pos x="1716" y="80"/>
                  </a:cxn>
                  <a:cxn ang="0">
                    <a:pos x="1752" y="104"/>
                  </a:cxn>
                  <a:cxn ang="0">
                    <a:pos x="1902" y="260"/>
                  </a:cxn>
                  <a:cxn ang="0">
                    <a:pos x="1968" y="296"/>
                  </a:cxn>
                  <a:cxn ang="0">
                    <a:pos x="2058" y="344"/>
                  </a:cxn>
                  <a:cxn ang="0">
                    <a:pos x="3060" y="332"/>
                  </a:cxn>
                  <a:cxn ang="0">
                    <a:pos x="3156" y="321"/>
                  </a:cxn>
                </a:cxnLst>
                <a:rect l="0" t="0" r="r" b="b"/>
                <a:pathLst>
                  <a:path w="3156" h="344">
                    <a:moveTo>
                      <a:pt x="0" y="338"/>
                    </a:moveTo>
                    <a:lnTo>
                      <a:pt x="948" y="332"/>
                    </a:lnTo>
                    <a:lnTo>
                      <a:pt x="1056" y="278"/>
                    </a:lnTo>
                    <a:lnTo>
                      <a:pt x="1152" y="182"/>
                    </a:lnTo>
                    <a:lnTo>
                      <a:pt x="1206" y="134"/>
                    </a:lnTo>
                    <a:lnTo>
                      <a:pt x="1290" y="74"/>
                    </a:lnTo>
                    <a:lnTo>
                      <a:pt x="1410" y="14"/>
                    </a:lnTo>
                    <a:lnTo>
                      <a:pt x="1492" y="0"/>
                    </a:lnTo>
                    <a:lnTo>
                      <a:pt x="1572" y="8"/>
                    </a:lnTo>
                    <a:lnTo>
                      <a:pt x="1632" y="32"/>
                    </a:lnTo>
                    <a:lnTo>
                      <a:pt x="1716" y="80"/>
                    </a:lnTo>
                    <a:lnTo>
                      <a:pt x="1752" y="104"/>
                    </a:lnTo>
                    <a:lnTo>
                      <a:pt x="1902" y="260"/>
                    </a:lnTo>
                    <a:lnTo>
                      <a:pt x="1968" y="296"/>
                    </a:lnTo>
                    <a:lnTo>
                      <a:pt x="2058" y="344"/>
                    </a:lnTo>
                    <a:lnTo>
                      <a:pt x="3060" y="332"/>
                    </a:lnTo>
                    <a:lnTo>
                      <a:pt x="3156" y="32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2" name="Line 20"/>
              <p:cNvSpPr>
                <a:spLocks noChangeShapeType="1"/>
              </p:cNvSpPr>
              <p:nvPr/>
            </p:nvSpPr>
            <p:spPr bwMode="auto">
              <a:xfrm flipV="1">
                <a:off x="2112" y="3373"/>
                <a:ext cx="3168" cy="0"/>
              </a:xfrm>
              <a:prstGeom prst="line">
                <a:avLst/>
              </a:prstGeom>
              <a:noFill/>
              <a:ln w="19050">
                <a:solidFill>
                  <a:srgbClr val="0000FF"/>
                </a:solidFill>
                <a:miter lim="800000"/>
                <a:headEnd/>
                <a:tailEnd type="triangle" w="sm" len="lg"/>
              </a:ln>
              <a:effectLst/>
            </p:spPr>
            <p:txBody>
              <a:bodyPr wrap="none"/>
              <a:lstStyle/>
              <a:p>
                <a:endParaRPr lang="zh-CN" altLang="en-US" sz="2800"/>
              </a:p>
            </p:txBody>
          </p:sp>
          <p:sp>
            <p:nvSpPr>
              <p:cNvPr id="172053" name="Freeform 21"/>
              <p:cNvSpPr>
                <a:spLocks/>
              </p:cNvSpPr>
              <p:nvPr/>
            </p:nvSpPr>
            <p:spPr bwMode="auto">
              <a:xfrm>
                <a:off x="2112" y="3191"/>
                <a:ext cx="3168" cy="91"/>
              </a:xfrm>
              <a:custGeom>
                <a:avLst/>
                <a:gdLst/>
                <a:ahLst/>
                <a:cxnLst>
                  <a:cxn ang="0">
                    <a:pos x="0" y="96"/>
                  </a:cxn>
                  <a:cxn ang="0">
                    <a:pos x="810" y="36"/>
                  </a:cxn>
                  <a:cxn ang="0">
                    <a:pos x="1518" y="0"/>
                  </a:cxn>
                  <a:cxn ang="0">
                    <a:pos x="2184" y="24"/>
                  </a:cxn>
                  <a:cxn ang="0">
                    <a:pos x="3168" y="95"/>
                  </a:cxn>
                </a:cxnLst>
                <a:rect l="0" t="0" r="r" b="b"/>
                <a:pathLst>
                  <a:path w="3168" h="96">
                    <a:moveTo>
                      <a:pt x="0" y="96"/>
                    </a:moveTo>
                    <a:lnTo>
                      <a:pt x="810" y="36"/>
                    </a:lnTo>
                    <a:lnTo>
                      <a:pt x="1518" y="0"/>
                    </a:lnTo>
                    <a:lnTo>
                      <a:pt x="2184" y="24"/>
                    </a:lnTo>
                    <a:lnTo>
                      <a:pt x="3168" y="95"/>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4" name="Freeform 22"/>
              <p:cNvSpPr>
                <a:spLocks/>
              </p:cNvSpPr>
              <p:nvPr/>
            </p:nvSpPr>
            <p:spPr bwMode="auto">
              <a:xfrm>
                <a:off x="2112" y="3077"/>
                <a:ext cx="3168" cy="114"/>
              </a:xfrm>
              <a:custGeom>
                <a:avLst/>
                <a:gdLst/>
                <a:ahLst/>
                <a:cxnLst>
                  <a:cxn ang="0">
                    <a:pos x="0" y="120"/>
                  </a:cxn>
                  <a:cxn ang="0">
                    <a:pos x="858" y="42"/>
                  </a:cxn>
                  <a:cxn ang="0">
                    <a:pos x="1512" y="0"/>
                  </a:cxn>
                  <a:cxn ang="0">
                    <a:pos x="2148" y="30"/>
                  </a:cxn>
                  <a:cxn ang="0">
                    <a:pos x="3168" y="119"/>
                  </a:cxn>
                </a:cxnLst>
                <a:rect l="0" t="0" r="r" b="b"/>
                <a:pathLst>
                  <a:path w="3168" h="120">
                    <a:moveTo>
                      <a:pt x="0" y="120"/>
                    </a:moveTo>
                    <a:lnTo>
                      <a:pt x="858" y="42"/>
                    </a:lnTo>
                    <a:lnTo>
                      <a:pt x="1512" y="0"/>
                    </a:lnTo>
                    <a:lnTo>
                      <a:pt x="2148" y="30"/>
                    </a:lnTo>
                    <a:lnTo>
                      <a:pt x="3168" y="119"/>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5" name="Freeform 23"/>
              <p:cNvSpPr>
                <a:spLocks/>
              </p:cNvSpPr>
              <p:nvPr/>
            </p:nvSpPr>
            <p:spPr bwMode="auto">
              <a:xfrm>
                <a:off x="2112" y="2964"/>
                <a:ext cx="3168" cy="136"/>
              </a:xfrm>
              <a:custGeom>
                <a:avLst/>
                <a:gdLst/>
                <a:ahLst/>
                <a:cxnLst>
                  <a:cxn ang="0">
                    <a:pos x="0" y="144"/>
                  </a:cxn>
                  <a:cxn ang="0">
                    <a:pos x="882" y="42"/>
                  </a:cxn>
                  <a:cxn ang="0">
                    <a:pos x="1536" y="0"/>
                  </a:cxn>
                  <a:cxn ang="0">
                    <a:pos x="2052" y="24"/>
                  </a:cxn>
                  <a:cxn ang="0">
                    <a:pos x="3168" y="143"/>
                  </a:cxn>
                </a:cxnLst>
                <a:rect l="0" t="0" r="r" b="b"/>
                <a:pathLst>
                  <a:path w="3168" h="144">
                    <a:moveTo>
                      <a:pt x="0" y="144"/>
                    </a:moveTo>
                    <a:lnTo>
                      <a:pt x="882" y="42"/>
                    </a:lnTo>
                    <a:lnTo>
                      <a:pt x="1536" y="0"/>
                    </a:lnTo>
                    <a:lnTo>
                      <a:pt x="2052" y="24"/>
                    </a:lnTo>
                    <a:lnTo>
                      <a:pt x="3168" y="143"/>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6" name="Freeform 24"/>
              <p:cNvSpPr>
                <a:spLocks/>
              </p:cNvSpPr>
              <p:nvPr/>
            </p:nvSpPr>
            <p:spPr bwMode="auto">
              <a:xfrm flipV="1">
                <a:off x="2112" y="2844"/>
                <a:ext cx="3168" cy="165"/>
              </a:xfrm>
              <a:custGeom>
                <a:avLst/>
                <a:gdLst/>
                <a:ahLst/>
                <a:cxnLst>
                  <a:cxn ang="0">
                    <a:pos x="0" y="0"/>
                  </a:cxn>
                  <a:cxn ang="0">
                    <a:pos x="1242" y="174"/>
                  </a:cxn>
                  <a:cxn ang="0">
                    <a:pos x="1548" y="168"/>
                  </a:cxn>
                  <a:cxn ang="0">
                    <a:pos x="1800" y="168"/>
                  </a:cxn>
                  <a:cxn ang="0">
                    <a:pos x="3168" y="1"/>
                  </a:cxn>
                </a:cxnLst>
                <a:rect l="0" t="0" r="r" b="b"/>
                <a:pathLst>
                  <a:path w="3168" h="174">
                    <a:moveTo>
                      <a:pt x="0" y="0"/>
                    </a:moveTo>
                    <a:lnTo>
                      <a:pt x="1242" y="174"/>
                    </a:lnTo>
                    <a:lnTo>
                      <a:pt x="1548" y="168"/>
                    </a:lnTo>
                    <a:lnTo>
                      <a:pt x="1800" y="168"/>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7" name="Freeform 25"/>
              <p:cNvSpPr>
                <a:spLocks/>
              </p:cNvSpPr>
              <p:nvPr/>
            </p:nvSpPr>
            <p:spPr bwMode="auto">
              <a:xfrm flipV="1">
                <a:off x="2112" y="2799"/>
                <a:ext cx="3168" cy="119"/>
              </a:xfrm>
              <a:custGeom>
                <a:avLst/>
                <a:gdLst/>
                <a:ahLst/>
                <a:cxnLst>
                  <a:cxn ang="0">
                    <a:pos x="0" y="0"/>
                  </a:cxn>
                  <a:cxn ang="0">
                    <a:pos x="1134" y="126"/>
                  </a:cxn>
                  <a:cxn ang="0">
                    <a:pos x="1512" y="102"/>
                  </a:cxn>
                  <a:cxn ang="0">
                    <a:pos x="1830" y="120"/>
                  </a:cxn>
                  <a:cxn ang="0">
                    <a:pos x="3168" y="1"/>
                  </a:cxn>
                </a:cxnLst>
                <a:rect l="0" t="0" r="r" b="b"/>
                <a:pathLst>
                  <a:path w="3168" h="126">
                    <a:moveTo>
                      <a:pt x="0" y="0"/>
                    </a:moveTo>
                    <a:lnTo>
                      <a:pt x="1134" y="126"/>
                    </a:lnTo>
                    <a:lnTo>
                      <a:pt x="1512" y="102"/>
                    </a:lnTo>
                    <a:lnTo>
                      <a:pt x="1830" y="120"/>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8" name="Freeform 26"/>
              <p:cNvSpPr>
                <a:spLocks/>
              </p:cNvSpPr>
              <p:nvPr/>
            </p:nvSpPr>
            <p:spPr bwMode="auto">
              <a:xfrm flipV="1">
                <a:off x="2112" y="2748"/>
                <a:ext cx="3168" cy="79"/>
              </a:xfrm>
              <a:custGeom>
                <a:avLst/>
                <a:gdLst/>
                <a:ahLst/>
                <a:cxnLst>
                  <a:cxn ang="0">
                    <a:pos x="0" y="0"/>
                  </a:cxn>
                  <a:cxn ang="0">
                    <a:pos x="1158" y="84"/>
                  </a:cxn>
                  <a:cxn ang="0">
                    <a:pos x="1488" y="36"/>
                  </a:cxn>
                  <a:cxn ang="0">
                    <a:pos x="1878" y="78"/>
                  </a:cxn>
                  <a:cxn ang="0">
                    <a:pos x="3168" y="1"/>
                  </a:cxn>
                </a:cxnLst>
                <a:rect l="0" t="0" r="r" b="b"/>
                <a:pathLst>
                  <a:path w="3168" h="84">
                    <a:moveTo>
                      <a:pt x="0" y="0"/>
                    </a:moveTo>
                    <a:lnTo>
                      <a:pt x="1158" y="84"/>
                    </a:lnTo>
                    <a:lnTo>
                      <a:pt x="1488" y="36"/>
                    </a:lnTo>
                    <a:lnTo>
                      <a:pt x="1878" y="78"/>
                    </a:lnTo>
                    <a:lnTo>
                      <a:pt x="3168" y="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59" name="Freeform 27"/>
              <p:cNvSpPr>
                <a:spLocks/>
              </p:cNvSpPr>
              <p:nvPr/>
            </p:nvSpPr>
            <p:spPr bwMode="auto">
              <a:xfrm flipV="1">
                <a:off x="2112" y="2668"/>
                <a:ext cx="3168" cy="108"/>
              </a:xfrm>
              <a:custGeom>
                <a:avLst/>
                <a:gdLst/>
                <a:ahLst/>
                <a:cxnLst>
                  <a:cxn ang="0">
                    <a:pos x="0" y="42"/>
                  </a:cxn>
                  <a:cxn ang="0">
                    <a:pos x="1092" y="108"/>
                  </a:cxn>
                  <a:cxn ang="0">
                    <a:pos x="1284" y="36"/>
                  </a:cxn>
                  <a:cxn ang="0">
                    <a:pos x="1494" y="0"/>
                  </a:cxn>
                  <a:cxn ang="0">
                    <a:pos x="1614" y="12"/>
                  </a:cxn>
                  <a:cxn ang="0">
                    <a:pos x="1716" y="36"/>
                  </a:cxn>
                  <a:cxn ang="0">
                    <a:pos x="1926" y="114"/>
                  </a:cxn>
                  <a:cxn ang="0">
                    <a:pos x="3168" y="43"/>
                  </a:cxn>
                </a:cxnLst>
                <a:rect l="0" t="0" r="r" b="b"/>
                <a:pathLst>
                  <a:path w="3168" h="114">
                    <a:moveTo>
                      <a:pt x="0" y="42"/>
                    </a:moveTo>
                    <a:lnTo>
                      <a:pt x="1092" y="108"/>
                    </a:lnTo>
                    <a:lnTo>
                      <a:pt x="1284" y="36"/>
                    </a:lnTo>
                    <a:lnTo>
                      <a:pt x="1494" y="0"/>
                    </a:lnTo>
                    <a:lnTo>
                      <a:pt x="1614" y="12"/>
                    </a:lnTo>
                    <a:lnTo>
                      <a:pt x="1716" y="36"/>
                    </a:lnTo>
                    <a:lnTo>
                      <a:pt x="1926" y="114"/>
                    </a:lnTo>
                    <a:lnTo>
                      <a:pt x="3168" y="43"/>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60" name="Freeform 28"/>
              <p:cNvSpPr>
                <a:spLocks/>
              </p:cNvSpPr>
              <p:nvPr/>
            </p:nvSpPr>
            <p:spPr bwMode="auto">
              <a:xfrm flipV="1">
                <a:off x="2112" y="2634"/>
                <a:ext cx="3168" cy="117"/>
              </a:xfrm>
              <a:custGeom>
                <a:avLst/>
                <a:gdLst/>
                <a:ahLst/>
                <a:cxnLst>
                  <a:cxn ang="0">
                    <a:pos x="0" y="120"/>
                  </a:cxn>
                  <a:cxn ang="0">
                    <a:pos x="1038" y="124"/>
                  </a:cxn>
                  <a:cxn ang="0">
                    <a:pos x="1284" y="40"/>
                  </a:cxn>
                  <a:cxn ang="0">
                    <a:pos x="1456" y="0"/>
                  </a:cxn>
                  <a:cxn ang="0">
                    <a:pos x="1602" y="4"/>
                  </a:cxn>
                  <a:cxn ang="0">
                    <a:pos x="1710" y="40"/>
                  </a:cxn>
                  <a:cxn ang="0">
                    <a:pos x="1950" y="124"/>
                  </a:cxn>
                  <a:cxn ang="0">
                    <a:pos x="3168" y="121"/>
                  </a:cxn>
                </a:cxnLst>
                <a:rect l="0" t="0" r="r" b="b"/>
                <a:pathLst>
                  <a:path w="3168" h="124">
                    <a:moveTo>
                      <a:pt x="0" y="120"/>
                    </a:moveTo>
                    <a:lnTo>
                      <a:pt x="1038" y="124"/>
                    </a:lnTo>
                    <a:lnTo>
                      <a:pt x="1284" y="40"/>
                    </a:lnTo>
                    <a:lnTo>
                      <a:pt x="1456" y="0"/>
                    </a:lnTo>
                    <a:lnTo>
                      <a:pt x="1602" y="4"/>
                    </a:lnTo>
                    <a:lnTo>
                      <a:pt x="1710" y="40"/>
                    </a:lnTo>
                    <a:lnTo>
                      <a:pt x="1950" y="124"/>
                    </a:lnTo>
                    <a:lnTo>
                      <a:pt x="3168" y="121"/>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61" name="Freeform 29"/>
              <p:cNvSpPr>
                <a:spLocks/>
              </p:cNvSpPr>
              <p:nvPr/>
            </p:nvSpPr>
            <p:spPr bwMode="auto">
              <a:xfrm flipV="1">
                <a:off x="2112" y="2553"/>
                <a:ext cx="3168" cy="183"/>
              </a:xfrm>
              <a:custGeom>
                <a:avLst/>
                <a:gdLst/>
                <a:ahLst/>
                <a:cxnLst>
                  <a:cxn ang="0">
                    <a:pos x="0" y="192"/>
                  </a:cxn>
                  <a:cxn ang="0">
                    <a:pos x="954" y="168"/>
                  </a:cxn>
                  <a:cxn ang="0">
                    <a:pos x="1074" y="162"/>
                  </a:cxn>
                  <a:cxn ang="0">
                    <a:pos x="1128" y="144"/>
                  </a:cxn>
                  <a:cxn ang="0">
                    <a:pos x="1248" y="84"/>
                  </a:cxn>
                  <a:cxn ang="0">
                    <a:pos x="1374" y="24"/>
                  </a:cxn>
                  <a:cxn ang="0">
                    <a:pos x="1494" y="0"/>
                  </a:cxn>
                  <a:cxn ang="0">
                    <a:pos x="1608" y="12"/>
                  </a:cxn>
                  <a:cxn ang="0">
                    <a:pos x="1746" y="78"/>
                  </a:cxn>
                  <a:cxn ang="0">
                    <a:pos x="1914" y="150"/>
                  </a:cxn>
                  <a:cxn ang="0">
                    <a:pos x="2004" y="174"/>
                  </a:cxn>
                  <a:cxn ang="0">
                    <a:pos x="3168" y="193"/>
                  </a:cxn>
                </a:cxnLst>
                <a:rect l="0" t="0" r="r" b="b"/>
                <a:pathLst>
                  <a:path w="3168" h="193">
                    <a:moveTo>
                      <a:pt x="0" y="192"/>
                    </a:moveTo>
                    <a:lnTo>
                      <a:pt x="954" y="168"/>
                    </a:lnTo>
                    <a:lnTo>
                      <a:pt x="1074" y="162"/>
                    </a:lnTo>
                    <a:lnTo>
                      <a:pt x="1128" y="144"/>
                    </a:lnTo>
                    <a:lnTo>
                      <a:pt x="1248" y="84"/>
                    </a:lnTo>
                    <a:lnTo>
                      <a:pt x="1374" y="24"/>
                    </a:lnTo>
                    <a:lnTo>
                      <a:pt x="1494" y="0"/>
                    </a:lnTo>
                    <a:lnTo>
                      <a:pt x="1608" y="12"/>
                    </a:lnTo>
                    <a:lnTo>
                      <a:pt x="1746" y="78"/>
                    </a:lnTo>
                    <a:lnTo>
                      <a:pt x="1914" y="150"/>
                    </a:lnTo>
                    <a:lnTo>
                      <a:pt x="2004" y="174"/>
                    </a:lnTo>
                    <a:lnTo>
                      <a:pt x="3168" y="193"/>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62" name="Freeform 30"/>
              <p:cNvSpPr>
                <a:spLocks/>
              </p:cNvSpPr>
              <p:nvPr/>
            </p:nvSpPr>
            <p:spPr bwMode="auto">
              <a:xfrm flipV="1">
                <a:off x="2112" y="2462"/>
                <a:ext cx="3168" cy="246"/>
              </a:xfrm>
              <a:custGeom>
                <a:avLst/>
                <a:gdLst/>
                <a:ahLst/>
                <a:cxnLst>
                  <a:cxn ang="0">
                    <a:pos x="0" y="258"/>
                  </a:cxn>
                  <a:cxn ang="0">
                    <a:pos x="948" y="228"/>
                  </a:cxn>
                  <a:cxn ang="0">
                    <a:pos x="1080" y="192"/>
                  </a:cxn>
                  <a:cxn ang="0">
                    <a:pos x="1218" y="120"/>
                  </a:cxn>
                  <a:cxn ang="0">
                    <a:pos x="1356" y="36"/>
                  </a:cxn>
                  <a:cxn ang="0">
                    <a:pos x="1500" y="0"/>
                  </a:cxn>
                  <a:cxn ang="0">
                    <a:pos x="1626" y="24"/>
                  </a:cxn>
                  <a:cxn ang="0">
                    <a:pos x="1734" y="78"/>
                  </a:cxn>
                  <a:cxn ang="0">
                    <a:pos x="1998" y="216"/>
                  </a:cxn>
                  <a:cxn ang="0">
                    <a:pos x="3168" y="259"/>
                  </a:cxn>
                </a:cxnLst>
                <a:rect l="0" t="0" r="r" b="b"/>
                <a:pathLst>
                  <a:path w="3168" h="259">
                    <a:moveTo>
                      <a:pt x="0" y="258"/>
                    </a:moveTo>
                    <a:lnTo>
                      <a:pt x="948" y="228"/>
                    </a:lnTo>
                    <a:lnTo>
                      <a:pt x="1080" y="192"/>
                    </a:lnTo>
                    <a:lnTo>
                      <a:pt x="1218" y="120"/>
                    </a:lnTo>
                    <a:lnTo>
                      <a:pt x="1356" y="36"/>
                    </a:lnTo>
                    <a:lnTo>
                      <a:pt x="1500" y="0"/>
                    </a:lnTo>
                    <a:lnTo>
                      <a:pt x="1626" y="24"/>
                    </a:lnTo>
                    <a:lnTo>
                      <a:pt x="1734" y="78"/>
                    </a:lnTo>
                    <a:lnTo>
                      <a:pt x="1998" y="216"/>
                    </a:lnTo>
                    <a:lnTo>
                      <a:pt x="3168" y="259"/>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sp>
            <p:nvSpPr>
              <p:cNvPr id="172063" name="Freeform 31"/>
              <p:cNvSpPr>
                <a:spLocks/>
              </p:cNvSpPr>
              <p:nvPr/>
            </p:nvSpPr>
            <p:spPr bwMode="auto">
              <a:xfrm>
                <a:off x="2112" y="2344"/>
                <a:ext cx="3168" cy="332"/>
              </a:xfrm>
              <a:custGeom>
                <a:avLst/>
                <a:gdLst/>
                <a:ahLst/>
                <a:cxnLst>
                  <a:cxn ang="0">
                    <a:pos x="0" y="31"/>
                  </a:cxn>
                  <a:cxn ang="0">
                    <a:pos x="966" y="0"/>
                  </a:cxn>
                  <a:cxn ang="0">
                    <a:pos x="1020" y="18"/>
                  </a:cxn>
                  <a:cxn ang="0">
                    <a:pos x="1068" y="60"/>
                  </a:cxn>
                  <a:cxn ang="0">
                    <a:pos x="1164" y="169"/>
                  </a:cxn>
                  <a:cxn ang="0">
                    <a:pos x="1218" y="217"/>
                  </a:cxn>
                  <a:cxn ang="0">
                    <a:pos x="1302" y="277"/>
                  </a:cxn>
                  <a:cxn ang="0">
                    <a:pos x="1422" y="337"/>
                  </a:cxn>
                  <a:cxn ang="0">
                    <a:pos x="1504" y="351"/>
                  </a:cxn>
                  <a:cxn ang="0">
                    <a:pos x="1584" y="343"/>
                  </a:cxn>
                  <a:cxn ang="0">
                    <a:pos x="1644" y="319"/>
                  </a:cxn>
                  <a:cxn ang="0">
                    <a:pos x="1728" y="271"/>
                  </a:cxn>
                  <a:cxn ang="0">
                    <a:pos x="1764" y="247"/>
                  </a:cxn>
                  <a:cxn ang="0">
                    <a:pos x="1914" y="96"/>
                  </a:cxn>
                  <a:cxn ang="0">
                    <a:pos x="1968" y="48"/>
                  </a:cxn>
                  <a:cxn ang="0">
                    <a:pos x="2058" y="18"/>
                  </a:cxn>
                  <a:cxn ang="0">
                    <a:pos x="2070" y="12"/>
                  </a:cxn>
                  <a:cxn ang="0">
                    <a:pos x="3168" y="30"/>
                  </a:cxn>
                </a:cxnLst>
                <a:rect l="0" t="0" r="r" b="b"/>
                <a:pathLst>
                  <a:path w="3168" h="351">
                    <a:moveTo>
                      <a:pt x="0" y="31"/>
                    </a:moveTo>
                    <a:lnTo>
                      <a:pt x="966" y="0"/>
                    </a:lnTo>
                    <a:lnTo>
                      <a:pt x="1020" y="18"/>
                    </a:lnTo>
                    <a:lnTo>
                      <a:pt x="1068" y="60"/>
                    </a:lnTo>
                    <a:lnTo>
                      <a:pt x="1164" y="169"/>
                    </a:lnTo>
                    <a:lnTo>
                      <a:pt x="1218" y="217"/>
                    </a:lnTo>
                    <a:lnTo>
                      <a:pt x="1302" y="277"/>
                    </a:lnTo>
                    <a:lnTo>
                      <a:pt x="1422" y="337"/>
                    </a:lnTo>
                    <a:lnTo>
                      <a:pt x="1504" y="351"/>
                    </a:lnTo>
                    <a:lnTo>
                      <a:pt x="1584" y="343"/>
                    </a:lnTo>
                    <a:lnTo>
                      <a:pt x="1644" y="319"/>
                    </a:lnTo>
                    <a:lnTo>
                      <a:pt x="1728" y="271"/>
                    </a:lnTo>
                    <a:lnTo>
                      <a:pt x="1764" y="247"/>
                    </a:lnTo>
                    <a:lnTo>
                      <a:pt x="1914" y="96"/>
                    </a:lnTo>
                    <a:lnTo>
                      <a:pt x="1968" y="48"/>
                    </a:lnTo>
                    <a:lnTo>
                      <a:pt x="2058" y="18"/>
                    </a:lnTo>
                    <a:lnTo>
                      <a:pt x="2070" y="12"/>
                    </a:lnTo>
                    <a:lnTo>
                      <a:pt x="3168" y="30"/>
                    </a:lnTo>
                  </a:path>
                </a:pathLst>
              </a:custGeom>
              <a:noFill/>
              <a:ln w="19050" cap="flat" cmpd="sng">
                <a:solidFill>
                  <a:srgbClr val="0000FF"/>
                </a:solidFill>
                <a:prstDash val="solid"/>
                <a:miter lim="800000"/>
                <a:headEnd type="none" w="med" len="med"/>
                <a:tailEnd type="triangle" w="sm" len="lg"/>
              </a:ln>
              <a:effectLst/>
            </p:spPr>
            <p:txBody>
              <a:bodyPr wrap="none"/>
              <a:lstStyle/>
              <a:p>
                <a:endParaRPr lang="zh-CN" altLang="en-US" sz="2800"/>
              </a:p>
            </p:txBody>
          </p:sp>
        </p:grpSp>
        <p:sp>
          <p:nvSpPr>
            <p:cNvPr id="172064" name="Text Box 32"/>
            <p:cNvSpPr txBox="1">
              <a:spLocks noChangeArrowheads="1"/>
            </p:cNvSpPr>
            <p:nvPr/>
          </p:nvSpPr>
          <p:spPr bwMode="auto">
            <a:xfrm>
              <a:off x="1872" y="3603"/>
              <a:ext cx="3504" cy="333"/>
            </a:xfrm>
            <a:prstGeom prst="rect">
              <a:avLst/>
            </a:prstGeom>
            <a:gradFill rotWithShape="0">
              <a:gsLst>
                <a:gs pos="0">
                  <a:schemeClr val="folHlink"/>
                </a:gs>
                <a:gs pos="50000">
                  <a:schemeClr val="bg1"/>
                </a:gs>
                <a:gs pos="100000">
                  <a:schemeClr val="folHlink"/>
                </a:gs>
              </a:gsLst>
              <a:lin ang="5400000" scaled="1"/>
            </a:gradFill>
            <a:ln w="9525">
              <a:solidFill>
                <a:srgbClr val="9900CC"/>
              </a:solidFill>
              <a:miter lim="800000"/>
              <a:headEnd/>
              <a:tailEnd/>
            </a:ln>
            <a:effectLst/>
          </p:spPr>
          <p:txBody>
            <a:bodyPr>
              <a:spAutoFit/>
            </a:bodyPr>
            <a:lstStyle/>
            <a:p>
              <a:pPr algn="ctr"/>
              <a:r>
                <a:rPr lang="zh-CN" altLang="en-US" sz="2800">
                  <a:solidFill>
                    <a:srgbClr val="1C1C1C"/>
                  </a:solidFill>
                </a:rPr>
                <a:t>磁屏蔽示意图</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2035"/>
                                        </p:tgtEl>
                                        <p:attrNameLst>
                                          <p:attrName>style.visibility</p:attrName>
                                        </p:attrNameLst>
                                      </p:cBhvr>
                                      <p:to>
                                        <p:strVal val="visible"/>
                                      </p:to>
                                    </p:set>
                                    <p:animEffect transition="in" filter="blinds(horizontal)">
                                      <p:cBhvr>
                                        <p:cTn id="12" dur="500"/>
                                        <p:tgtEl>
                                          <p:spTgt spid="172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10191</TotalTime>
  <Words>4303</Words>
  <Application>Microsoft Office PowerPoint</Application>
  <PresentationFormat>On-screen Show (4:3)</PresentationFormat>
  <Paragraphs>604</Paragraphs>
  <Slides>76</Slides>
  <Notes>0</Notes>
  <HiddenSlides>7</HiddenSlides>
  <MMClips>0</MMClips>
  <ScaleCrop>false</ScaleCrop>
  <HeadingPairs>
    <vt:vector size="6" baseType="variant">
      <vt:variant>
        <vt:lpstr>Theme</vt:lpstr>
      </vt:variant>
      <vt:variant>
        <vt:i4>1</vt:i4>
      </vt:variant>
      <vt:variant>
        <vt:lpstr>Embedded OLE Servers</vt:lpstr>
      </vt:variant>
      <vt:variant>
        <vt:i4>5</vt:i4>
      </vt:variant>
      <vt:variant>
        <vt:lpstr>Slide Titles</vt:lpstr>
      </vt:variant>
      <vt:variant>
        <vt:i4>76</vt:i4>
      </vt:variant>
    </vt:vector>
  </HeadingPairs>
  <TitlesOfParts>
    <vt:vector size="82" baseType="lpstr">
      <vt:lpstr>Office Theme</vt:lpstr>
      <vt:lpstr>Equation</vt:lpstr>
      <vt:lpstr>公式</vt:lpstr>
      <vt:lpstr>Clip</vt:lpstr>
      <vt:lpstr>MathType 5.0 Equation</vt:lpstr>
      <vt:lpstr>Microsoft 公式 3.0</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Lang</cp:lastModifiedBy>
  <cp:revision>6049</cp:revision>
  <dcterms:created xsi:type="dcterms:W3CDTF">2006-08-16T00:00:00Z</dcterms:created>
  <dcterms:modified xsi:type="dcterms:W3CDTF">2017-05-24T13:13:02Z</dcterms:modified>
</cp:coreProperties>
</file>